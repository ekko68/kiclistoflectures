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diagrams/colors1.xml" ContentType="application/vnd.openxmlformats-officedocument.drawingml.diagramColors+xml"/>
  <Override PartName="/ppt/diagrams/quickStyle4.xml" ContentType="application/vnd.openxmlformats-officedocument.drawingml.diagramStyle+xml"/>
  <Override PartName="/ppt/diagrams/drawing2.xml" ContentType="application/vnd.ms-office.drawingml.diagramDrawing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diagrams/quickStyle2.xml" ContentType="application/vnd.openxmlformats-officedocument.drawingml.diagramStyl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3.xml" ContentType="application/vnd.openxmlformats-officedocument.presentationml.slideLayout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diagrams/layout5.xml" ContentType="application/vnd.openxmlformats-officedocument.drawingml.diagramLayout+xml"/>
  <Override PartName="/ppt/diagrams/layout3.xml" ContentType="application/vnd.openxmlformats-officedocument.drawingml.diagramLayout+xml"/>
  <Override PartName="/ppt/diagrams/data4.xml" ContentType="application/vnd.openxmlformats-officedocument.drawingml.diagramData+xml"/>
  <Override PartName="/ppt/diagrams/layout1.xml" ContentType="application/vnd.openxmlformats-officedocument.drawingml.diagramLayout+xml"/>
  <Override PartName="/ppt/diagrams/data2.xml" ContentType="application/vnd.openxmlformats-officedocument.drawingml.diagramData+xml"/>
  <Override PartName="/ppt/diagrams/data3.xml" ContentType="application/vnd.openxmlformats-officedocument.drawingml.diagramData+xml"/>
  <Override PartName="/ppt/diagrams/colors5.xml" ContentType="application/vnd.openxmlformats-officedocument.drawingml.diagramColors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diagrams/data1.xml" ContentType="application/vnd.openxmlformats-officedocument.drawingml.diagramData+xml"/>
  <Override PartName="/ppt/diagrams/colors3.xml" ContentType="application/vnd.openxmlformats-officedocument.drawingml.diagramColors+xml"/>
  <Override PartName="/ppt/diagrams/colors4.xml" ContentType="application/vnd.openxmlformats-officedocument.drawingml.diagramColor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diagrams/drawing5.xml" ContentType="application/vnd.ms-office.drawingml.diagramDrawing+xml"/>
  <Override PartName="/ppt/diagrams/drawing4.xml" ContentType="application/vnd.ms-office.drawingml.diagramDrawing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diagrams/colors2.xml" ContentType="application/vnd.openxmlformats-officedocument.drawingml.diagramColors+xml"/>
  <Override PartName="/ppt/notesSlides/notesSlide3.xml" ContentType="application/vnd.openxmlformats-officedocument.presentationml.notesSlide+xml"/>
  <Default Extension="png" ContentType="image/png"/>
  <Override PartName="/ppt/diagrams/quickStyle5.xml" ContentType="application/vnd.openxmlformats-officedocument.drawingml.diagramStyle+xml"/>
  <Override PartName="/ppt/diagrams/drawing3.xml" ContentType="application/vnd.ms-office.drawingml.diagramDrawing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diagrams/quickStyle3.xml" ContentType="application/vnd.openxmlformats-officedocument.drawingml.diagramStyle+xml"/>
  <Override PartName="/ppt/diagrams/drawing1.xml" ContentType="application/vnd.ms-office.drawingml.diagramDrawing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Layouts/slideLayout3.xml" ContentType="application/vnd.openxmlformats-officedocument.presentationml.slideLayout+xml"/>
  <Override PartName="/ppt/diagrams/quickStyle1.xml" ContentType="application/vnd.openxmlformats-officedocument.drawingml.diagramStyle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Layouts/slideLayout12.xml" ContentType="application/vnd.openxmlformats-officedocument.presentationml.slideLayout+xml"/>
  <Override PartName="/ppt/diagrams/layout4.xml" ContentType="application/vnd.openxmlformats-officedocument.drawingml.diagramLayout+xml"/>
  <Override PartName="/ppt/slideLayouts/slideLayout10.xml" ContentType="application/vnd.openxmlformats-officedocument.presentationml.slideLayout+xml"/>
  <Override PartName="/ppt/diagrams/layout2.xml" ContentType="application/vnd.openxmlformats-officedocument.drawingml.diagramLayout+xml"/>
  <Override PartName="/ppt/diagrams/data5.xml" ContentType="application/vnd.openxmlformats-officedocument.drawingml.diagramData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sldIdLst>
    <p:sldId id="286" r:id="rId2"/>
    <p:sldId id="257" r:id="rId3"/>
    <p:sldId id="258" r:id="rId4"/>
    <p:sldId id="287" r:id="rId5"/>
    <p:sldId id="288" r:id="rId6"/>
    <p:sldId id="304" r:id="rId7"/>
    <p:sldId id="303" r:id="rId8"/>
    <p:sldId id="302" r:id="rId9"/>
    <p:sldId id="293" r:id="rId10"/>
    <p:sldId id="289" r:id="rId11"/>
    <p:sldId id="307" r:id="rId12"/>
    <p:sldId id="308" r:id="rId13"/>
    <p:sldId id="262" r:id="rId14"/>
    <p:sldId id="294" r:id="rId15"/>
    <p:sldId id="295" r:id="rId16"/>
    <p:sldId id="296" r:id="rId17"/>
    <p:sldId id="297" r:id="rId18"/>
    <p:sldId id="298" r:id="rId19"/>
    <p:sldId id="269" r:id="rId20"/>
    <p:sldId id="313" r:id="rId21"/>
    <p:sldId id="315" r:id="rId22"/>
    <p:sldId id="316" r:id="rId23"/>
    <p:sldId id="284" r:id="rId24"/>
    <p:sldId id="291" r:id="rId25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A0000"/>
    <a:srgbClr val="F60000"/>
    <a:srgbClr val="E91717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7255" autoAdjust="0"/>
    <p:restoredTop sz="94660"/>
  </p:normalViewPr>
  <p:slideViewPr>
    <p:cSldViewPr>
      <p:cViewPr>
        <p:scale>
          <a:sx n="75" d="100"/>
          <a:sy n="75" d="100"/>
        </p:scale>
        <p:origin x="-1140" y="-4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9EEB061-65D9-4751-AF4F-39268CF063F8}" type="doc">
      <dgm:prSet loTypeId="urn:microsoft.com/office/officeart/2005/8/layout/hierarchy6" loCatId="hierarchy" qsTypeId="urn:microsoft.com/office/officeart/2005/8/quickstyle/simple5" qsCatId="simple" csTypeId="urn:microsoft.com/office/officeart/2005/8/colors/accent0_3" csCatId="mainScheme" phldr="1"/>
      <dgm:spPr/>
      <dgm:t>
        <a:bodyPr/>
        <a:lstStyle/>
        <a:p>
          <a:pPr latinLnBrk="1"/>
          <a:endParaRPr lang="ko-KR" altLang="en-US"/>
        </a:p>
      </dgm:t>
    </dgm:pt>
    <dgm:pt modelId="{1CE3C426-1BEA-4443-9BAE-5D466E2A4B9D}">
      <dgm:prSet phldrT="[텍스트]" custT="1"/>
      <dgm:spPr/>
      <dgm:t>
        <a:bodyPr/>
        <a:lstStyle/>
        <a:p>
          <a:pPr latinLnBrk="1"/>
          <a:r>
            <a:rPr lang="ko-KR" altLang="en-US" sz="1400" b="1" smtClean="0"/>
            <a:t>장정호</a:t>
          </a:r>
          <a:endParaRPr lang="en-US" altLang="ko-KR" sz="1400" b="1" smtClean="0"/>
        </a:p>
        <a:p>
          <a:pPr latinLnBrk="1"/>
          <a:r>
            <a:rPr lang="en-US" altLang="ko-KR" sz="1400" b="1" smtClean="0"/>
            <a:t>(Back-End)</a:t>
          </a:r>
          <a:endParaRPr lang="ko-KR" altLang="en-US" sz="1400" b="1"/>
        </a:p>
      </dgm:t>
    </dgm:pt>
    <dgm:pt modelId="{BF2BC9BD-C29E-4ADF-AE11-BF76E575DB5A}">
      <dgm:prSet phldrT="[텍스트]" custT="1"/>
      <dgm:spPr/>
      <dgm:t>
        <a:bodyPr/>
        <a:lstStyle/>
        <a:p>
          <a:pPr latinLnBrk="1"/>
          <a:r>
            <a:rPr lang="ko-KR" altLang="en-US" sz="1400" b="1" smtClean="0"/>
            <a:t>박성진</a:t>
          </a:r>
          <a:endParaRPr lang="en-US" altLang="ko-KR" sz="1400" b="1" smtClean="0"/>
        </a:p>
        <a:p>
          <a:pPr latinLnBrk="1"/>
          <a:r>
            <a:rPr lang="en-US" altLang="ko-KR" sz="1400" b="1" smtClean="0"/>
            <a:t>(Back-End)</a:t>
          </a:r>
          <a:endParaRPr lang="ko-KR" altLang="en-US" sz="1400" b="1"/>
        </a:p>
      </dgm:t>
    </dgm:pt>
    <dgm:pt modelId="{AFBDB0A0-D989-4ACE-8BAD-DB21BD8577D5}">
      <dgm:prSet phldrT="[텍스트]" custT="1"/>
      <dgm:spPr/>
      <dgm:t>
        <a:bodyPr/>
        <a:lstStyle/>
        <a:p>
          <a:pPr latinLnBrk="1"/>
          <a:endParaRPr lang="en-US" altLang="ko-KR" sz="1400" b="1" smtClean="0"/>
        </a:p>
        <a:p>
          <a:pPr latinLnBrk="1"/>
          <a:r>
            <a:rPr lang="ko-KR" altLang="en-US" sz="1400" b="1" smtClean="0"/>
            <a:t>송택우</a:t>
          </a:r>
          <a:r>
            <a:rPr lang="en-US" altLang="ko-KR" sz="1400" b="1" smtClean="0"/>
            <a:t>(PM)</a:t>
          </a:r>
        </a:p>
        <a:p>
          <a:pPr latinLnBrk="1"/>
          <a:r>
            <a:rPr lang="en-US" altLang="ko-KR" sz="1400" b="1" smtClean="0"/>
            <a:t>(Back-End)</a:t>
          </a:r>
        </a:p>
        <a:p>
          <a:pPr latinLnBrk="1"/>
          <a:endParaRPr lang="ko-KR" altLang="en-US" sz="1400" b="1"/>
        </a:p>
      </dgm:t>
    </dgm:pt>
    <dgm:pt modelId="{A9982EE1-4334-4BB5-AD5E-69BC59062B86}" type="sibTrans" cxnId="{3D613154-2B55-4695-AF0E-2DC44D3728E3}">
      <dgm:prSet/>
      <dgm:spPr/>
      <dgm:t>
        <a:bodyPr/>
        <a:lstStyle/>
        <a:p>
          <a:pPr latinLnBrk="1"/>
          <a:endParaRPr lang="ko-KR" altLang="en-US"/>
        </a:p>
      </dgm:t>
    </dgm:pt>
    <dgm:pt modelId="{18E83A36-14D9-4D2F-A300-28C3F88FFACA}" type="parTrans" cxnId="{3D613154-2B55-4695-AF0E-2DC44D3728E3}">
      <dgm:prSet/>
      <dgm:spPr/>
      <dgm:t>
        <a:bodyPr/>
        <a:lstStyle/>
        <a:p>
          <a:pPr latinLnBrk="1"/>
          <a:endParaRPr lang="ko-KR" altLang="en-US"/>
        </a:p>
      </dgm:t>
    </dgm:pt>
    <dgm:pt modelId="{AA08413D-5C36-4E5F-B90C-BD799B2D053A}" type="sibTrans" cxnId="{82F57553-E737-4B80-8C5D-CF3922EC5CDC}">
      <dgm:prSet/>
      <dgm:spPr/>
      <dgm:t>
        <a:bodyPr/>
        <a:lstStyle/>
        <a:p>
          <a:pPr latinLnBrk="1"/>
          <a:endParaRPr lang="ko-KR" altLang="en-US"/>
        </a:p>
      </dgm:t>
    </dgm:pt>
    <dgm:pt modelId="{8485A3A3-145F-4C7D-B574-FF370C2C3DCC}" type="parTrans" cxnId="{82F57553-E737-4B80-8C5D-CF3922EC5CDC}">
      <dgm:prSet/>
      <dgm:spPr/>
      <dgm:t>
        <a:bodyPr/>
        <a:lstStyle/>
        <a:p>
          <a:pPr latinLnBrk="1"/>
          <a:endParaRPr lang="ko-KR" altLang="en-US" b="1"/>
        </a:p>
      </dgm:t>
    </dgm:pt>
    <dgm:pt modelId="{EF4AD89D-BA56-4A7E-8189-0FA1DEA23B53}" type="sibTrans" cxnId="{C5C67BC3-787C-4219-9D77-95005B549B5E}">
      <dgm:prSet/>
      <dgm:spPr/>
      <dgm:t>
        <a:bodyPr/>
        <a:lstStyle/>
        <a:p>
          <a:pPr latinLnBrk="1"/>
          <a:endParaRPr lang="ko-KR" altLang="en-US"/>
        </a:p>
      </dgm:t>
    </dgm:pt>
    <dgm:pt modelId="{BE97B97A-D47D-4244-A6A1-7CC0C035806F}" type="parTrans" cxnId="{C5C67BC3-787C-4219-9D77-95005B549B5E}">
      <dgm:prSet/>
      <dgm:spPr/>
      <dgm:t>
        <a:bodyPr/>
        <a:lstStyle/>
        <a:p>
          <a:pPr latinLnBrk="1"/>
          <a:endParaRPr lang="ko-KR" altLang="en-US" b="1"/>
        </a:p>
      </dgm:t>
    </dgm:pt>
    <dgm:pt modelId="{89907092-6776-4929-8DD9-BF5F707E176B}" type="pres">
      <dgm:prSet presAssocID="{29EEB061-65D9-4751-AF4F-39268CF063F8}" presName="mainComposite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4BDB165F-CE4D-4BA2-996C-78F324E1FF31}" type="pres">
      <dgm:prSet presAssocID="{29EEB061-65D9-4751-AF4F-39268CF063F8}" presName="hierFlow" presStyleCnt="0"/>
      <dgm:spPr/>
      <dgm:t>
        <a:bodyPr/>
        <a:lstStyle/>
        <a:p>
          <a:pPr latinLnBrk="1"/>
          <a:endParaRPr lang="ko-KR" altLang="en-US"/>
        </a:p>
      </dgm:t>
    </dgm:pt>
    <dgm:pt modelId="{7206F960-FF97-4A6F-A2DF-1D9A8B17F12F}" type="pres">
      <dgm:prSet presAssocID="{29EEB061-65D9-4751-AF4F-39268CF063F8}" presName="hierChild1" presStyleCnt="0">
        <dgm:presLayoutVars>
          <dgm:chPref val="1"/>
          <dgm:animOne val="branch"/>
          <dgm:animLvl val="lvl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79EF87CE-B7D5-49B3-AE57-D2705D3005D8}" type="pres">
      <dgm:prSet presAssocID="{AFBDB0A0-D989-4ACE-8BAD-DB21BD8577D5}" presName="Name14" presStyleCnt="0"/>
      <dgm:spPr/>
      <dgm:t>
        <a:bodyPr/>
        <a:lstStyle/>
        <a:p>
          <a:pPr latinLnBrk="1"/>
          <a:endParaRPr lang="ko-KR" altLang="en-US"/>
        </a:p>
      </dgm:t>
    </dgm:pt>
    <dgm:pt modelId="{D21A117B-03E7-40AA-A5EE-C956E8D1630C}" type="pres">
      <dgm:prSet presAssocID="{AFBDB0A0-D989-4ACE-8BAD-DB21BD8577D5}" presName="level1Shape" presStyleLbl="node0" presStyleIdx="0" presStyleCnt="1">
        <dgm:presLayoutVars>
          <dgm:chPref val="3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736EAE45-42A0-4703-9C36-536035077E06}" type="pres">
      <dgm:prSet presAssocID="{AFBDB0A0-D989-4ACE-8BAD-DB21BD8577D5}" presName="hierChild2" presStyleCnt="0"/>
      <dgm:spPr/>
      <dgm:t>
        <a:bodyPr/>
        <a:lstStyle/>
        <a:p>
          <a:pPr latinLnBrk="1"/>
          <a:endParaRPr lang="ko-KR" altLang="en-US"/>
        </a:p>
      </dgm:t>
    </dgm:pt>
    <dgm:pt modelId="{FE45CB08-8604-4C8E-A473-9B18E7694545}" type="pres">
      <dgm:prSet presAssocID="{BE97B97A-D47D-4244-A6A1-7CC0C035806F}" presName="Name19" presStyleLbl="parChTrans1D2" presStyleIdx="0" presStyleCnt="2"/>
      <dgm:spPr/>
      <dgm:t>
        <a:bodyPr/>
        <a:lstStyle/>
        <a:p>
          <a:pPr latinLnBrk="1"/>
          <a:endParaRPr lang="ko-KR" altLang="en-US"/>
        </a:p>
      </dgm:t>
    </dgm:pt>
    <dgm:pt modelId="{4C26B58D-71CD-4B8E-B666-324EC8F3CCE7}" type="pres">
      <dgm:prSet presAssocID="{BF2BC9BD-C29E-4ADF-AE11-BF76E575DB5A}" presName="Name21" presStyleCnt="0"/>
      <dgm:spPr/>
      <dgm:t>
        <a:bodyPr/>
        <a:lstStyle/>
        <a:p>
          <a:pPr latinLnBrk="1"/>
          <a:endParaRPr lang="ko-KR" altLang="en-US"/>
        </a:p>
      </dgm:t>
    </dgm:pt>
    <dgm:pt modelId="{9853B99D-5CE1-4D13-ABC1-010366D91486}" type="pres">
      <dgm:prSet presAssocID="{BF2BC9BD-C29E-4ADF-AE11-BF76E575DB5A}" presName="level2Shape" presStyleLbl="node2" presStyleIdx="0" presStyleCnt="2"/>
      <dgm:spPr/>
      <dgm:t>
        <a:bodyPr/>
        <a:lstStyle/>
        <a:p>
          <a:pPr latinLnBrk="1"/>
          <a:endParaRPr lang="ko-KR" altLang="en-US"/>
        </a:p>
      </dgm:t>
    </dgm:pt>
    <dgm:pt modelId="{C98D93AA-E7F0-47BF-91FC-CC503412B84E}" type="pres">
      <dgm:prSet presAssocID="{BF2BC9BD-C29E-4ADF-AE11-BF76E575DB5A}" presName="hierChild3" presStyleCnt="0"/>
      <dgm:spPr/>
      <dgm:t>
        <a:bodyPr/>
        <a:lstStyle/>
        <a:p>
          <a:pPr latinLnBrk="1"/>
          <a:endParaRPr lang="ko-KR" altLang="en-US"/>
        </a:p>
      </dgm:t>
    </dgm:pt>
    <dgm:pt modelId="{DE8B221A-366B-4A97-91E5-5A5E923E3E54}" type="pres">
      <dgm:prSet presAssocID="{8485A3A3-145F-4C7D-B574-FF370C2C3DCC}" presName="Name19" presStyleLbl="parChTrans1D2" presStyleIdx="1" presStyleCnt="2"/>
      <dgm:spPr/>
      <dgm:t>
        <a:bodyPr/>
        <a:lstStyle/>
        <a:p>
          <a:pPr latinLnBrk="1"/>
          <a:endParaRPr lang="ko-KR" altLang="en-US"/>
        </a:p>
      </dgm:t>
    </dgm:pt>
    <dgm:pt modelId="{A9598DE1-CCF9-4CAD-88EB-ADF2E0998AB9}" type="pres">
      <dgm:prSet presAssocID="{1CE3C426-1BEA-4443-9BAE-5D466E2A4B9D}" presName="Name21" presStyleCnt="0"/>
      <dgm:spPr/>
      <dgm:t>
        <a:bodyPr/>
        <a:lstStyle/>
        <a:p>
          <a:pPr latinLnBrk="1"/>
          <a:endParaRPr lang="ko-KR" altLang="en-US"/>
        </a:p>
      </dgm:t>
    </dgm:pt>
    <dgm:pt modelId="{F1C73713-1556-4F08-BDD9-85E147B092AD}" type="pres">
      <dgm:prSet presAssocID="{1CE3C426-1BEA-4443-9BAE-5D466E2A4B9D}" presName="level2Shape" presStyleLbl="node2" presStyleIdx="1" presStyleCnt="2"/>
      <dgm:spPr/>
      <dgm:t>
        <a:bodyPr/>
        <a:lstStyle/>
        <a:p>
          <a:pPr latinLnBrk="1"/>
          <a:endParaRPr lang="ko-KR" altLang="en-US"/>
        </a:p>
      </dgm:t>
    </dgm:pt>
    <dgm:pt modelId="{51CB4CF7-C047-4054-B543-A68EDB2894C5}" type="pres">
      <dgm:prSet presAssocID="{1CE3C426-1BEA-4443-9BAE-5D466E2A4B9D}" presName="hierChild3" presStyleCnt="0"/>
      <dgm:spPr/>
      <dgm:t>
        <a:bodyPr/>
        <a:lstStyle/>
        <a:p>
          <a:pPr latinLnBrk="1"/>
          <a:endParaRPr lang="ko-KR" altLang="en-US"/>
        </a:p>
      </dgm:t>
    </dgm:pt>
    <dgm:pt modelId="{5C44CE51-61EF-4415-AACB-AA598969C22E}" type="pres">
      <dgm:prSet presAssocID="{29EEB061-65D9-4751-AF4F-39268CF063F8}" presName="bgShapesFlow" presStyleCnt="0"/>
      <dgm:spPr/>
      <dgm:t>
        <a:bodyPr/>
        <a:lstStyle/>
        <a:p>
          <a:pPr latinLnBrk="1"/>
          <a:endParaRPr lang="ko-KR" altLang="en-US"/>
        </a:p>
      </dgm:t>
    </dgm:pt>
  </dgm:ptLst>
  <dgm:cxnLst>
    <dgm:cxn modelId="{C5C67BC3-787C-4219-9D77-95005B549B5E}" srcId="{AFBDB0A0-D989-4ACE-8BAD-DB21BD8577D5}" destId="{BF2BC9BD-C29E-4ADF-AE11-BF76E575DB5A}" srcOrd="0" destOrd="0" parTransId="{BE97B97A-D47D-4244-A6A1-7CC0C035806F}" sibTransId="{EF4AD89D-BA56-4A7E-8189-0FA1DEA23B53}"/>
    <dgm:cxn modelId="{44DB63FA-C6F0-4BC4-8C62-2D979B79E4AD}" type="presOf" srcId="{29EEB061-65D9-4751-AF4F-39268CF063F8}" destId="{89907092-6776-4929-8DD9-BF5F707E176B}" srcOrd="0" destOrd="0" presId="urn:microsoft.com/office/officeart/2005/8/layout/hierarchy6"/>
    <dgm:cxn modelId="{82F57553-E737-4B80-8C5D-CF3922EC5CDC}" srcId="{AFBDB0A0-D989-4ACE-8BAD-DB21BD8577D5}" destId="{1CE3C426-1BEA-4443-9BAE-5D466E2A4B9D}" srcOrd="1" destOrd="0" parTransId="{8485A3A3-145F-4C7D-B574-FF370C2C3DCC}" sibTransId="{AA08413D-5C36-4E5F-B90C-BD799B2D053A}"/>
    <dgm:cxn modelId="{937879D3-CFD4-4883-ACBB-ABA5DBC2A5EC}" type="presOf" srcId="{1CE3C426-1BEA-4443-9BAE-5D466E2A4B9D}" destId="{F1C73713-1556-4F08-BDD9-85E147B092AD}" srcOrd="0" destOrd="0" presId="urn:microsoft.com/office/officeart/2005/8/layout/hierarchy6"/>
    <dgm:cxn modelId="{3D613154-2B55-4695-AF0E-2DC44D3728E3}" srcId="{29EEB061-65D9-4751-AF4F-39268CF063F8}" destId="{AFBDB0A0-D989-4ACE-8BAD-DB21BD8577D5}" srcOrd="0" destOrd="0" parTransId="{18E83A36-14D9-4D2F-A300-28C3F88FFACA}" sibTransId="{A9982EE1-4334-4BB5-AD5E-69BC59062B86}"/>
    <dgm:cxn modelId="{5AB0EEE9-C61D-4336-8504-965A8CEE3D3B}" type="presOf" srcId="{8485A3A3-145F-4C7D-B574-FF370C2C3DCC}" destId="{DE8B221A-366B-4A97-91E5-5A5E923E3E54}" srcOrd="0" destOrd="0" presId="urn:microsoft.com/office/officeart/2005/8/layout/hierarchy6"/>
    <dgm:cxn modelId="{C0E85340-02F4-4362-8D30-398C627A58CA}" type="presOf" srcId="{BF2BC9BD-C29E-4ADF-AE11-BF76E575DB5A}" destId="{9853B99D-5CE1-4D13-ABC1-010366D91486}" srcOrd="0" destOrd="0" presId="urn:microsoft.com/office/officeart/2005/8/layout/hierarchy6"/>
    <dgm:cxn modelId="{F62BC77C-7295-4FFC-8C42-7C018D5795B6}" type="presOf" srcId="{BE97B97A-D47D-4244-A6A1-7CC0C035806F}" destId="{FE45CB08-8604-4C8E-A473-9B18E7694545}" srcOrd="0" destOrd="0" presId="urn:microsoft.com/office/officeart/2005/8/layout/hierarchy6"/>
    <dgm:cxn modelId="{ABB990D0-CA9A-4B66-AF26-D4AA31717923}" type="presOf" srcId="{AFBDB0A0-D989-4ACE-8BAD-DB21BD8577D5}" destId="{D21A117B-03E7-40AA-A5EE-C956E8D1630C}" srcOrd="0" destOrd="0" presId="urn:microsoft.com/office/officeart/2005/8/layout/hierarchy6"/>
    <dgm:cxn modelId="{46310D36-F787-4FF0-AFE2-BBBD2FE624D8}" type="presParOf" srcId="{89907092-6776-4929-8DD9-BF5F707E176B}" destId="{4BDB165F-CE4D-4BA2-996C-78F324E1FF31}" srcOrd="0" destOrd="0" presId="urn:microsoft.com/office/officeart/2005/8/layout/hierarchy6"/>
    <dgm:cxn modelId="{F28EBF1E-E564-4A4E-9F30-E1F378F1706B}" type="presParOf" srcId="{4BDB165F-CE4D-4BA2-996C-78F324E1FF31}" destId="{7206F960-FF97-4A6F-A2DF-1D9A8B17F12F}" srcOrd="0" destOrd="0" presId="urn:microsoft.com/office/officeart/2005/8/layout/hierarchy6"/>
    <dgm:cxn modelId="{6D81352E-65F2-4B38-B252-5240A197DBF9}" type="presParOf" srcId="{7206F960-FF97-4A6F-A2DF-1D9A8B17F12F}" destId="{79EF87CE-B7D5-49B3-AE57-D2705D3005D8}" srcOrd="0" destOrd="0" presId="urn:microsoft.com/office/officeart/2005/8/layout/hierarchy6"/>
    <dgm:cxn modelId="{C7A93490-B86D-4BDF-9AEC-13AA6B2061F6}" type="presParOf" srcId="{79EF87CE-B7D5-49B3-AE57-D2705D3005D8}" destId="{D21A117B-03E7-40AA-A5EE-C956E8D1630C}" srcOrd="0" destOrd="0" presId="urn:microsoft.com/office/officeart/2005/8/layout/hierarchy6"/>
    <dgm:cxn modelId="{91C98DA6-C16C-4A07-8104-2E2A38BDB743}" type="presParOf" srcId="{79EF87CE-B7D5-49B3-AE57-D2705D3005D8}" destId="{736EAE45-42A0-4703-9C36-536035077E06}" srcOrd="1" destOrd="0" presId="urn:microsoft.com/office/officeart/2005/8/layout/hierarchy6"/>
    <dgm:cxn modelId="{368F6B2E-DA5D-4647-A824-86B98FBAB0ED}" type="presParOf" srcId="{736EAE45-42A0-4703-9C36-536035077E06}" destId="{FE45CB08-8604-4C8E-A473-9B18E7694545}" srcOrd="0" destOrd="0" presId="urn:microsoft.com/office/officeart/2005/8/layout/hierarchy6"/>
    <dgm:cxn modelId="{CC19DCD8-D646-44D5-B8BD-FC07296C5EAE}" type="presParOf" srcId="{736EAE45-42A0-4703-9C36-536035077E06}" destId="{4C26B58D-71CD-4B8E-B666-324EC8F3CCE7}" srcOrd="1" destOrd="0" presId="urn:microsoft.com/office/officeart/2005/8/layout/hierarchy6"/>
    <dgm:cxn modelId="{599D2B1A-EA45-4790-B7D1-9D01F248E165}" type="presParOf" srcId="{4C26B58D-71CD-4B8E-B666-324EC8F3CCE7}" destId="{9853B99D-5CE1-4D13-ABC1-010366D91486}" srcOrd="0" destOrd="0" presId="urn:microsoft.com/office/officeart/2005/8/layout/hierarchy6"/>
    <dgm:cxn modelId="{DBE3A1BF-0147-4911-80B4-FC5C0C8C5792}" type="presParOf" srcId="{4C26B58D-71CD-4B8E-B666-324EC8F3CCE7}" destId="{C98D93AA-E7F0-47BF-91FC-CC503412B84E}" srcOrd="1" destOrd="0" presId="urn:microsoft.com/office/officeart/2005/8/layout/hierarchy6"/>
    <dgm:cxn modelId="{9660B469-2C9D-4D80-B158-2EA7B70160B8}" type="presParOf" srcId="{736EAE45-42A0-4703-9C36-536035077E06}" destId="{DE8B221A-366B-4A97-91E5-5A5E923E3E54}" srcOrd="2" destOrd="0" presId="urn:microsoft.com/office/officeart/2005/8/layout/hierarchy6"/>
    <dgm:cxn modelId="{CEE31FF7-7F4C-47FB-8245-1F1A19BC3B16}" type="presParOf" srcId="{736EAE45-42A0-4703-9C36-536035077E06}" destId="{A9598DE1-CCF9-4CAD-88EB-ADF2E0998AB9}" srcOrd="3" destOrd="0" presId="urn:microsoft.com/office/officeart/2005/8/layout/hierarchy6"/>
    <dgm:cxn modelId="{AFF0331E-F939-43B7-B2F4-1C87E0A1958C}" type="presParOf" srcId="{A9598DE1-CCF9-4CAD-88EB-ADF2E0998AB9}" destId="{F1C73713-1556-4F08-BDD9-85E147B092AD}" srcOrd="0" destOrd="0" presId="urn:microsoft.com/office/officeart/2005/8/layout/hierarchy6"/>
    <dgm:cxn modelId="{684F7A6C-76A3-4C85-8AAD-DD09EF7CEEE1}" type="presParOf" srcId="{A9598DE1-CCF9-4CAD-88EB-ADF2E0998AB9}" destId="{51CB4CF7-C047-4054-B543-A68EDB2894C5}" srcOrd="1" destOrd="0" presId="urn:microsoft.com/office/officeart/2005/8/layout/hierarchy6"/>
    <dgm:cxn modelId="{8670D96B-475A-4E30-8FCE-B6346A620944}" type="presParOf" srcId="{89907092-6776-4929-8DD9-BF5F707E176B}" destId="{5C44CE51-61EF-4415-AACB-AA598969C22E}" srcOrd="1" destOrd="0" presId="urn:microsoft.com/office/officeart/2005/8/layout/hierarchy6"/>
  </dgm:cxnLst>
  <dgm:bg>
    <a:noFill/>
  </dgm:bg>
  <dgm:whole/>
  <dgm:extLst>
    <a:ext uri="http://schemas.microsoft.com/office/drawing/2008/diagram">
      <dsp:dataModelExt xmlns=""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9EEB061-65D9-4751-AF4F-39268CF063F8}" type="doc">
      <dgm:prSet loTypeId="urn:microsoft.com/office/officeart/2005/8/layout/hierarchy6" loCatId="hierarchy" qsTypeId="urn:microsoft.com/office/officeart/2005/8/quickstyle/simple5" qsCatId="simple" csTypeId="urn:microsoft.com/office/officeart/2005/8/colors/accent2_2" csCatId="accent2" phldr="1"/>
      <dgm:spPr/>
      <dgm:t>
        <a:bodyPr/>
        <a:lstStyle/>
        <a:p>
          <a:pPr latinLnBrk="1"/>
          <a:endParaRPr lang="ko-KR" altLang="en-US"/>
        </a:p>
      </dgm:t>
    </dgm:pt>
    <dgm:pt modelId="{1CE3C426-1BEA-4443-9BAE-5D466E2A4B9D}">
      <dgm:prSet phldrT="[텍스트]" custT="1"/>
      <dgm:spPr/>
      <dgm:t>
        <a:bodyPr/>
        <a:lstStyle/>
        <a:p>
          <a:pPr latinLnBrk="1"/>
          <a:r>
            <a:rPr lang="ko-KR" altLang="en-US" sz="1400" b="1" smtClean="0"/>
            <a:t>박지수</a:t>
          </a:r>
          <a:endParaRPr lang="en-US" altLang="ko-KR" sz="1600" b="1" smtClean="0"/>
        </a:p>
        <a:p>
          <a:pPr latinLnBrk="1"/>
          <a:r>
            <a:rPr lang="en-US" altLang="ko-KR" sz="1600" b="1" smtClean="0"/>
            <a:t>(Front-End)</a:t>
          </a:r>
          <a:endParaRPr lang="ko-KR" altLang="en-US" sz="1600" b="1"/>
        </a:p>
      </dgm:t>
    </dgm:pt>
    <dgm:pt modelId="{BF2BC9BD-C29E-4ADF-AE11-BF76E575DB5A}">
      <dgm:prSet phldrT="[텍스트]" custT="1"/>
      <dgm:spPr/>
      <dgm:t>
        <a:bodyPr/>
        <a:lstStyle/>
        <a:p>
          <a:pPr latinLnBrk="1"/>
          <a:r>
            <a:rPr lang="ko-KR" altLang="en-US" sz="1400" b="1" smtClean="0"/>
            <a:t>백재현</a:t>
          </a:r>
          <a:endParaRPr lang="en-US" altLang="ko-KR" sz="1400" b="1" smtClean="0"/>
        </a:p>
        <a:p>
          <a:pPr latinLnBrk="1"/>
          <a:r>
            <a:rPr lang="en-US" altLang="ko-KR" sz="1400" b="1" smtClean="0"/>
            <a:t>(Front-End)</a:t>
          </a:r>
          <a:endParaRPr lang="ko-KR" altLang="en-US" sz="1400" b="1"/>
        </a:p>
      </dgm:t>
    </dgm:pt>
    <dgm:pt modelId="{AFBDB0A0-D989-4ACE-8BAD-DB21BD8577D5}">
      <dgm:prSet phldrT="[텍스트]" custT="1"/>
      <dgm:spPr/>
      <dgm:t>
        <a:bodyPr/>
        <a:lstStyle/>
        <a:p>
          <a:pPr latinLnBrk="1"/>
          <a:endParaRPr lang="en-US" altLang="ko-KR" sz="1400" b="1" smtClean="0"/>
        </a:p>
        <a:p>
          <a:pPr latinLnBrk="1"/>
          <a:r>
            <a:rPr lang="ko-KR" altLang="en-US" sz="1400" b="1" smtClean="0"/>
            <a:t>이고운</a:t>
          </a:r>
          <a:endParaRPr lang="en-US" altLang="ko-KR" sz="1400" b="1" smtClean="0"/>
        </a:p>
        <a:p>
          <a:pPr latinLnBrk="1"/>
          <a:r>
            <a:rPr lang="en-US" altLang="ko-KR" sz="1400" b="1" smtClean="0"/>
            <a:t>(Front-End)</a:t>
          </a:r>
        </a:p>
        <a:p>
          <a:pPr latinLnBrk="1"/>
          <a:endParaRPr lang="ko-KR" altLang="en-US" sz="1400" b="1"/>
        </a:p>
      </dgm:t>
    </dgm:pt>
    <dgm:pt modelId="{A9982EE1-4334-4BB5-AD5E-69BC59062B86}" type="sibTrans" cxnId="{3D613154-2B55-4695-AF0E-2DC44D3728E3}">
      <dgm:prSet/>
      <dgm:spPr/>
      <dgm:t>
        <a:bodyPr/>
        <a:lstStyle/>
        <a:p>
          <a:pPr latinLnBrk="1"/>
          <a:endParaRPr lang="ko-KR" altLang="en-US"/>
        </a:p>
      </dgm:t>
    </dgm:pt>
    <dgm:pt modelId="{18E83A36-14D9-4D2F-A300-28C3F88FFACA}" type="parTrans" cxnId="{3D613154-2B55-4695-AF0E-2DC44D3728E3}">
      <dgm:prSet/>
      <dgm:spPr/>
      <dgm:t>
        <a:bodyPr/>
        <a:lstStyle/>
        <a:p>
          <a:pPr latinLnBrk="1"/>
          <a:endParaRPr lang="ko-KR" altLang="en-US"/>
        </a:p>
      </dgm:t>
    </dgm:pt>
    <dgm:pt modelId="{AA08413D-5C36-4E5F-B90C-BD799B2D053A}" type="sibTrans" cxnId="{82F57553-E737-4B80-8C5D-CF3922EC5CDC}">
      <dgm:prSet/>
      <dgm:spPr/>
      <dgm:t>
        <a:bodyPr/>
        <a:lstStyle/>
        <a:p>
          <a:pPr latinLnBrk="1"/>
          <a:endParaRPr lang="ko-KR" altLang="en-US"/>
        </a:p>
      </dgm:t>
    </dgm:pt>
    <dgm:pt modelId="{8485A3A3-145F-4C7D-B574-FF370C2C3DCC}" type="parTrans" cxnId="{82F57553-E737-4B80-8C5D-CF3922EC5CDC}">
      <dgm:prSet/>
      <dgm:spPr/>
      <dgm:t>
        <a:bodyPr/>
        <a:lstStyle/>
        <a:p>
          <a:pPr latinLnBrk="1"/>
          <a:endParaRPr lang="ko-KR" altLang="en-US" b="1"/>
        </a:p>
      </dgm:t>
    </dgm:pt>
    <dgm:pt modelId="{EF4AD89D-BA56-4A7E-8189-0FA1DEA23B53}" type="sibTrans" cxnId="{C5C67BC3-787C-4219-9D77-95005B549B5E}">
      <dgm:prSet/>
      <dgm:spPr/>
      <dgm:t>
        <a:bodyPr/>
        <a:lstStyle/>
        <a:p>
          <a:pPr latinLnBrk="1"/>
          <a:endParaRPr lang="ko-KR" altLang="en-US"/>
        </a:p>
      </dgm:t>
    </dgm:pt>
    <dgm:pt modelId="{BE97B97A-D47D-4244-A6A1-7CC0C035806F}" type="parTrans" cxnId="{C5C67BC3-787C-4219-9D77-95005B549B5E}">
      <dgm:prSet/>
      <dgm:spPr/>
      <dgm:t>
        <a:bodyPr/>
        <a:lstStyle/>
        <a:p>
          <a:pPr latinLnBrk="1"/>
          <a:endParaRPr lang="ko-KR" altLang="en-US" b="1"/>
        </a:p>
      </dgm:t>
    </dgm:pt>
    <dgm:pt modelId="{89907092-6776-4929-8DD9-BF5F707E176B}" type="pres">
      <dgm:prSet presAssocID="{29EEB061-65D9-4751-AF4F-39268CF063F8}" presName="mainComposite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4BDB165F-CE4D-4BA2-996C-78F324E1FF31}" type="pres">
      <dgm:prSet presAssocID="{29EEB061-65D9-4751-AF4F-39268CF063F8}" presName="hierFlow" presStyleCnt="0"/>
      <dgm:spPr/>
      <dgm:t>
        <a:bodyPr/>
        <a:lstStyle/>
        <a:p>
          <a:pPr latinLnBrk="1"/>
          <a:endParaRPr lang="ko-KR" altLang="en-US"/>
        </a:p>
      </dgm:t>
    </dgm:pt>
    <dgm:pt modelId="{7206F960-FF97-4A6F-A2DF-1D9A8B17F12F}" type="pres">
      <dgm:prSet presAssocID="{29EEB061-65D9-4751-AF4F-39268CF063F8}" presName="hierChild1" presStyleCnt="0">
        <dgm:presLayoutVars>
          <dgm:chPref val="1"/>
          <dgm:animOne val="branch"/>
          <dgm:animLvl val="lvl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79EF87CE-B7D5-49B3-AE57-D2705D3005D8}" type="pres">
      <dgm:prSet presAssocID="{AFBDB0A0-D989-4ACE-8BAD-DB21BD8577D5}" presName="Name14" presStyleCnt="0"/>
      <dgm:spPr/>
      <dgm:t>
        <a:bodyPr/>
        <a:lstStyle/>
        <a:p>
          <a:pPr latinLnBrk="1"/>
          <a:endParaRPr lang="ko-KR" altLang="en-US"/>
        </a:p>
      </dgm:t>
    </dgm:pt>
    <dgm:pt modelId="{D21A117B-03E7-40AA-A5EE-C956E8D1630C}" type="pres">
      <dgm:prSet presAssocID="{AFBDB0A0-D989-4ACE-8BAD-DB21BD8577D5}" presName="level1Shape" presStyleLbl="node0" presStyleIdx="0" presStyleCnt="1">
        <dgm:presLayoutVars>
          <dgm:chPref val="3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736EAE45-42A0-4703-9C36-536035077E06}" type="pres">
      <dgm:prSet presAssocID="{AFBDB0A0-D989-4ACE-8BAD-DB21BD8577D5}" presName="hierChild2" presStyleCnt="0"/>
      <dgm:spPr/>
      <dgm:t>
        <a:bodyPr/>
        <a:lstStyle/>
        <a:p>
          <a:pPr latinLnBrk="1"/>
          <a:endParaRPr lang="ko-KR" altLang="en-US"/>
        </a:p>
      </dgm:t>
    </dgm:pt>
    <dgm:pt modelId="{FE45CB08-8604-4C8E-A473-9B18E7694545}" type="pres">
      <dgm:prSet presAssocID="{BE97B97A-D47D-4244-A6A1-7CC0C035806F}" presName="Name19" presStyleLbl="parChTrans1D2" presStyleIdx="0" presStyleCnt="2"/>
      <dgm:spPr/>
      <dgm:t>
        <a:bodyPr/>
        <a:lstStyle/>
        <a:p>
          <a:pPr latinLnBrk="1"/>
          <a:endParaRPr lang="ko-KR" altLang="en-US"/>
        </a:p>
      </dgm:t>
    </dgm:pt>
    <dgm:pt modelId="{4C26B58D-71CD-4B8E-B666-324EC8F3CCE7}" type="pres">
      <dgm:prSet presAssocID="{BF2BC9BD-C29E-4ADF-AE11-BF76E575DB5A}" presName="Name21" presStyleCnt="0"/>
      <dgm:spPr/>
      <dgm:t>
        <a:bodyPr/>
        <a:lstStyle/>
        <a:p>
          <a:pPr latinLnBrk="1"/>
          <a:endParaRPr lang="ko-KR" altLang="en-US"/>
        </a:p>
      </dgm:t>
    </dgm:pt>
    <dgm:pt modelId="{9853B99D-5CE1-4D13-ABC1-010366D91486}" type="pres">
      <dgm:prSet presAssocID="{BF2BC9BD-C29E-4ADF-AE11-BF76E575DB5A}" presName="level2Shape" presStyleLbl="node2" presStyleIdx="0" presStyleCnt="2"/>
      <dgm:spPr/>
      <dgm:t>
        <a:bodyPr/>
        <a:lstStyle/>
        <a:p>
          <a:pPr latinLnBrk="1"/>
          <a:endParaRPr lang="ko-KR" altLang="en-US"/>
        </a:p>
      </dgm:t>
    </dgm:pt>
    <dgm:pt modelId="{C98D93AA-E7F0-47BF-91FC-CC503412B84E}" type="pres">
      <dgm:prSet presAssocID="{BF2BC9BD-C29E-4ADF-AE11-BF76E575DB5A}" presName="hierChild3" presStyleCnt="0"/>
      <dgm:spPr/>
      <dgm:t>
        <a:bodyPr/>
        <a:lstStyle/>
        <a:p>
          <a:pPr latinLnBrk="1"/>
          <a:endParaRPr lang="ko-KR" altLang="en-US"/>
        </a:p>
      </dgm:t>
    </dgm:pt>
    <dgm:pt modelId="{DE8B221A-366B-4A97-91E5-5A5E923E3E54}" type="pres">
      <dgm:prSet presAssocID="{8485A3A3-145F-4C7D-B574-FF370C2C3DCC}" presName="Name19" presStyleLbl="parChTrans1D2" presStyleIdx="1" presStyleCnt="2"/>
      <dgm:spPr/>
      <dgm:t>
        <a:bodyPr/>
        <a:lstStyle/>
        <a:p>
          <a:pPr latinLnBrk="1"/>
          <a:endParaRPr lang="ko-KR" altLang="en-US"/>
        </a:p>
      </dgm:t>
    </dgm:pt>
    <dgm:pt modelId="{A9598DE1-CCF9-4CAD-88EB-ADF2E0998AB9}" type="pres">
      <dgm:prSet presAssocID="{1CE3C426-1BEA-4443-9BAE-5D466E2A4B9D}" presName="Name21" presStyleCnt="0"/>
      <dgm:spPr/>
      <dgm:t>
        <a:bodyPr/>
        <a:lstStyle/>
        <a:p>
          <a:pPr latinLnBrk="1"/>
          <a:endParaRPr lang="ko-KR" altLang="en-US"/>
        </a:p>
      </dgm:t>
    </dgm:pt>
    <dgm:pt modelId="{F1C73713-1556-4F08-BDD9-85E147B092AD}" type="pres">
      <dgm:prSet presAssocID="{1CE3C426-1BEA-4443-9BAE-5D466E2A4B9D}" presName="level2Shape" presStyleLbl="node2" presStyleIdx="1" presStyleCnt="2"/>
      <dgm:spPr/>
      <dgm:t>
        <a:bodyPr/>
        <a:lstStyle/>
        <a:p>
          <a:pPr latinLnBrk="1"/>
          <a:endParaRPr lang="ko-KR" altLang="en-US"/>
        </a:p>
      </dgm:t>
    </dgm:pt>
    <dgm:pt modelId="{51CB4CF7-C047-4054-B543-A68EDB2894C5}" type="pres">
      <dgm:prSet presAssocID="{1CE3C426-1BEA-4443-9BAE-5D466E2A4B9D}" presName="hierChild3" presStyleCnt="0"/>
      <dgm:spPr/>
      <dgm:t>
        <a:bodyPr/>
        <a:lstStyle/>
        <a:p>
          <a:pPr latinLnBrk="1"/>
          <a:endParaRPr lang="ko-KR" altLang="en-US"/>
        </a:p>
      </dgm:t>
    </dgm:pt>
    <dgm:pt modelId="{5C44CE51-61EF-4415-AACB-AA598969C22E}" type="pres">
      <dgm:prSet presAssocID="{29EEB061-65D9-4751-AF4F-39268CF063F8}" presName="bgShapesFlow" presStyleCnt="0"/>
      <dgm:spPr/>
      <dgm:t>
        <a:bodyPr/>
        <a:lstStyle/>
        <a:p>
          <a:pPr latinLnBrk="1"/>
          <a:endParaRPr lang="ko-KR" altLang="en-US"/>
        </a:p>
      </dgm:t>
    </dgm:pt>
  </dgm:ptLst>
  <dgm:cxnLst>
    <dgm:cxn modelId="{C5C67BC3-787C-4219-9D77-95005B549B5E}" srcId="{AFBDB0A0-D989-4ACE-8BAD-DB21BD8577D5}" destId="{BF2BC9BD-C29E-4ADF-AE11-BF76E575DB5A}" srcOrd="0" destOrd="0" parTransId="{BE97B97A-D47D-4244-A6A1-7CC0C035806F}" sibTransId="{EF4AD89D-BA56-4A7E-8189-0FA1DEA23B53}"/>
    <dgm:cxn modelId="{82F57553-E737-4B80-8C5D-CF3922EC5CDC}" srcId="{AFBDB0A0-D989-4ACE-8BAD-DB21BD8577D5}" destId="{1CE3C426-1BEA-4443-9BAE-5D466E2A4B9D}" srcOrd="1" destOrd="0" parTransId="{8485A3A3-145F-4C7D-B574-FF370C2C3DCC}" sibTransId="{AA08413D-5C36-4E5F-B90C-BD799B2D053A}"/>
    <dgm:cxn modelId="{3B5D5682-4D32-4B7D-A540-A5D72E4C4DCA}" type="presOf" srcId="{8485A3A3-145F-4C7D-B574-FF370C2C3DCC}" destId="{DE8B221A-366B-4A97-91E5-5A5E923E3E54}" srcOrd="0" destOrd="0" presId="urn:microsoft.com/office/officeart/2005/8/layout/hierarchy6"/>
    <dgm:cxn modelId="{A66E564F-4D6F-435E-BD83-2C8C478AA550}" type="presOf" srcId="{AFBDB0A0-D989-4ACE-8BAD-DB21BD8577D5}" destId="{D21A117B-03E7-40AA-A5EE-C956E8D1630C}" srcOrd="0" destOrd="0" presId="urn:microsoft.com/office/officeart/2005/8/layout/hierarchy6"/>
    <dgm:cxn modelId="{3D613154-2B55-4695-AF0E-2DC44D3728E3}" srcId="{29EEB061-65D9-4751-AF4F-39268CF063F8}" destId="{AFBDB0A0-D989-4ACE-8BAD-DB21BD8577D5}" srcOrd="0" destOrd="0" parTransId="{18E83A36-14D9-4D2F-A300-28C3F88FFACA}" sibTransId="{A9982EE1-4334-4BB5-AD5E-69BC59062B86}"/>
    <dgm:cxn modelId="{B2954874-0084-4A85-A5CA-33D4DCB13039}" type="presOf" srcId="{BF2BC9BD-C29E-4ADF-AE11-BF76E575DB5A}" destId="{9853B99D-5CE1-4D13-ABC1-010366D91486}" srcOrd="0" destOrd="0" presId="urn:microsoft.com/office/officeart/2005/8/layout/hierarchy6"/>
    <dgm:cxn modelId="{029C050F-8DC3-4C77-814F-8F681F8CD103}" type="presOf" srcId="{29EEB061-65D9-4751-AF4F-39268CF063F8}" destId="{89907092-6776-4929-8DD9-BF5F707E176B}" srcOrd="0" destOrd="0" presId="urn:microsoft.com/office/officeart/2005/8/layout/hierarchy6"/>
    <dgm:cxn modelId="{D98FD1B3-B252-4262-9216-16960EC71797}" type="presOf" srcId="{BE97B97A-D47D-4244-A6A1-7CC0C035806F}" destId="{FE45CB08-8604-4C8E-A473-9B18E7694545}" srcOrd="0" destOrd="0" presId="urn:microsoft.com/office/officeart/2005/8/layout/hierarchy6"/>
    <dgm:cxn modelId="{8E0636F9-2434-4B19-A89D-69EF02C294BA}" type="presOf" srcId="{1CE3C426-1BEA-4443-9BAE-5D466E2A4B9D}" destId="{F1C73713-1556-4F08-BDD9-85E147B092AD}" srcOrd="0" destOrd="0" presId="urn:microsoft.com/office/officeart/2005/8/layout/hierarchy6"/>
    <dgm:cxn modelId="{63830CF9-3D4E-4154-829C-8275ACA2CCB4}" type="presParOf" srcId="{89907092-6776-4929-8DD9-BF5F707E176B}" destId="{4BDB165F-CE4D-4BA2-996C-78F324E1FF31}" srcOrd="0" destOrd="0" presId="urn:microsoft.com/office/officeart/2005/8/layout/hierarchy6"/>
    <dgm:cxn modelId="{FA6201FC-6552-48E9-8F0A-1FA0636FBD54}" type="presParOf" srcId="{4BDB165F-CE4D-4BA2-996C-78F324E1FF31}" destId="{7206F960-FF97-4A6F-A2DF-1D9A8B17F12F}" srcOrd="0" destOrd="0" presId="urn:microsoft.com/office/officeart/2005/8/layout/hierarchy6"/>
    <dgm:cxn modelId="{D04FAAFE-77B0-48F6-94F0-AA8E8256CE41}" type="presParOf" srcId="{7206F960-FF97-4A6F-A2DF-1D9A8B17F12F}" destId="{79EF87CE-B7D5-49B3-AE57-D2705D3005D8}" srcOrd="0" destOrd="0" presId="urn:microsoft.com/office/officeart/2005/8/layout/hierarchy6"/>
    <dgm:cxn modelId="{188FEEA1-712F-47D1-9A30-E23722F0DDE6}" type="presParOf" srcId="{79EF87CE-B7D5-49B3-AE57-D2705D3005D8}" destId="{D21A117B-03E7-40AA-A5EE-C956E8D1630C}" srcOrd="0" destOrd="0" presId="urn:microsoft.com/office/officeart/2005/8/layout/hierarchy6"/>
    <dgm:cxn modelId="{B5CD104E-2412-4F5B-98D0-6F316CDF1B39}" type="presParOf" srcId="{79EF87CE-B7D5-49B3-AE57-D2705D3005D8}" destId="{736EAE45-42A0-4703-9C36-536035077E06}" srcOrd="1" destOrd="0" presId="urn:microsoft.com/office/officeart/2005/8/layout/hierarchy6"/>
    <dgm:cxn modelId="{8BB18670-F5A3-40A6-AAAB-C4476C815D04}" type="presParOf" srcId="{736EAE45-42A0-4703-9C36-536035077E06}" destId="{FE45CB08-8604-4C8E-A473-9B18E7694545}" srcOrd="0" destOrd="0" presId="urn:microsoft.com/office/officeart/2005/8/layout/hierarchy6"/>
    <dgm:cxn modelId="{39BCA926-D8B4-4AF7-9139-67EA2B4DCCBA}" type="presParOf" srcId="{736EAE45-42A0-4703-9C36-536035077E06}" destId="{4C26B58D-71CD-4B8E-B666-324EC8F3CCE7}" srcOrd="1" destOrd="0" presId="urn:microsoft.com/office/officeart/2005/8/layout/hierarchy6"/>
    <dgm:cxn modelId="{78DFF212-E47B-4B48-88DA-F81E004D720E}" type="presParOf" srcId="{4C26B58D-71CD-4B8E-B666-324EC8F3CCE7}" destId="{9853B99D-5CE1-4D13-ABC1-010366D91486}" srcOrd="0" destOrd="0" presId="urn:microsoft.com/office/officeart/2005/8/layout/hierarchy6"/>
    <dgm:cxn modelId="{9EE4E3E1-3789-478A-BD27-8E6724A4A1A1}" type="presParOf" srcId="{4C26B58D-71CD-4B8E-B666-324EC8F3CCE7}" destId="{C98D93AA-E7F0-47BF-91FC-CC503412B84E}" srcOrd="1" destOrd="0" presId="urn:microsoft.com/office/officeart/2005/8/layout/hierarchy6"/>
    <dgm:cxn modelId="{C4F6F0EF-68A3-42DF-B1F1-A6C1D56026DD}" type="presParOf" srcId="{736EAE45-42A0-4703-9C36-536035077E06}" destId="{DE8B221A-366B-4A97-91E5-5A5E923E3E54}" srcOrd="2" destOrd="0" presId="urn:microsoft.com/office/officeart/2005/8/layout/hierarchy6"/>
    <dgm:cxn modelId="{BBD69982-A904-4AA7-AB83-049A720B9C7F}" type="presParOf" srcId="{736EAE45-42A0-4703-9C36-536035077E06}" destId="{A9598DE1-CCF9-4CAD-88EB-ADF2E0998AB9}" srcOrd="3" destOrd="0" presId="urn:microsoft.com/office/officeart/2005/8/layout/hierarchy6"/>
    <dgm:cxn modelId="{AC1357CB-AA04-4805-9516-00634086078F}" type="presParOf" srcId="{A9598DE1-CCF9-4CAD-88EB-ADF2E0998AB9}" destId="{F1C73713-1556-4F08-BDD9-85E147B092AD}" srcOrd="0" destOrd="0" presId="urn:microsoft.com/office/officeart/2005/8/layout/hierarchy6"/>
    <dgm:cxn modelId="{CD4C1F8A-7036-4A1D-8D44-696AEFEE32C0}" type="presParOf" srcId="{A9598DE1-CCF9-4CAD-88EB-ADF2E0998AB9}" destId="{51CB4CF7-C047-4054-B543-A68EDB2894C5}" srcOrd="1" destOrd="0" presId="urn:microsoft.com/office/officeart/2005/8/layout/hierarchy6"/>
    <dgm:cxn modelId="{81ABD879-F943-4D1D-9987-16B294AB6237}" type="presParOf" srcId="{89907092-6776-4929-8DD9-BF5F707E176B}" destId="{5C44CE51-61EF-4415-AACB-AA598969C22E}" srcOrd="1" destOrd="0" presId="urn:microsoft.com/office/officeart/2005/8/layout/hierarchy6"/>
  </dgm:cxnLst>
  <dgm:bg>
    <a:noFill/>
  </dgm:bg>
  <dgm:whole/>
  <dgm:extLst>
    <a:ext uri="http://schemas.microsoft.com/office/drawing/2008/diagram">
      <dsp:dataModelExt xmlns="" xmlns:dsp="http://schemas.microsoft.com/office/drawing/2008/diagram" relId="rId11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E0B93AFB-B428-4F12-8DF3-9A188EADC7C8}" type="doc">
      <dgm:prSet loTypeId="urn:microsoft.com/office/officeart/2005/8/layout/vList2" loCatId="list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pPr latinLnBrk="1"/>
          <a:endParaRPr lang="ko-KR" altLang="en-US"/>
        </a:p>
      </dgm:t>
    </dgm:pt>
    <dgm:pt modelId="{7BEF08F2-6BC6-454C-84A3-90745F53C4D3}">
      <dgm:prSet phldrT="[텍스트]"/>
      <dgm:spPr/>
      <dgm:t>
        <a:bodyPr/>
        <a:lstStyle/>
        <a:p>
          <a:pPr latinLnBrk="1"/>
          <a:r>
            <a:rPr lang="ko-KR" altLang="en-US" smtClean="0"/>
            <a:t>미국의 명품 가방</a:t>
          </a:r>
          <a:r>
            <a:rPr lang="en-US" altLang="ko-KR" smtClean="0"/>
            <a:t>, </a:t>
          </a:r>
          <a:r>
            <a:rPr lang="ko-KR" altLang="en-US" smtClean="0"/>
            <a:t>핸드백 등 </a:t>
          </a:r>
          <a:r>
            <a:rPr lang="ko-KR" altLang="en-US" err="1" smtClean="0"/>
            <a:t>렌탈</a:t>
          </a:r>
          <a:r>
            <a:rPr lang="ko-KR" altLang="en-US" smtClean="0"/>
            <a:t> 서비스</a:t>
          </a:r>
          <a:endParaRPr lang="ko-KR" altLang="en-US"/>
        </a:p>
      </dgm:t>
    </dgm:pt>
    <dgm:pt modelId="{877D17BA-2B42-40DE-905F-89C664F30DD9}" type="parTrans" cxnId="{0DD345CF-1259-4751-8B3E-6DBF51AFCF2D}">
      <dgm:prSet/>
      <dgm:spPr/>
      <dgm:t>
        <a:bodyPr/>
        <a:lstStyle/>
        <a:p>
          <a:pPr latinLnBrk="1"/>
          <a:endParaRPr lang="ko-KR" altLang="en-US"/>
        </a:p>
      </dgm:t>
    </dgm:pt>
    <dgm:pt modelId="{A11DBC7F-9EC4-4FBA-BFAA-66D09F0250D7}" type="sibTrans" cxnId="{0DD345CF-1259-4751-8B3E-6DBF51AFCF2D}">
      <dgm:prSet/>
      <dgm:spPr/>
      <dgm:t>
        <a:bodyPr/>
        <a:lstStyle/>
        <a:p>
          <a:pPr latinLnBrk="1"/>
          <a:endParaRPr lang="ko-KR" altLang="en-US"/>
        </a:p>
      </dgm:t>
    </dgm:pt>
    <dgm:pt modelId="{85FCE757-600A-440E-8E90-F22D11613A4E}">
      <dgm:prSet phldrT="[텍스트]"/>
      <dgm:spPr/>
      <dgm:t>
        <a:bodyPr/>
        <a:lstStyle/>
        <a:p>
          <a:pPr latinLnBrk="1"/>
          <a:r>
            <a:rPr lang="ko-KR" altLang="en-US" b="0" i="0" smtClean="0"/>
            <a:t>여성 소비자들이 열광하는 각종 브랜드의 명품 가방들을 월 단위로 빌려주는 </a:t>
          </a:r>
          <a:r>
            <a:rPr lang="ko-KR" altLang="en-US" b="0" i="0" err="1" smtClean="0"/>
            <a:t>렌탈</a:t>
          </a:r>
          <a:r>
            <a:rPr lang="ko-KR" altLang="en-US" b="0" i="0" smtClean="0"/>
            <a:t> 서비스는 한 달 </a:t>
          </a:r>
          <a:r>
            <a:rPr lang="en-US" altLang="ko-KR" b="0" i="0" smtClean="0"/>
            <a:t>100 ~ 500</a:t>
          </a:r>
          <a:r>
            <a:rPr lang="ko-KR" altLang="en-US" b="0" i="0" smtClean="0"/>
            <a:t>달러 정도의 비용으로 체험해 볼 수 있도록 돕고 있다</a:t>
          </a:r>
          <a:r>
            <a:rPr lang="en-US" altLang="ko-KR" b="0" i="0" smtClean="0"/>
            <a:t>.</a:t>
          </a:r>
          <a:endParaRPr lang="ko-KR" altLang="en-US"/>
        </a:p>
      </dgm:t>
    </dgm:pt>
    <dgm:pt modelId="{BBDBD8E7-1A99-44F3-B7A7-0B7F29F8C71D}" type="parTrans" cxnId="{76689947-3BA7-486D-B7EB-BC19744D63E4}">
      <dgm:prSet/>
      <dgm:spPr/>
      <dgm:t>
        <a:bodyPr/>
        <a:lstStyle/>
        <a:p>
          <a:pPr latinLnBrk="1"/>
          <a:endParaRPr lang="ko-KR" altLang="en-US"/>
        </a:p>
      </dgm:t>
    </dgm:pt>
    <dgm:pt modelId="{5C358E48-2FC8-4C76-9857-1095BE384C81}" type="sibTrans" cxnId="{76689947-3BA7-486D-B7EB-BC19744D63E4}">
      <dgm:prSet/>
      <dgm:spPr/>
      <dgm:t>
        <a:bodyPr/>
        <a:lstStyle/>
        <a:p>
          <a:pPr latinLnBrk="1"/>
          <a:endParaRPr lang="ko-KR" altLang="en-US"/>
        </a:p>
      </dgm:t>
    </dgm:pt>
    <dgm:pt modelId="{E780D62E-D952-49D0-B0FC-1444130F90C4}">
      <dgm:prSet phldrT="[텍스트]"/>
      <dgm:spPr/>
      <dgm:t>
        <a:bodyPr/>
        <a:lstStyle/>
        <a:p>
          <a:pPr latinLnBrk="1"/>
          <a:r>
            <a:rPr lang="ko-KR" altLang="en-US" smtClean="0"/>
            <a:t>인천지역 </a:t>
          </a:r>
          <a:r>
            <a:rPr lang="ko-KR" altLang="en-US" err="1" smtClean="0"/>
            <a:t>렌탈</a:t>
          </a:r>
          <a:r>
            <a:rPr lang="ko-KR" altLang="en-US" smtClean="0"/>
            <a:t> 업체 </a:t>
          </a:r>
          <a:r>
            <a:rPr lang="en-US" altLang="ko-KR" smtClean="0"/>
            <a:t>3~4</a:t>
          </a:r>
          <a:r>
            <a:rPr lang="ko-KR" altLang="en-US" smtClean="0"/>
            <a:t>곳 신설</a:t>
          </a:r>
          <a:endParaRPr lang="ko-KR" altLang="en-US"/>
        </a:p>
      </dgm:t>
    </dgm:pt>
    <dgm:pt modelId="{9E1D3ED2-D1AB-4213-940B-5718DAD0C7FD}" type="parTrans" cxnId="{D8AE5BD7-1655-44C2-8BAD-29AE5DC5715B}">
      <dgm:prSet/>
      <dgm:spPr/>
      <dgm:t>
        <a:bodyPr/>
        <a:lstStyle/>
        <a:p>
          <a:pPr latinLnBrk="1"/>
          <a:endParaRPr lang="ko-KR" altLang="en-US"/>
        </a:p>
      </dgm:t>
    </dgm:pt>
    <dgm:pt modelId="{009647A3-88D9-4401-A24B-CBB8CF589715}" type="sibTrans" cxnId="{D8AE5BD7-1655-44C2-8BAD-29AE5DC5715B}">
      <dgm:prSet/>
      <dgm:spPr/>
      <dgm:t>
        <a:bodyPr/>
        <a:lstStyle/>
        <a:p>
          <a:pPr latinLnBrk="1"/>
          <a:endParaRPr lang="ko-KR" altLang="en-US"/>
        </a:p>
      </dgm:t>
    </dgm:pt>
    <dgm:pt modelId="{861043F7-192D-4615-BD8F-61A8E0E1F4FF}">
      <dgm:prSet phldrT="[텍스트]"/>
      <dgm:spPr/>
      <dgm:t>
        <a:bodyPr/>
        <a:lstStyle/>
        <a:p>
          <a:pPr latinLnBrk="1"/>
          <a:r>
            <a:rPr lang="ko-KR" altLang="en-US" b="0" i="0" smtClean="0"/>
            <a:t>이 가게의 주요 고객층은 바로 주부다</a:t>
          </a:r>
          <a:r>
            <a:rPr lang="en-US" altLang="ko-KR" b="0" i="0" smtClean="0"/>
            <a:t>. </a:t>
          </a:r>
          <a:r>
            <a:rPr lang="ko-KR" altLang="en-US" b="0" i="0" smtClean="0"/>
            <a:t>전체 소비자의 </a:t>
          </a:r>
          <a:r>
            <a:rPr lang="en-US" altLang="ko-KR" b="0" i="0" smtClean="0"/>
            <a:t>90%</a:t>
          </a:r>
          <a:r>
            <a:rPr lang="ko-KR" altLang="en-US" b="0" i="0" smtClean="0"/>
            <a:t>가 송도 신도시와 인근 논현동 일대에 사는 </a:t>
          </a:r>
          <a:r>
            <a:rPr lang="en-US" altLang="ko-KR" b="0" i="0" smtClean="0"/>
            <a:t>30</a:t>
          </a:r>
          <a:r>
            <a:rPr lang="ko-KR" altLang="en-US" b="0" i="0" smtClean="0"/>
            <a:t>대 여성이 차지하고 있다</a:t>
          </a:r>
          <a:r>
            <a:rPr lang="en-US" altLang="ko-KR" b="0" i="0" smtClean="0"/>
            <a:t>. </a:t>
          </a:r>
          <a:r>
            <a:rPr lang="ko-KR" altLang="en-US" b="0" i="0" smtClean="0"/>
            <a:t>비교적 소득이 높은 지역에서도 </a:t>
          </a:r>
          <a:r>
            <a:rPr lang="ko-KR" altLang="en-US" b="0" i="0" err="1" smtClean="0"/>
            <a:t>가사비</a:t>
          </a:r>
          <a:r>
            <a:rPr lang="ko-KR" altLang="en-US" b="0" i="0" smtClean="0"/>
            <a:t> 지출이 많은 주부들이 본인의 겉치레를 위해 고가의 명품을 사는 것보다 주요 행사가 있을 때 제품을 잠깐 빌려서 사용하는 사람들이 다수다</a:t>
          </a:r>
          <a:r>
            <a:rPr lang="en-US" altLang="ko-KR" b="0" i="0" smtClean="0"/>
            <a:t>.</a:t>
          </a:r>
          <a:endParaRPr lang="ko-KR" altLang="en-US"/>
        </a:p>
      </dgm:t>
    </dgm:pt>
    <dgm:pt modelId="{C69FBEEB-986F-4E44-B130-2FE6C9B9D847}" type="parTrans" cxnId="{46732DC4-8BD4-45C8-9F8A-9593375F6285}">
      <dgm:prSet/>
      <dgm:spPr/>
      <dgm:t>
        <a:bodyPr/>
        <a:lstStyle/>
        <a:p>
          <a:pPr latinLnBrk="1"/>
          <a:endParaRPr lang="ko-KR" altLang="en-US"/>
        </a:p>
      </dgm:t>
    </dgm:pt>
    <dgm:pt modelId="{D4BD4671-FF99-4AB1-BAD6-FB633136299A}" type="sibTrans" cxnId="{46732DC4-8BD4-45C8-9F8A-9593375F6285}">
      <dgm:prSet/>
      <dgm:spPr/>
      <dgm:t>
        <a:bodyPr/>
        <a:lstStyle/>
        <a:p>
          <a:pPr latinLnBrk="1"/>
          <a:endParaRPr lang="ko-KR" altLang="en-US"/>
        </a:p>
      </dgm:t>
    </dgm:pt>
    <dgm:pt modelId="{0CFE4529-ED87-498B-A837-754D87848AC5}">
      <dgm:prSet phldrT="[텍스트]"/>
      <dgm:spPr/>
      <dgm:t>
        <a:bodyPr/>
        <a:lstStyle/>
        <a:p>
          <a:pPr latinLnBrk="1"/>
          <a:endParaRPr lang="ko-KR" altLang="en-US"/>
        </a:p>
      </dgm:t>
    </dgm:pt>
    <dgm:pt modelId="{0CBDCE19-6BE7-4BE4-B67E-3387E2280C01}" type="parTrans" cxnId="{BAF54543-73E8-490C-BC3D-A2891AAB920A}">
      <dgm:prSet/>
      <dgm:spPr/>
      <dgm:t>
        <a:bodyPr/>
        <a:lstStyle/>
        <a:p>
          <a:pPr latinLnBrk="1"/>
          <a:endParaRPr lang="ko-KR" altLang="en-US"/>
        </a:p>
      </dgm:t>
    </dgm:pt>
    <dgm:pt modelId="{79EF7AA2-2321-4F77-8F5F-0A584C682915}" type="sibTrans" cxnId="{BAF54543-73E8-490C-BC3D-A2891AAB920A}">
      <dgm:prSet/>
      <dgm:spPr/>
      <dgm:t>
        <a:bodyPr/>
        <a:lstStyle/>
        <a:p>
          <a:pPr latinLnBrk="1"/>
          <a:endParaRPr lang="ko-KR" altLang="en-US"/>
        </a:p>
      </dgm:t>
    </dgm:pt>
    <dgm:pt modelId="{D4E714B7-BB44-4B3E-B97F-BDF084C690D6}">
      <dgm:prSet phldrT="[텍스트]"/>
      <dgm:spPr/>
      <dgm:t>
        <a:bodyPr/>
        <a:lstStyle/>
        <a:p>
          <a:pPr latinLnBrk="1"/>
          <a:endParaRPr lang="ko-KR" altLang="en-US"/>
        </a:p>
      </dgm:t>
    </dgm:pt>
    <dgm:pt modelId="{DAB192C9-31F9-4C41-92B8-285250E84EEE}" type="parTrans" cxnId="{150ED4EC-80B1-4D75-B2CE-1887643FF8E4}">
      <dgm:prSet/>
      <dgm:spPr/>
      <dgm:t>
        <a:bodyPr/>
        <a:lstStyle/>
        <a:p>
          <a:pPr latinLnBrk="1"/>
          <a:endParaRPr lang="ko-KR" altLang="en-US"/>
        </a:p>
      </dgm:t>
    </dgm:pt>
    <dgm:pt modelId="{057D983E-1CE8-42E3-94D8-9B710CBFE274}" type="sibTrans" cxnId="{150ED4EC-80B1-4D75-B2CE-1887643FF8E4}">
      <dgm:prSet/>
      <dgm:spPr/>
      <dgm:t>
        <a:bodyPr/>
        <a:lstStyle/>
        <a:p>
          <a:pPr latinLnBrk="1"/>
          <a:endParaRPr lang="ko-KR" altLang="en-US"/>
        </a:p>
      </dgm:t>
    </dgm:pt>
    <dgm:pt modelId="{4CC8C10E-DD1A-49AC-9995-36D3BC00C9C6}">
      <dgm:prSet phldrT="[텍스트]"/>
      <dgm:spPr/>
      <dgm:t>
        <a:bodyPr/>
        <a:lstStyle/>
        <a:p>
          <a:pPr latinLnBrk="1"/>
          <a:r>
            <a:rPr lang="ko-KR" altLang="en-US" b="0" i="0" smtClean="0"/>
            <a:t>인천 </a:t>
          </a:r>
          <a:r>
            <a:rPr lang="ko-KR" altLang="en-US" b="0" i="0" err="1" smtClean="0"/>
            <a:t>구월동에</a:t>
          </a:r>
          <a:r>
            <a:rPr lang="ko-KR" altLang="en-US" b="0" i="0" smtClean="0"/>
            <a:t> 위치한 상가 명품 </a:t>
          </a:r>
          <a:r>
            <a:rPr lang="ko-KR" altLang="en-US" b="0" i="0" err="1" smtClean="0"/>
            <a:t>렌탈숍은</a:t>
          </a:r>
          <a:r>
            <a:rPr lang="ko-KR" altLang="en-US" b="0" i="0" smtClean="0"/>
            <a:t> 샤넬</a:t>
          </a:r>
          <a:r>
            <a:rPr lang="en-US" altLang="ko-KR" b="0" i="0" smtClean="0"/>
            <a:t>, </a:t>
          </a:r>
          <a:r>
            <a:rPr lang="ko-KR" altLang="en-US" b="0" i="0" err="1" smtClean="0"/>
            <a:t>구찌</a:t>
          </a:r>
          <a:r>
            <a:rPr lang="en-US" altLang="ko-KR" b="0" i="0" smtClean="0"/>
            <a:t>, </a:t>
          </a:r>
          <a:r>
            <a:rPr lang="ko-KR" altLang="en-US" b="0" i="0" err="1" smtClean="0"/>
            <a:t>에르메스</a:t>
          </a:r>
          <a:r>
            <a:rPr lang="en-US" altLang="ko-KR" b="0" i="0" smtClean="0"/>
            <a:t>, </a:t>
          </a:r>
          <a:r>
            <a:rPr lang="ko-KR" altLang="en-US" b="0" i="0" err="1" smtClean="0"/>
            <a:t>프라다</a:t>
          </a:r>
          <a:r>
            <a:rPr lang="en-US" altLang="ko-KR" b="0" i="0" smtClean="0"/>
            <a:t>, </a:t>
          </a:r>
          <a:r>
            <a:rPr lang="ko-KR" altLang="en-US" b="0" i="0" err="1" smtClean="0"/>
            <a:t>루이비통</a:t>
          </a:r>
          <a:r>
            <a:rPr lang="ko-KR" altLang="en-US" b="0" i="0" smtClean="0"/>
            <a:t> 등의 브랜드를 포함해 총 </a:t>
          </a:r>
          <a:r>
            <a:rPr lang="en-US" altLang="ko-KR" b="0" i="0" smtClean="0"/>
            <a:t>40</a:t>
          </a:r>
          <a:r>
            <a:rPr lang="ko-KR" altLang="en-US" b="0" i="0" err="1" smtClean="0"/>
            <a:t>여개의</a:t>
          </a:r>
          <a:r>
            <a:rPr lang="ko-KR" altLang="en-US" b="0" i="0" smtClean="0"/>
            <a:t> 명품 가방을 대여</a:t>
          </a:r>
          <a:r>
            <a:rPr lang="en-US" altLang="ko-KR" b="0" i="0" smtClean="0"/>
            <a:t>·</a:t>
          </a:r>
          <a:r>
            <a:rPr lang="ko-KR" altLang="en-US" b="0" i="0" smtClean="0"/>
            <a:t>판매한다</a:t>
          </a:r>
          <a:r>
            <a:rPr lang="en-US" altLang="ko-KR" b="0" i="0" smtClean="0"/>
            <a:t>. </a:t>
          </a:r>
          <a:r>
            <a:rPr lang="ko-KR" altLang="en-US" b="0" i="0" smtClean="0"/>
            <a:t>더불어</a:t>
          </a:r>
          <a:r>
            <a:rPr lang="en-US" altLang="ko-KR" b="0" i="0" smtClean="0"/>
            <a:t>, </a:t>
          </a:r>
          <a:r>
            <a:rPr lang="ko-KR" altLang="en-US" b="0" i="0" err="1" smtClean="0"/>
            <a:t>송도동에</a:t>
          </a:r>
          <a:r>
            <a:rPr lang="ko-KR" altLang="en-US" b="0" i="0" smtClean="0"/>
            <a:t> 위치한 다른 명품 </a:t>
          </a:r>
          <a:r>
            <a:rPr lang="ko-KR" altLang="en-US" b="0" i="0" err="1" smtClean="0"/>
            <a:t>대여숍에는</a:t>
          </a:r>
          <a:r>
            <a:rPr lang="ko-KR" altLang="en-US" b="0" i="0" smtClean="0"/>
            <a:t> </a:t>
          </a:r>
          <a:r>
            <a:rPr lang="en-US" altLang="ko-KR" b="0" i="0" smtClean="0"/>
            <a:t>100</a:t>
          </a:r>
          <a:r>
            <a:rPr lang="ko-KR" altLang="en-US" b="0" i="0" err="1" smtClean="0"/>
            <a:t>여개</a:t>
          </a:r>
          <a:r>
            <a:rPr lang="ko-KR" altLang="en-US" b="0" i="0" smtClean="0"/>
            <a:t> 이상의 가방과 지갑</a:t>
          </a:r>
          <a:r>
            <a:rPr lang="en-US" altLang="ko-KR" b="0" i="0" smtClean="0"/>
            <a:t>, </a:t>
          </a:r>
          <a:r>
            <a:rPr lang="ko-KR" altLang="en-US" b="0" i="0" smtClean="0"/>
            <a:t>의류</a:t>
          </a:r>
          <a:r>
            <a:rPr lang="en-US" altLang="ko-KR" b="0" i="0" smtClean="0"/>
            <a:t>, </a:t>
          </a:r>
          <a:r>
            <a:rPr lang="ko-KR" altLang="en-US" b="0" i="0" smtClean="0"/>
            <a:t>신발 등의 제품을 보유하고 있다</a:t>
          </a:r>
          <a:endParaRPr lang="ko-KR" altLang="en-US"/>
        </a:p>
      </dgm:t>
    </dgm:pt>
    <dgm:pt modelId="{72E33A6B-5C49-4C66-82D0-6D68A8B94078}" type="parTrans" cxnId="{023AEA6F-4B31-4FC8-B961-D2FF833A8762}">
      <dgm:prSet/>
      <dgm:spPr/>
      <dgm:t>
        <a:bodyPr/>
        <a:lstStyle/>
        <a:p>
          <a:pPr latinLnBrk="1"/>
          <a:endParaRPr lang="ko-KR" altLang="en-US"/>
        </a:p>
      </dgm:t>
    </dgm:pt>
    <dgm:pt modelId="{5F311DFC-AB01-4D14-BBE4-65C893E7E190}" type="sibTrans" cxnId="{023AEA6F-4B31-4FC8-B961-D2FF833A8762}">
      <dgm:prSet/>
      <dgm:spPr/>
      <dgm:t>
        <a:bodyPr/>
        <a:lstStyle/>
        <a:p>
          <a:pPr latinLnBrk="1"/>
          <a:endParaRPr lang="ko-KR" altLang="en-US"/>
        </a:p>
      </dgm:t>
    </dgm:pt>
    <dgm:pt modelId="{B01A87B2-5F68-45DD-AEC8-C169EF1DF934}">
      <dgm:prSet phldrT="[텍스트]"/>
      <dgm:spPr/>
      <dgm:t>
        <a:bodyPr/>
        <a:lstStyle/>
        <a:p>
          <a:pPr latinLnBrk="1"/>
          <a:r>
            <a:rPr lang="ko-KR" altLang="en-US" b="0" i="0" err="1" smtClean="0"/>
            <a:t>렌탈뿐</a:t>
          </a:r>
          <a:r>
            <a:rPr lang="ko-KR" altLang="en-US" b="0" i="0" smtClean="0"/>
            <a:t> 아니라 일부 품목은 중고 판매도 하고 있어 매우 저렴한 가격으로 명품을 구매할 수도 있고</a:t>
          </a:r>
          <a:r>
            <a:rPr lang="en-US" altLang="ko-KR" b="0" i="0" smtClean="0"/>
            <a:t>, </a:t>
          </a:r>
          <a:r>
            <a:rPr lang="ko-KR" altLang="en-US" b="0" i="0" smtClean="0"/>
            <a:t>가방을 판매 할 수 도 있다</a:t>
          </a:r>
          <a:r>
            <a:rPr lang="en-US" altLang="ko-KR" b="0" i="0" smtClean="0"/>
            <a:t>. </a:t>
          </a:r>
          <a:r>
            <a:rPr lang="ko-KR" altLang="en-US" b="0" i="0" smtClean="0"/>
            <a:t>또한</a:t>
          </a:r>
          <a:r>
            <a:rPr lang="en-US" altLang="ko-KR" b="0" i="0" smtClean="0"/>
            <a:t>,</a:t>
          </a:r>
          <a:r>
            <a:rPr lang="ko-KR" altLang="en-US" b="0" i="0" smtClean="0"/>
            <a:t> </a:t>
          </a:r>
          <a:r>
            <a:rPr lang="ko-KR" altLang="en-US" b="0" i="0" err="1" smtClean="0"/>
            <a:t>렌탈로</a:t>
          </a:r>
          <a:r>
            <a:rPr lang="ko-KR" altLang="en-US" b="0" i="0" smtClean="0"/>
            <a:t> 사용된 제품을 구입 할 수 도 있으며 소비자가 소유하고 있는 가방을 판매 할 수 도 있다</a:t>
          </a:r>
          <a:r>
            <a:rPr lang="en-US" altLang="ko-KR" b="0" i="0" smtClean="0"/>
            <a:t>. </a:t>
          </a:r>
          <a:endParaRPr lang="ko-KR" altLang="en-US"/>
        </a:p>
      </dgm:t>
    </dgm:pt>
    <dgm:pt modelId="{F94589EC-DF90-4DA6-9BF1-639CF83B3AFF}" type="sibTrans" cxnId="{AE40F4CC-BAE0-4975-A99D-484F2B99DD09}">
      <dgm:prSet/>
      <dgm:spPr/>
      <dgm:t>
        <a:bodyPr/>
        <a:lstStyle/>
        <a:p>
          <a:pPr latinLnBrk="1"/>
          <a:endParaRPr lang="ko-KR" altLang="en-US"/>
        </a:p>
      </dgm:t>
    </dgm:pt>
    <dgm:pt modelId="{F2246303-0654-4D28-86BE-B8F4AFB4CE93}" type="parTrans" cxnId="{AE40F4CC-BAE0-4975-A99D-484F2B99DD09}">
      <dgm:prSet/>
      <dgm:spPr/>
      <dgm:t>
        <a:bodyPr/>
        <a:lstStyle/>
        <a:p>
          <a:pPr latinLnBrk="1"/>
          <a:endParaRPr lang="ko-KR" altLang="en-US"/>
        </a:p>
      </dgm:t>
    </dgm:pt>
    <dgm:pt modelId="{0843A783-722E-4842-AE51-11D0CA7BA4CC}" type="pres">
      <dgm:prSet presAssocID="{E0B93AFB-B428-4F12-8DF3-9A188EADC7C8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A4C587B2-A839-44D1-985B-11EA9DE5DA93}" type="pres">
      <dgm:prSet presAssocID="{7BEF08F2-6BC6-454C-84A3-90745F53C4D3}" presName="parentText" presStyleLbl="node1" presStyleIdx="0" presStyleCnt="2">
        <dgm:presLayoutVars>
          <dgm:chMax val="0"/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7CF96205-A2C8-4B1F-90D2-DB60C4457FAA}" type="pres">
      <dgm:prSet presAssocID="{7BEF08F2-6BC6-454C-84A3-90745F53C4D3}" presName="childText" presStyleLbl="revTx" presStyleIdx="0" presStyleCnt="2">
        <dgm:presLayoutVars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75F8BB08-B557-4E8B-BDD7-C77FD58361F2}" type="pres">
      <dgm:prSet presAssocID="{E780D62E-D952-49D0-B0FC-1444130F90C4}" presName="parentText" presStyleLbl="node1" presStyleIdx="1" presStyleCnt="2">
        <dgm:presLayoutVars>
          <dgm:chMax val="0"/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D3D0C041-6D8B-42F6-A45A-9309B6273278}" type="pres">
      <dgm:prSet presAssocID="{E780D62E-D952-49D0-B0FC-1444130F90C4}" presName="childText" presStyleLbl="revTx" presStyleIdx="1" presStyleCnt="2">
        <dgm:presLayoutVars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</dgm:ptLst>
  <dgm:cxnLst>
    <dgm:cxn modelId="{AE40F4CC-BAE0-4975-A99D-484F2B99DD09}" srcId="{7BEF08F2-6BC6-454C-84A3-90745F53C4D3}" destId="{B01A87B2-5F68-45DD-AEC8-C169EF1DF934}" srcOrd="2" destOrd="0" parTransId="{F2246303-0654-4D28-86BE-B8F4AFB4CE93}" sibTransId="{F94589EC-DF90-4DA6-9BF1-639CF83B3AFF}"/>
    <dgm:cxn modelId="{9B88939A-3CCD-4110-8D1C-B8F3C930E700}" type="presOf" srcId="{0CFE4529-ED87-498B-A837-754D87848AC5}" destId="{7CF96205-A2C8-4B1F-90D2-DB60C4457FAA}" srcOrd="0" destOrd="1" presId="urn:microsoft.com/office/officeart/2005/8/layout/vList2"/>
    <dgm:cxn modelId="{150ED4EC-80B1-4D75-B2CE-1887643FF8E4}" srcId="{E780D62E-D952-49D0-B0FC-1444130F90C4}" destId="{D4E714B7-BB44-4B3E-B97F-BDF084C690D6}" srcOrd="1" destOrd="0" parTransId="{DAB192C9-31F9-4C41-92B8-285250E84EEE}" sibTransId="{057D983E-1CE8-42E3-94D8-9B710CBFE274}"/>
    <dgm:cxn modelId="{909392C2-74A1-461E-A2B2-0448BFFFDEFA}" type="presOf" srcId="{861043F7-192D-4615-BD8F-61A8E0E1F4FF}" destId="{D3D0C041-6D8B-42F6-A45A-9309B6273278}" srcOrd="0" destOrd="2" presId="urn:microsoft.com/office/officeart/2005/8/layout/vList2"/>
    <dgm:cxn modelId="{BAF54543-73E8-490C-BC3D-A2891AAB920A}" srcId="{7BEF08F2-6BC6-454C-84A3-90745F53C4D3}" destId="{0CFE4529-ED87-498B-A837-754D87848AC5}" srcOrd="1" destOrd="0" parTransId="{0CBDCE19-6BE7-4BE4-B67E-3387E2280C01}" sibTransId="{79EF7AA2-2321-4F77-8F5F-0A584C682915}"/>
    <dgm:cxn modelId="{81B943C7-E792-4C65-91D1-9B9186D39C7D}" type="presOf" srcId="{4CC8C10E-DD1A-49AC-9995-36D3BC00C9C6}" destId="{D3D0C041-6D8B-42F6-A45A-9309B6273278}" srcOrd="0" destOrd="0" presId="urn:microsoft.com/office/officeart/2005/8/layout/vList2"/>
    <dgm:cxn modelId="{76689947-3BA7-486D-B7EB-BC19744D63E4}" srcId="{7BEF08F2-6BC6-454C-84A3-90745F53C4D3}" destId="{85FCE757-600A-440E-8E90-F22D11613A4E}" srcOrd="0" destOrd="0" parTransId="{BBDBD8E7-1A99-44F3-B7A7-0B7F29F8C71D}" sibTransId="{5C358E48-2FC8-4C76-9857-1095BE384C81}"/>
    <dgm:cxn modelId="{023AEA6F-4B31-4FC8-B961-D2FF833A8762}" srcId="{E780D62E-D952-49D0-B0FC-1444130F90C4}" destId="{4CC8C10E-DD1A-49AC-9995-36D3BC00C9C6}" srcOrd="0" destOrd="0" parTransId="{72E33A6B-5C49-4C66-82D0-6D68A8B94078}" sibTransId="{5F311DFC-AB01-4D14-BBE4-65C893E7E190}"/>
    <dgm:cxn modelId="{846D1490-4EF3-4669-BD70-E0C3A9C35823}" type="presOf" srcId="{7BEF08F2-6BC6-454C-84A3-90745F53C4D3}" destId="{A4C587B2-A839-44D1-985B-11EA9DE5DA93}" srcOrd="0" destOrd="0" presId="urn:microsoft.com/office/officeart/2005/8/layout/vList2"/>
    <dgm:cxn modelId="{46732DC4-8BD4-45C8-9F8A-9593375F6285}" srcId="{E780D62E-D952-49D0-B0FC-1444130F90C4}" destId="{861043F7-192D-4615-BD8F-61A8E0E1F4FF}" srcOrd="2" destOrd="0" parTransId="{C69FBEEB-986F-4E44-B130-2FE6C9B9D847}" sibTransId="{D4BD4671-FF99-4AB1-BAD6-FB633136299A}"/>
    <dgm:cxn modelId="{981F825D-8D6E-457D-A138-64162EAD0235}" type="presOf" srcId="{D4E714B7-BB44-4B3E-B97F-BDF084C690D6}" destId="{D3D0C041-6D8B-42F6-A45A-9309B6273278}" srcOrd="0" destOrd="1" presId="urn:microsoft.com/office/officeart/2005/8/layout/vList2"/>
    <dgm:cxn modelId="{FD5E379A-7F65-4FBE-B130-97F29D877FC3}" type="presOf" srcId="{E0B93AFB-B428-4F12-8DF3-9A188EADC7C8}" destId="{0843A783-722E-4842-AE51-11D0CA7BA4CC}" srcOrd="0" destOrd="0" presId="urn:microsoft.com/office/officeart/2005/8/layout/vList2"/>
    <dgm:cxn modelId="{0C025DB1-0289-4D3B-9DA9-738AC524C3C8}" type="presOf" srcId="{E780D62E-D952-49D0-B0FC-1444130F90C4}" destId="{75F8BB08-B557-4E8B-BDD7-C77FD58361F2}" srcOrd="0" destOrd="0" presId="urn:microsoft.com/office/officeart/2005/8/layout/vList2"/>
    <dgm:cxn modelId="{BD9554F4-8372-4564-A8B7-291E83D9E4FE}" type="presOf" srcId="{B01A87B2-5F68-45DD-AEC8-C169EF1DF934}" destId="{7CF96205-A2C8-4B1F-90D2-DB60C4457FAA}" srcOrd="0" destOrd="2" presId="urn:microsoft.com/office/officeart/2005/8/layout/vList2"/>
    <dgm:cxn modelId="{0DD345CF-1259-4751-8B3E-6DBF51AFCF2D}" srcId="{E0B93AFB-B428-4F12-8DF3-9A188EADC7C8}" destId="{7BEF08F2-6BC6-454C-84A3-90745F53C4D3}" srcOrd="0" destOrd="0" parTransId="{877D17BA-2B42-40DE-905F-89C664F30DD9}" sibTransId="{A11DBC7F-9EC4-4FBA-BFAA-66D09F0250D7}"/>
    <dgm:cxn modelId="{D8AE5BD7-1655-44C2-8BAD-29AE5DC5715B}" srcId="{E0B93AFB-B428-4F12-8DF3-9A188EADC7C8}" destId="{E780D62E-D952-49D0-B0FC-1444130F90C4}" srcOrd="1" destOrd="0" parTransId="{9E1D3ED2-D1AB-4213-940B-5718DAD0C7FD}" sibTransId="{009647A3-88D9-4401-A24B-CBB8CF589715}"/>
    <dgm:cxn modelId="{1DA866B4-8DD5-4B4E-B4A4-3040DB0961AF}" type="presOf" srcId="{85FCE757-600A-440E-8E90-F22D11613A4E}" destId="{7CF96205-A2C8-4B1F-90D2-DB60C4457FAA}" srcOrd="0" destOrd="0" presId="urn:microsoft.com/office/officeart/2005/8/layout/vList2"/>
    <dgm:cxn modelId="{CE3DC60D-6BBA-4FDB-84E9-A5348734B372}" type="presParOf" srcId="{0843A783-722E-4842-AE51-11D0CA7BA4CC}" destId="{A4C587B2-A839-44D1-985B-11EA9DE5DA93}" srcOrd="0" destOrd="0" presId="urn:microsoft.com/office/officeart/2005/8/layout/vList2"/>
    <dgm:cxn modelId="{EC48E601-8818-4B11-B3BF-B19B62BF8173}" type="presParOf" srcId="{0843A783-722E-4842-AE51-11D0CA7BA4CC}" destId="{7CF96205-A2C8-4B1F-90D2-DB60C4457FAA}" srcOrd="1" destOrd="0" presId="urn:microsoft.com/office/officeart/2005/8/layout/vList2"/>
    <dgm:cxn modelId="{48D46DA9-C616-445C-A081-B8F34FA42729}" type="presParOf" srcId="{0843A783-722E-4842-AE51-11D0CA7BA4CC}" destId="{75F8BB08-B557-4E8B-BDD7-C77FD58361F2}" srcOrd="2" destOrd="0" presId="urn:microsoft.com/office/officeart/2005/8/layout/vList2"/>
    <dgm:cxn modelId="{DADF2407-B2EE-4E65-97AB-22F4374C4D55}" type="presParOf" srcId="{0843A783-722E-4842-AE51-11D0CA7BA4CC}" destId="{D3D0C041-6D8B-42F6-A45A-9309B6273278}" srcOrd="3" destOrd="0" presId="urn:microsoft.com/office/officeart/2005/8/layout/vList2"/>
  </dgm:cxnLst>
  <dgm:bg/>
  <dgm:whole/>
  <dgm:extLst>
    <a:ext uri="http://schemas.microsoft.com/office/drawing/2008/diagram">
      <dsp:dataModelExt xmlns=""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075D5853-9B5A-40B1-A67F-1346E7B0C3D7}" type="doc">
      <dgm:prSet loTypeId="urn:microsoft.com/office/officeart/2005/8/layout/chart3" loCatId="cycle" qsTypeId="urn:microsoft.com/office/officeart/2005/8/quickstyle/simple1" qsCatId="simple" csTypeId="urn:microsoft.com/office/officeart/2005/8/colors/accent1_2" csCatId="accent1" phldr="1"/>
      <dgm:spPr/>
    </dgm:pt>
    <dgm:pt modelId="{E88B9EDA-E772-43D6-9738-609169F5F60B}" type="pres">
      <dgm:prSet presAssocID="{075D5853-9B5A-40B1-A67F-1346E7B0C3D7}" presName="compositeShape" presStyleCnt="0">
        <dgm:presLayoutVars>
          <dgm:chMax val="7"/>
          <dgm:dir/>
          <dgm:resizeHandles val="exact"/>
        </dgm:presLayoutVars>
      </dgm:prSet>
      <dgm:spPr/>
    </dgm:pt>
  </dgm:ptLst>
  <dgm:cxnLst>
    <dgm:cxn modelId="{FBC3AC04-FC80-477B-B062-875189F2DA6E}" type="presOf" srcId="{075D5853-9B5A-40B1-A67F-1346E7B0C3D7}" destId="{E88B9EDA-E772-43D6-9738-609169F5F60B}" srcOrd="0" destOrd="0" presId="urn:microsoft.com/office/officeart/2005/8/layout/chart3"/>
  </dgm:cxnLst>
  <dgm:bg/>
  <dgm:whole/>
  <dgm:extLst>
    <a:ext uri="http://schemas.microsoft.com/office/drawing/2008/diagram">
      <dsp:dataModelExt xmlns=""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3530C6ED-B7DB-48F7-9A4C-063FF38D544A}" type="doc">
      <dgm:prSet loTypeId="urn:microsoft.com/office/officeart/2005/8/layout/matrix1" loCatId="matrix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pPr latinLnBrk="1"/>
          <a:endParaRPr lang="ko-KR" altLang="en-US"/>
        </a:p>
      </dgm:t>
    </dgm:pt>
    <dgm:pt modelId="{03F135B5-94B1-4E3D-951B-715965FF1234}">
      <dgm:prSet phldrT="[텍스트]"/>
      <dgm:spPr/>
      <dgm:t>
        <a:bodyPr/>
        <a:lstStyle/>
        <a:p>
          <a:pPr latinLnBrk="1"/>
          <a:r>
            <a:rPr lang="en-US" altLang="ko-KR" smtClean="0"/>
            <a:t>SWOT</a:t>
          </a:r>
          <a:endParaRPr lang="ko-KR" altLang="en-US"/>
        </a:p>
      </dgm:t>
    </dgm:pt>
    <dgm:pt modelId="{AAE3F0E5-6FCF-4A80-B99F-A7D65C6E63E9}" type="parTrans" cxnId="{9F2F0920-EBF8-45E8-B775-1C48F78E3D96}">
      <dgm:prSet/>
      <dgm:spPr/>
      <dgm:t>
        <a:bodyPr/>
        <a:lstStyle/>
        <a:p>
          <a:pPr latinLnBrk="1"/>
          <a:endParaRPr lang="ko-KR" altLang="en-US"/>
        </a:p>
      </dgm:t>
    </dgm:pt>
    <dgm:pt modelId="{1497A889-13F0-49D3-87A2-317438406A81}" type="sibTrans" cxnId="{9F2F0920-EBF8-45E8-B775-1C48F78E3D96}">
      <dgm:prSet/>
      <dgm:spPr/>
      <dgm:t>
        <a:bodyPr/>
        <a:lstStyle/>
        <a:p>
          <a:pPr latinLnBrk="1"/>
          <a:endParaRPr lang="ko-KR" altLang="en-US"/>
        </a:p>
      </dgm:t>
    </dgm:pt>
    <dgm:pt modelId="{D0E6D58F-A544-4B63-B650-7DDDB38DB484}">
      <dgm:prSet phldrT="[텍스트]"/>
      <dgm:spPr>
        <a:solidFill>
          <a:srgbClr val="0070C0"/>
        </a:solidFill>
      </dgm:spPr>
      <dgm:t>
        <a:bodyPr/>
        <a:lstStyle/>
        <a:p>
          <a:pPr latinLnBrk="1"/>
          <a:endParaRPr lang="ko-KR" altLang="en-US"/>
        </a:p>
      </dgm:t>
    </dgm:pt>
    <dgm:pt modelId="{6E293CE0-94D4-485E-97BE-4ABFCB536D09}" type="parTrans" cxnId="{3880CD88-C914-4797-A3F6-D772F2996B00}">
      <dgm:prSet/>
      <dgm:spPr/>
      <dgm:t>
        <a:bodyPr/>
        <a:lstStyle/>
        <a:p>
          <a:pPr latinLnBrk="1"/>
          <a:endParaRPr lang="ko-KR" altLang="en-US"/>
        </a:p>
      </dgm:t>
    </dgm:pt>
    <dgm:pt modelId="{5696BFBD-1C9D-4E26-A5A9-AB7006298729}" type="sibTrans" cxnId="{3880CD88-C914-4797-A3F6-D772F2996B00}">
      <dgm:prSet/>
      <dgm:spPr/>
      <dgm:t>
        <a:bodyPr/>
        <a:lstStyle/>
        <a:p>
          <a:pPr latinLnBrk="1"/>
          <a:endParaRPr lang="ko-KR" altLang="en-US"/>
        </a:p>
      </dgm:t>
    </dgm:pt>
    <dgm:pt modelId="{52ECBBBD-BFF8-4720-8D2A-ACA6B6796A12}">
      <dgm:prSet phldrT="[텍스트]"/>
      <dgm:spPr>
        <a:solidFill>
          <a:schemeClr val="accent6"/>
        </a:solidFill>
      </dgm:spPr>
      <dgm:t>
        <a:bodyPr/>
        <a:lstStyle/>
        <a:p>
          <a:pPr latinLnBrk="1"/>
          <a:endParaRPr lang="en-US" altLang="ko-KR" smtClean="0"/>
        </a:p>
      </dgm:t>
    </dgm:pt>
    <dgm:pt modelId="{538FF9AF-249B-49D0-8D3E-0FA43674D85D}" type="parTrans" cxnId="{19BF47DE-3384-452D-9D96-2D510D606BB5}">
      <dgm:prSet/>
      <dgm:spPr/>
      <dgm:t>
        <a:bodyPr/>
        <a:lstStyle/>
        <a:p>
          <a:pPr latinLnBrk="1"/>
          <a:endParaRPr lang="ko-KR" altLang="en-US"/>
        </a:p>
      </dgm:t>
    </dgm:pt>
    <dgm:pt modelId="{4FD6E664-D994-4FC9-B663-B9E94BF6CF20}" type="sibTrans" cxnId="{19BF47DE-3384-452D-9D96-2D510D606BB5}">
      <dgm:prSet/>
      <dgm:spPr/>
      <dgm:t>
        <a:bodyPr/>
        <a:lstStyle/>
        <a:p>
          <a:pPr latinLnBrk="1"/>
          <a:endParaRPr lang="ko-KR" altLang="en-US"/>
        </a:p>
      </dgm:t>
    </dgm:pt>
    <dgm:pt modelId="{6EA0CE6F-9315-4313-85CB-B21499DD6D31}">
      <dgm:prSet phldrT="[텍스트]"/>
      <dgm:spPr>
        <a:solidFill>
          <a:srgbClr val="00B050"/>
        </a:solidFill>
      </dgm:spPr>
      <dgm:t>
        <a:bodyPr/>
        <a:lstStyle/>
        <a:p>
          <a:pPr latinLnBrk="1"/>
          <a:endParaRPr lang="en-US" altLang="ko-KR" smtClean="0"/>
        </a:p>
      </dgm:t>
    </dgm:pt>
    <dgm:pt modelId="{246AF274-E2DB-4F90-BCA1-31FCB9CD7FF9}" type="parTrans" cxnId="{30A62E78-4CE9-4580-B4CE-38AB45EFAFFB}">
      <dgm:prSet/>
      <dgm:spPr/>
      <dgm:t>
        <a:bodyPr/>
        <a:lstStyle/>
        <a:p>
          <a:pPr latinLnBrk="1"/>
          <a:endParaRPr lang="ko-KR" altLang="en-US"/>
        </a:p>
      </dgm:t>
    </dgm:pt>
    <dgm:pt modelId="{B00735F5-73F4-4BDB-9F0F-23F36E912BB0}" type="sibTrans" cxnId="{30A62E78-4CE9-4580-B4CE-38AB45EFAFFB}">
      <dgm:prSet/>
      <dgm:spPr/>
      <dgm:t>
        <a:bodyPr/>
        <a:lstStyle/>
        <a:p>
          <a:pPr latinLnBrk="1"/>
          <a:endParaRPr lang="ko-KR" altLang="en-US"/>
        </a:p>
      </dgm:t>
    </dgm:pt>
    <dgm:pt modelId="{DE2E1DC7-A64C-461B-8370-5F29205845F2}">
      <dgm:prSet phldrT="[텍스트]"/>
      <dgm:spPr>
        <a:solidFill>
          <a:srgbClr val="EA0000"/>
        </a:solidFill>
      </dgm:spPr>
      <dgm:t>
        <a:bodyPr/>
        <a:lstStyle/>
        <a:p>
          <a:pPr latinLnBrk="1"/>
          <a:endParaRPr lang="ko-KR" altLang="en-US"/>
        </a:p>
      </dgm:t>
    </dgm:pt>
    <dgm:pt modelId="{41185C08-A3D4-4A28-B886-074825B279BE}" type="parTrans" cxnId="{A59B6C68-D497-4839-B885-AA115E488A32}">
      <dgm:prSet/>
      <dgm:spPr/>
      <dgm:t>
        <a:bodyPr/>
        <a:lstStyle/>
        <a:p>
          <a:pPr latinLnBrk="1"/>
          <a:endParaRPr lang="ko-KR" altLang="en-US"/>
        </a:p>
      </dgm:t>
    </dgm:pt>
    <dgm:pt modelId="{E93B2D0E-CD21-47C4-B75F-206B55160255}" type="sibTrans" cxnId="{A59B6C68-D497-4839-B885-AA115E488A32}">
      <dgm:prSet/>
      <dgm:spPr/>
      <dgm:t>
        <a:bodyPr/>
        <a:lstStyle/>
        <a:p>
          <a:pPr latinLnBrk="1"/>
          <a:endParaRPr lang="ko-KR" altLang="en-US"/>
        </a:p>
      </dgm:t>
    </dgm:pt>
    <dgm:pt modelId="{C31FF3A6-BAB2-4BDD-A47E-B71B7C832411}" type="pres">
      <dgm:prSet presAssocID="{3530C6ED-B7DB-48F7-9A4C-063FF38D544A}" presName="diagram" presStyleCnt="0">
        <dgm:presLayoutVars>
          <dgm:chMax val="1"/>
          <dgm:dir/>
          <dgm:animLvl val="ctr"/>
          <dgm:resizeHandles val="exact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B87B00C8-7256-4BE5-B085-DF04CE1ADD91}" type="pres">
      <dgm:prSet presAssocID="{3530C6ED-B7DB-48F7-9A4C-063FF38D544A}" presName="matrix" presStyleCnt="0"/>
      <dgm:spPr/>
    </dgm:pt>
    <dgm:pt modelId="{D2809499-0063-4EAE-8E37-1D27F145E3CA}" type="pres">
      <dgm:prSet presAssocID="{3530C6ED-B7DB-48F7-9A4C-063FF38D544A}" presName="tile1" presStyleLbl="node1" presStyleIdx="0" presStyleCnt="4"/>
      <dgm:spPr/>
      <dgm:t>
        <a:bodyPr/>
        <a:lstStyle/>
        <a:p>
          <a:pPr latinLnBrk="1"/>
          <a:endParaRPr lang="ko-KR" altLang="en-US"/>
        </a:p>
      </dgm:t>
    </dgm:pt>
    <dgm:pt modelId="{7E2A5887-9C58-45D0-89DE-9283B9406020}" type="pres">
      <dgm:prSet presAssocID="{3530C6ED-B7DB-48F7-9A4C-063FF38D544A}" presName="tile1text" presStyleLbl="node1" presStyleIdx="0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067FC61D-EB6C-4F89-9691-78B0CBA2712E}" type="pres">
      <dgm:prSet presAssocID="{3530C6ED-B7DB-48F7-9A4C-063FF38D544A}" presName="tile2" presStyleLbl="node1" presStyleIdx="1" presStyleCnt="4"/>
      <dgm:spPr/>
      <dgm:t>
        <a:bodyPr/>
        <a:lstStyle/>
        <a:p>
          <a:pPr latinLnBrk="1"/>
          <a:endParaRPr lang="ko-KR" altLang="en-US"/>
        </a:p>
      </dgm:t>
    </dgm:pt>
    <dgm:pt modelId="{87BBD2C6-C87A-4613-B0F9-7DAEC92264E8}" type="pres">
      <dgm:prSet presAssocID="{3530C6ED-B7DB-48F7-9A4C-063FF38D544A}" presName="tile2text" presStyleLbl="node1" presStyleIdx="1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10F932A6-ACE6-4C61-9CCD-8A3E710ECBF9}" type="pres">
      <dgm:prSet presAssocID="{3530C6ED-B7DB-48F7-9A4C-063FF38D544A}" presName="tile3" presStyleLbl="node1" presStyleIdx="2" presStyleCnt="4" custLinFactNeighborX="255" custLinFactNeighborY="2861"/>
      <dgm:spPr/>
      <dgm:t>
        <a:bodyPr/>
        <a:lstStyle/>
        <a:p>
          <a:pPr latinLnBrk="1"/>
          <a:endParaRPr lang="ko-KR" altLang="en-US"/>
        </a:p>
      </dgm:t>
    </dgm:pt>
    <dgm:pt modelId="{30E3D186-9F97-4617-8A24-FFE17D277BDB}" type="pres">
      <dgm:prSet presAssocID="{3530C6ED-B7DB-48F7-9A4C-063FF38D544A}" presName="tile3text" presStyleLbl="node1" presStyleIdx="2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31BAC4DB-1A23-4D48-9216-773CC64AED4B}" type="pres">
      <dgm:prSet presAssocID="{3530C6ED-B7DB-48F7-9A4C-063FF38D544A}" presName="tile4" presStyleLbl="node1" presStyleIdx="3" presStyleCnt="4"/>
      <dgm:spPr/>
      <dgm:t>
        <a:bodyPr/>
        <a:lstStyle/>
        <a:p>
          <a:pPr latinLnBrk="1"/>
          <a:endParaRPr lang="ko-KR" altLang="en-US"/>
        </a:p>
      </dgm:t>
    </dgm:pt>
    <dgm:pt modelId="{97D32D08-FEC9-4CD0-A939-D3F967630D23}" type="pres">
      <dgm:prSet presAssocID="{3530C6ED-B7DB-48F7-9A4C-063FF38D544A}" presName="tile4text" presStyleLbl="node1" presStyleIdx="3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9779724D-C839-482E-A34C-F4817F9D9E9D}" type="pres">
      <dgm:prSet presAssocID="{3530C6ED-B7DB-48F7-9A4C-063FF38D544A}" presName="centerTile" presStyleLbl="fgShp" presStyleIdx="0" presStyleCnt="1">
        <dgm:presLayoutVars>
          <dgm:chMax val="0"/>
          <dgm:chPref val="0"/>
        </dgm:presLayoutVars>
      </dgm:prSet>
      <dgm:spPr/>
      <dgm:t>
        <a:bodyPr/>
        <a:lstStyle/>
        <a:p>
          <a:pPr latinLnBrk="1"/>
          <a:endParaRPr lang="ko-KR" altLang="en-US"/>
        </a:p>
      </dgm:t>
    </dgm:pt>
  </dgm:ptLst>
  <dgm:cxnLst>
    <dgm:cxn modelId="{19BF47DE-3384-452D-9D96-2D510D606BB5}" srcId="{03F135B5-94B1-4E3D-951B-715965FF1234}" destId="{52ECBBBD-BFF8-4720-8D2A-ACA6B6796A12}" srcOrd="1" destOrd="0" parTransId="{538FF9AF-249B-49D0-8D3E-0FA43674D85D}" sibTransId="{4FD6E664-D994-4FC9-B663-B9E94BF6CF20}"/>
    <dgm:cxn modelId="{710021D1-2F51-4223-8888-65B649DA29C0}" type="presOf" srcId="{03F135B5-94B1-4E3D-951B-715965FF1234}" destId="{9779724D-C839-482E-A34C-F4817F9D9E9D}" srcOrd="0" destOrd="0" presId="urn:microsoft.com/office/officeart/2005/8/layout/matrix1"/>
    <dgm:cxn modelId="{330B376D-F5C0-459F-AE82-1EB1E572E141}" type="presOf" srcId="{6EA0CE6F-9315-4313-85CB-B21499DD6D31}" destId="{30E3D186-9F97-4617-8A24-FFE17D277BDB}" srcOrd="1" destOrd="0" presId="urn:microsoft.com/office/officeart/2005/8/layout/matrix1"/>
    <dgm:cxn modelId="{6193C6FD-1761-40DB-A6C2-D8A0D35DA8D6}" type="presOf" srcId="{DE2E1DC7-A64C-461B-8370-5F29205845F2}" destId="{97D32D08-FEC9-4CD0-A939-D3F967630D23}" srcOrd="1" destOrd="0" presId="urn:microsoft.com/office/officeart/2005/8/layout/matrix1"/>
    <dgm:cxn modelId="{53F32A1F-EA8D-4A8C-B6CE-1DBBA052642A}" type="presOf" srcId="{D0E6D58F-A544-4B63-B650-7DDDB38DB484}" destId="{D2809499-0063-4EAE-8E37-1D27F145E3CA}" srcOrd="0" destOrd="0" presId="urn:microsoft.com/office/officeart/2005/8/layout/matrix1"/>
    <dgm:cxn modelId="{3880CD88-C914-4797-A3F6-D772F2996B00}" srcId="{03F135B5-94B1-4E3D-951B-715965FF1234}" destId="{D0E6D58F-A544-4B63-B650-7DDDB38DB484}" srcOrd="0" destOrd="0" parTransId="{6E293CE0-94D4-485E-97BE-4ABFCB536D09}" sibTransId="{5696BFBD-1C9D-4E26-A5A9-AB7006298729}"/>
    <dgm:cxn modelId="{E71799A9-C523-43C4-96D0-33EF5B5458E9}" type="presOf" srcId="{52ECBBBD-BFF8-4720-8D2A-ACA6B6796A12}" destId="{067FC61D-EB6C-4F89-9691-78B0CBA2712E}" srcOrd="0" destOrd="0" presId="urn:microsoft.com/office/officeart/2005/8/layout/matrix1"/>
    <dgm:cxn modelId="{F24BB9B6-B8D2-46CD-BEBA-971838CAB242}" type="presOf" srcId="{52ECBBBD-BFF8-4720-8D2A-ACA6B6796A12}" destId="{87BBD2C6-C87A-4613-B0F9-7DAEC92264E8}" srcOrd="1" destOrd="0" presId="urn:microsoft.com/office/officeart/2005/8/layout/matrix1"/>
    <dgm:cxn modelId="{30A62E78-4CE9-4580-B4CE-38AB45EFAFFB}" srcId="{03F135B5-94B1-4E3D-951B-715965FF1234}" destId="{6EA0CE6F-9315-4313-85CB-B21499DD6D31}" srcOrd="2" destOrd="0" parTransId="{246AF274-E2DB-4F90-BCA1-31FCB9CD7FF9}" sibTransId="{B00735F5-73F4-4BDB-9F0F-23F36E912BB0}"/>
    <dgm:cxn modelId="{9F2F0920-EBF8-45E8-B775-1C48F78E3D96}" srcId="{3530C6ED-B7DB-48F7-9A4C-063FF38D544A}" destId="{03F135B5-94B1-4E3D-951B-715965FF1234}" srcOrd="0" destOrd="0" parTransId="{AAE3F0E5-6FCF-4A80-B99F-A7D65C6E63E9}" sibTransId="{1497A889-13F0-49D3-87A2-317438406A81}"/>
    <dgm:cxn modelId="{08EF417C-98F7-4927-A31B-B5483A6A0FFD}" type="presOf" srcId="{DE2E1DC7-A64C-461B-8370-5F29205845F2}" destId="{31BAC4DB-1A23-4D48-9216-773CC64AED4B}" srcOrd="0" destOrd="0" presId="urn:microsoft.com/office/officeart/2005/8/layout/matrix1"/>
    <dgm:cxn modelId="{BE71F9E9-1338-406E-89D1-FEAA521ECA7C}" type="presOf" srcId="{D0E6D58F-A544-4B63-B650-7DDDB38DB484}" destId="{7E2A5887-9C58-45D0-89DE-9283B9406020}" srcOrd="1" destOrd="0" presId="urn:microsoft.com/office/officeart/2005/8/layout/matrix1"/>
    <dgm:cxn modelId="{191E9046-D3AC-47DB-BF3B-39B3C0AFDE6F}" type="presOf" srcId="{3530C6ED-B7DB-48F7-9A4C-063FF38D544A}" destId="{C31FF3A6-BAB2-4BDD-A47E-B71B7C832411}" srcOrd="0" destOrd="0" presId="urn:microsoft.com/office/officeart/2005/8/layout/matrix1"/>
    <dgm:cxn modelId="{DE8E7F04-9A73-488A-9B02-3ED169B97D23}" type="presOf" srcId="{6EA0CE6F-9315-4313-85CB-B21499DD6D31}" destId="{10F932A6-ACE6-4C61-9CCD-8A3E710ECBF9}" srcOrd="0" destOrd="0" presId="urn:microsoft.com/office/officeart/2005/8/layout/matrix1"/>
    <dgm:cxn modelId="{A59B6C68-D497-4839-B885-AA115E488A32}" srcId="{03F135B5-94B1-4E3D-951B-715965FF1234}" destId="{DE2E1DC7-A64C-461B-8370-5F29205845F2}" srcOrd="3" destOrd="0" parTransId="{41185C08-A3D4-4A28-B886-074825B279BE}" sibTransId="{E93B2D0E-CD21-47C4-B75F-206B55160255}"/>
    <dgm:cxn modelId="{F59FC154-10FA-4E12-8DFF-2540F81BD1CB}" type="presParOf" srcId="{C31FF3A6-BAB2-4BDD-A47E-B71B7C832411}" destId="{B87B00C8-7256-4BE5-B085-DF04CE1ADD91}" srcOrd="0" destOrd="0" presId="urn:microsoft.com/office/officeart/2005/8/layout/matrix1"/>
    <dgm:cxn modelId="{5990B6D2-49F5-498E-A3A8-3EC0B0CCC822}" type="presParOf" srcId="{B87B00C8-7256-4BE5-B085-DF04CE1ADD91}" destId="{D2809499-0063-4EAE-8E37-1D27F145E3CA}" srcOrd="0" destOrd="0" presId="urn:microsoft.com/office/officeart/2005/8/layout/matrix1"/>
    <dgm:cxn modelId="{4218F058-E5E6-4974-803E-7C41EBB8AB23}" type="presParOf" srcId="{B87B00C8-7256-4BE5-B085-DF04CE1ADD91}" destId="{7E2A5887-9C58-45D0-89DE-9283B9406020}" srcOrd="1" destOrd="0" presId="urn:microsoft.com/office/officeart/2005/8/layout/matrix1"/>
    <dgm:cxn modelId="{B6C6376D-C27B-4B2B-9FD6-D035181C2A95}" type="presParOf" srcId="{B87B00C8-7256-4BE5-B085-DF04CE1ADD91}" destId="{067FC61D-EB6C-4F89-9691-78B0CBA2712E}" srcOrd="2" destOrd="0" presId="urn:microsoft.com/office/officeart/2005/8/layout/matrix1"/>
    <dgm:cxn modelId="{81FAD2FA-A0AD-42D7-A796-07B240C810C6}" type="presParOf" srcId="{B87B00C8-7256-4BE5-B085-DF04CE1ADD91}" destId="{87BBD2C6-C87A-4613-B0F9-7DAEC92264E8}" srcOrd="3" destOrd="0" presId="urn:microsoft.com/office/officeart/2005/8/layout/matrix1"/>
    <dgm:cxn modelId="{5F62151B-181A-488C-800C-45E832DA9C55}" type="presParOf" srcId="{B87B00C8-7256-4BE5-B085-DF04CE1ADD91}" destId="{10F932A6-ACE6-4C61-9CCD-8A3E710ECBF9}" srcOrd="4" destOrd="0" presId="urn:microsoft.com/office/officeart/2005/8/layout/matrix1"/>
    <dgm:cxn modelId="{26610F8A-6839-4EC8-9FCC-5990094CDF0A}" type="presParOf" srcId="{B87B00C8-7256-4BE5-B085-DF04CE1ADD91}" destId="{30E3D186-9F97-4617-8A24-FFE17D277BDB}" srcOrd="5" destOrd="0" presId="urn:microsoft.com/office/officeart/2005/8/layout/matrix1"/>
    <dgm:cxn modelId="{14A9EFDE-A9EB-4875-8EE8-8F267148E4A7}" type="presParOf" srcId="{B87B00C8-7256-4BE5-B085-DF04CE1ADD91}" destId="{31BAC4DB-1A23-4D48-9216-773CC64AED4B}" srcOrd="6" destOrd="0" presId="urn:microsoft.com/office/officeart/2005/8/layout/matrix1"/>
    <dgm:cxn modelId="{E912C472-1493-495C-B380-05D16276489A}" type="presParOf" srcId="{B87B00C8-7256-4BE5-B085-DF04CE1ADD91}" destId="{97D32D08-FEC9-4CD0-A939-D3F967630D23}" srcOrd="7" destOrd="0" presId="urn:microsoft.com/office/officeart/2005/8/layout/matrix1"/>
    <dgm:cxn modelId="{0E9A27BD-F434-4A81-86A4-4D96E1C7BE65}" type="presParOf" srcId="{C31FF3A6-BAB2-4BDD-A47E-B71B7C832411}" destId="{9779724D-C839-482E-A34C-F4817F9D9E9D}" srcOrd="1" destOrd="0" presId="urn:microsoft.com/office/officeart/2005/8/layout/matrix1"/>
  </dgm:cxnLst>
  <dgm:bg/>
  <dgm:whole/>
  <dgm:extLst>
    <a:ext uri="http://schemas.microsoft.com/office/drawing/2008/diagram">
      <dsp:dataModelExt xmlns="" xmlns:dsp="http://schemas.microsoft.com/office/drawing/2008/diagram" relId="rId11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D21A117B-03E7-40AA-A5EE-C956E8D1630C}">
      <dsp:nvSpPr>
        <dsp:cNvPr id="0" name=""/>
        <dsp:cNvSpPr/>
      </dsp:nvSpPr>
      <dsp:spPr>
        <a:xfrm>
          <a:off x="1119675" y="0"/>
          <a:ext cx="1721089" cy="114739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dk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lvl="0" algn="ctr" defTabSz="6223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altLang="ko-KR" sz="1400" b="1" kern="1200" smtClean="0"/>
        </a:p>
        <a:p>
          <a:pPr lvl="0" algn="ctr" defTabSz="6223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altLang="en-US" sz="1400" b="1" kern="1200" smtClean="0"/>
            <a:t>송택우</a:t>
          </a:r>
          <a:r>
            <a:rPr lang="en-US" altLang="ko-KR" sz="1400" b="1" kern="1200" smtClean="0"/>
            <a:t>(PM)</a:t>
          </a:r>
        </a:p>
        <a:p>
          <a:pPr lvl="0" algn="ctr" defTabSz="6223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ko-KR" sz="1400" b="1" kern="1200" smtClean="0"/>
            <a:t>(Back-End)</a:t>
          </a:r>
        </a:p>
        <a:p>
          <a:pPr lvl="0" algn="ctr" defTabSz="6223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ko-KR" altLang="en-US" sz="1400" b="1" kern="1200"/>
        </a:p>
      </dsp:txBody>
      <dsp:txXfrm>
        <a:off x="1119675" y="0"/>
        <a:ext cx="1721089" cy="1147393"/>
      </dsp:txXfrm>
    </dsp:sp>
    <dsp:sp modelId="{FE45CB08-8604-4C8E-A473-9B18E7694545}">
      <dsp:nvSpPr>
        <dsp:cNvPr id="0" name=""/>
        <dsp:cNvSpPr/>
      </dsp:nvSpPr>
      <dsp:spPr>
        <a:xfrm>
          <a:off x="861511" y="1147393"/>
          <a:ext cx="1118708" cy="458957"/>
        </a:xfrm>
        <a:custGeom>
          <a:avLst/>
          <a:gdLst/>
          <a:ahLst/>
          <a:cxnLst/>
          <a:rect l="0" t="0" r="0" b="0"/>
          <a:pathLst>
            <a:path>
              <a:moveTo>
                <a:pt x="1118708" y="0"/>
              </a:moveTo>
              <a:lnTo>
                <a:pt x="1118708" y="229478"/>
              </a:lnTo>
              <a:lnTo>
                <a:pt x="0" y="229478"/>
              </a:lnTo>
              <a:lnTo>
                <a:pt x="0" y="458957"/>
              </a:lnTo>
            </a:path>
          </a:pathLst>
        </a:custGeom>
        <a:noFill/>
        <a:ln w="2540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853B99D-5CE1-4D13-ABC1-010366D91486}">
      <dsp:nvSpPr>
        <dsp:cNvPr id="0" name=""/>
        <dsp:cNvSpPr/>
      </dsp:nvSpPr>
      <dsp:spPr>
        <a:xfrm>
          <a:off x="966" y="1606350"/>
          <a:ext cx="1721089" cy="114739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dk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lvl="0" algn="ctr" defTabSz="6223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altLang="en-US" sz="1400" b="1" kern="1200" smtClean="0"/>
            <a:t>박성진</a:t>
          </a:r>
          <a:endParaRPr lang="en-US" altLang="ko-KR" sz="1400" b="1" kern="1200" smtClean="0"/>
        </a:p>
        <a:p>
          <a:pPr lvl="0" algn="ctr" defTabSz="6223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ko-KR" sz="1400" b="1" kern="1200" smtClean="0"/>
            <a:t>(Back-End)</a:t>
          </a:r>
          <a:endParaRPr lang="ko-KR" altLang="en-US" sz="1400" b="1" kern="1200"/>
        </a:p>
      </dsp:txBody>
      <dsp:txXfrm>
        <a:off x="966" y="1606350"/>
        <a:ext cx="1721089" cy="1147393"/>
      </dsp:txXfrm>
    </dsp:sp>
    <dsp:sp modelId="{DE8B221A-366B-4A97-91E5-5A5E923E3E54}">
      <dsp:nvSpPr>
        <dsp:cNvPr id="0" name=""/>
        <dsp:cNvSpPr/>
      </dsp:nvSpPr>
      <dsp:spPr>
        <a:xfrm>
          <a:off x="1980220" y="1147393"/>
          <a:ext cx="1118708" cy="45895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29478"/>
              </a:lnTo>
              <a:lnTo>
                <a:pt x="1118708" y="229478"/>
              </a:lnTo>
              <a:lnTo>
                <a:pt x="1118708" y="458957"/>
              </a:lnTo>
            </a:path>
          </a:pathLst>
        </a:custGeom>
        <a:noFill/>
        <a:ln w="2540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1C73713-1556-4F08-BDD9-85E147B092AD}">
      <dsp:nvSpPr>
        <dsp:cNvPr id="0" name=""/>
        <dsp:cNvSpPr/>
      </dsp:nvSpPr>
      <dsp:spPr>
        <a:xfrm>
          <a:off x="2238383" y="1606350"/>
          <a:ext cx="1721089" cy="114739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dk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lvl="0" algn="ctr" defTabSz="6223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altLang="en-US" sz="1400" b="1" kern="1200" smtClean="0"/>
            <a:t>장정호</a:t>
          </a:r>
          <a:endParaRPr lang="en-US" altLang="ko-KR" sz="1400" b="1" kern="1200" smtClean="0"/>
        </a:p>
        <a:p>
          <a:pPr lvl="0" algn="ctr" defTabSz="6223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ko-KR" sz="1400" b="1" kern="1200" smtClean="0"/>
            <a:t>(Back-End)</a:t>
          </a:r>
          <a:endParaRPr lang="ko-KR" altLang="en-US" sz="1400" b="1" kern="1200"/>
        </a:p>
      </dsp:txBody>
      <dsp:txXfrm>
        <a:off x="2238383" y="1606350"/>
        <a:ext cx="1721089" cy="1147393"/>
      </dsp:txXfrm>
    </dsp:sp>
  </dsp:spTree>
</dsp:drawing>
</file>

<file path=ppt/diagrams/drawing2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D21A117B-03E7-40AA-A5EE-C956E8D1630C}">
      <dsp:nvSpPr>
        <dsp:cNvPr id="0" name=""/>
        <dsp:cNvSpPr/>
      </dsp:nvSpPr>
      <dsp:spPr>
        <a:xfrm>
          <a:off x="1119675" y="0"/>
          <a:ext cx="1721089" cy="114739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lvl="0" algn="ctr" defTabSz="6223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altLang="ko-KR" sz="1400" b="1" kern="1200" smtClean="0"/>
        </a:p>
        <a:p>
          <a:pPr lvl="0" algn="ctr" defTabSz="6223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altLang="en-US" sz="1400" b="1" kern="1200" smtClean="0"/>
            <a:t>이고운</a:t>
          </a:r>
          <a:endParaRPr lang="en-US" altLang="ko-KR" sz="1400" b="1" kern="1200" smtClean="0"/>
        </a:p>
        <a:p>
          <a:pPr lvl="0" algn="ctr" defTabSz="6223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ko-KR" sz="1400" b="1" kern="1200" smtClean="0"/>
            <a:t>(Front-End)</a:t>
          </a:r>
        </a:p>
        <a:p>
          <a:pPr lvl="0" algn="ctr" defTabSz="6223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ko-KR" altLang="en-US" sz="1400" b="1" kern="1200"/>
        </a:p>
      </dsp:txBody>
      <dsp:txXfrm>
        <a:off x="1119675" y="0"/>
        <a:ext cx="1721089" cy="1147393"/>
      </dsp:txXfrm>
    </dsp:sp>
    <dsp:sp modelId="{FE45CB08-8604-4C8E-A473-9B18E7694545}">
      <dsp:nvSpPr>
        <dsp:cNvPr id="0" name=""/>
        <dsp:cNvSpPr/>
      </dsp:nvSpPr>
      <dsp:spPr>
        <a:xfrm>
          <a:off x="861511" y="1147393"/>
          <a:ext cx="1118708" cy="458957"/>
        </a:xfrm>
        <a:custGeom>
          <a:avLst/>
          <a:gdLst/>
          <a:ahLst/>
          <a:cxnLst/>
          <a:rect l="0" t="0" r="0" b="0"/>
          <a:pathLst>
            <a:path>
              <a:moveTo>
                <a:pt x="1118708" y="0"/>
              </a:moveTo>
              <a:lnTo>
                <a:pt x="1118708" y="229478"/>
              </a:lnTo>
              <a:lnTo>
                <a:pt x="0" y="229478"/>
              </a:lnTo>
              <a:lnTo>
                <a:pt x="0" y="458957"/>
              </a:lnTo>
            </a:path>
          </a:pathLst>
        </a:custGeom>
        <a:noFill/>
        <a:ln w="25400" cap="flat" cmpd="sng" algn="ctr">
          <a:solidFill>
            <a:schemeClr val="accent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853B99D-5CE1-4D13-ABC1-010366D91486}">
      <dsp:nvSpPr>
        <dsp:cNvPr id="0" name=""/>
        <dsp:cNvSpPr/>
      </dsp:nvSpPr>
      <dsp:spPr>
        <a:xfrm>
          <a:off x="966" y="1606350"/>
          <a:ext cx="1721089" cy="114739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lvl="0" algn="ctr" defTabSz="6223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altLang="en-US" sz="1400" b="1" kern="1200" smtClean="0"/>
            <a:t>백재현</a:t>
          </a:r>
          <a:endParaRPr lang="en-US" altLang="ko-KR" sz="1400" b="1" kern="1200" smtClean="0"/>
        </a:p>
        <a:p>
          <a:pPr lvl="0" algn="ctr" defTabSz="6223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ko-KR" sz="1400" b="1" kern="1200" smtClean="0"/>
            <a:t>(Front-End)</a:t>
          </a:r>
          <a:endParaRPr lang="ko-KR" altLang="en-US" sz="1400" b="1" kern="1200"/>
        </a:p>
      </dsp:txBody>
      <dsp:txXfrm>
        <a:off x="966" y="1606350"/>
        <a:ext cx="1721089" cy="1147393"/>
      </dsp:txXfrm>
    </dsp:sp>
    <dsp:sp modelId="{DE8B221A-366B-4A97-91E5-5A5E923E3E54}">
      <dsp:nvSpPr>
        <dsp:cNvPr id="0" name=""/>
        <dsp:cNvSpPr/>
      </dsp:nvSpPr>
      <dsp:spPr>
        <a:xfrm>
          <a:off x="1980220" y="1147393"/>
          <a:ext cx="1118708" cy="45895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29478"/>
              </a:lnTo>
              <a:lnTo>
                <a:pt x="1118708" y="229478"/>
              </a:lnTo>
              <a:lnTo>
                <a:pt x="1118708" y="458957"/>
              </a:lnTo>
            </a:path>
          </a:pathLst>
        </a:custGeom>
        <a:noFill/>
        <a:ln w="25400" cap="flat" cmpd="sng" algn="ctr">
          <a:solidFill>
            <a:schemeClr val="accent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1C73713-1556-4F08-BDD9-85E147B092AD}">
      <dsp:nvSpPr>
        <dsp:cNvPr id="0" name=""/>
        <dsp:cNvSpPr/>
      </dsp:nvSpPr>
      <dsp:spPr>
        <a:xfrm>
          <a:off x="2238383" y="1606350"/>
          <a:ext cx="1721089" cy="114739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lvl="0" algn="ctr" defTabSz="6223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altLang="en-US" sz="1400" b="1" kern="1200" smtClean="0"/>
            <a:t>박지수</a:t>
          </a:r>
          <a:endParaRPr lang="en-US" altLang="ko-KR" sz="1600" b="1" kern="1200" smtClean="0"/>
        </a:p>
        <a:p>
          <a:pPr lvl="0" algn="ctr" defTabSz="6223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ko-KR" sz="1600" b="1" kern="1200" smtClean="0"/>
            <a:t>(Front-End)</a:t>
          </a:r>
          <a:endParaRPr lang="ko-KR" altLang="en-US" sz="1600" b="1" kern="1200"/>
        </a:p>
      </dsp:txBody>
      <dsp:txXfrm>
        <a:off x="2238383" y="1606350"/>
        <a:ext cx="1721089" cy="1147393"/>
      </dsp:txXfrm>
    </dsp:sp>
  </dsp:spTree>
</dsp:drawing>
</file>

<file path=ppt/diagrams/drawing3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A4C587B2-A839-44D1-985B-11EA9DE5DA93}">
      <dsp:nvSpPr>
        <dsp:cNvPr id="0" name=""/>
        <dsp:cNvSpPr/>
      </dsp:nvSpPr>
      <dsp:spPr>
        <a:xfrm>
          <a:off x="0" y="6444"/>
          <a:ext cx="8280920" cy="53330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lvl="0" algn="l" defTabSz="75565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altLang="en-US" sz="1700" kern="1200" smtClean="0"/>
            <a:t>미국의 명품 가방</a:t>
          </a:r>
          <a:r>
            <a:rPr lang="en-US" altLang="ko-KR" sz="1700" kern="1200" smtClean="0"/>
            <a:t>, </a:t>
          </a:r>
          <a:r>
            <a:rPr lang="ko-KR" altLang="en-US" sz="1700" kern="1200" smtClean="0"/>
            <a:t>핸드백 등 </a:t>
          </a:r>
          <a:r>
            <a:rPr lang="ko-KR" altLang="en-US" sz="1700" kern="1200" err="1" smtClean="0"/>
            <a:t>렌탈</a:t>
          </a:r>
          <a:r>
            <a:rPr lang="ko-KR" altLang="en-US" sz="1700" kern="1200" smtClean="0"/>
            <a:t> 서비스</a:t>
          </a:r>
          <a:endParaRPr lang="ko-KR" altLang="en-US" sz="1700" kern="1200"/>
        </a:p>
      </dsp:txBody>
      <dsp:txXfrm>
        <a:off x="0" y="6444"/>
        <a:ext cx="8280920" cy="533300"/>
      </dsp:txXfrm>
    </dsp:sp>
    <dsp:sp modelId="{7CF96205-A2C8-4B1F-90D2-DB60C4457FAA}">
      <dsp:nvSpPr>
        <dsp:cNvPr id="0" name=""/>
        <dsp:cNvSpPr/>
      </dsp:nvSpPr>
      <dsp:spPr>
        <a:xfrm>
          <a:off x="0" y="539745"/>
          <a:ext cx="8280920" cy="17243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2919" tIns="21590" rIns="120904" bIns="21590" numCol="1" spcCol="1270" anchor="t" anchorCtr="0">
          <a:noAutofit/>
        </a:bodyPr>
        <a:lstStyle/>
        <a:p>
          <a:pPr marL="114300" lvl="1" indent="-114300" algn="l" defTabSz="57785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ko-KR" altLang="en-US" sz="1300" b="0" i="0" kern="1200" smtClean="0"/>
            <a:t>여성 소비자들이 열광하는 각종 브랜드의 명품 가방들을 월 단위로 빌려주는 </a:t>
          </a:r>
          <a:r>
            <a:rPr lang="ko-KR" altLang="en-US" sz="1300" b="0" i="0" kern="1200" err="1" smtClean="0"/>
            <a:t>렌탈</a:t>
          </a:r>
          <a:r>
            <a:rPr lang="ko-KR" altLang="en-US" sz="1300" b="0" i="0" kern="1200" smtClean="0"/>
            <a:t> 서비스는 한 달 </a:t>
          </a:r>
          <a:r>
            <a:rPr lang="en-US" altLang="ko-KR" sz="1300" b="0" i="0" kern="1200" smtClean="0"/>
            <a:t>100 ~ 500</a:t>
          </a:r>
          <a:r>
            <a:rPr lang="ko-KR" altLang="en-US" sz="1300" b="0" i="0" kern="1200" smtClean="0"/>
            <a:t>달러 정도의 비용으로 체험해 볼 수 있도록 돕고 있다</a:t>
          </a:r>
          <a:r>
            <a:rPr lang="en-US" altLang="ko-KR" sz="1300" b="0" i="0" kern="1200" smtClean="0"/>
            <a:t>.</a:t>
          </a:r>
          <a:endParaRPr lang="ko-KR" altLang="en-US" sz="1300" kern="1200"/>
        </a:p>
        <a:p>
          <a:pPr marL="114300" lvl="1" indent="-114300" algn="l" defTabSz="57785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endParaRPr lang="ko-KR" altLang="en-US" sz="1300" kern="1200"/>
        </a:p>
        <a:p>
          <a:pPr marL="114300" lvl="1" indent="-114300" algn="l" defTabSz="57785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ko-KR" altLang="en-US" sz="1300" b="0" i="0" kern="1200" err="1" smtClean="0"/>
            <a:t>렌탈뿐</a:t>
          </a:r>
          <a:r>
            <a:rPr lang="ko-KR" altLang="en-US" sz="1300" b="0" i="0" kern="1200" smtClean="0"/>
            <a:t> 아니라 일부 품목은 중고 판매도 하고 있어 매우 저렴한 가격으로 명품을 구매할 수도 있고</a:t>
          </a:r>
          <a:r>
            <a:rPr lang="en-US" altLang="ko-KR" sz="1300" b="0" i="0" kern="1200" smtClean="0"/>
            <a:t>, </a:t>
          </a:r>
          <a:r>
            <a:rPr lang="ko-KR" altLang="en-US" sz="1300" b="0" i="0" kern="1200" smtClean="0"/>
            <a:t>가방을 판매 할 수 도 있다</a:t>
          </a:r>
          <a:r>
            <a:rPr lang="en-US" altLang="ko-KR" sz="1300" b="0" i="0" kern="1200" smtClean="0"/>
            <a:t>. </a:t>
          </a:r>
          <a:r>
            <a:rPr lang="ko-KR" altLang="en-US" sz="1300" b="0" i="0" kern="1200" smtClean="0"/>
            <a:t>또한</a:t>
          </a:r>
          <a:r>
            <a:rPr lang="en-US" altLang="ko-KR" sz="1300" b="0" i="0" kern="1200" smtClean="0"/>
            <a:t>,</a:t>
          </a:r>
          <a:r>
            <a:rPr lang="ko-KR" altLang="en-US" sz="1300" b="0" i="0" kern="1200" smtClean="0"/>
            <a:t> </a:t>
          </a:r>
          <a:r>
            <a:rPr lang="ko-KR" altLang="en-US" sz="1300" b="0" i="0" kern="1200" err="1" smtClean="0"/>
            <a:t>렌탈로</a:t>
          </a:r>
          <a:r>
            <a:rPr lang="ko-KR" altLang="en-US" sz="1300" b="0" i="0" kern="1200" smtClean="0"/>
            <a:t> 사용된 제품을 구입 할 수 도 있으며 소비자가 소유하고 있는 가방을 판매 할 수 도 있다</a:t>
          </a:r>
          <a:r>
            <a:rPr lang="en-US" altLang="ko-KR" sz="1300" b="0" i="0" kern="1200" smtClean="0"/>
            <a:t>. </a:t>
          </a:r>
          <a:endParaRPr lang="ko-KR" altLang="en-US" sz="1300" kern="1200"/>
        </a:p>
      </dsp:txBody>
      <dsp:txXfrm>
        <a:off x="0" y="539745"/>
        <a:ext cx="8280920" cy="1724310"/>
      </dsp:txXfrm>
    </dsp:sp>
    <dsp:sp modelId="{75F8BB08-B557-4E8B-BDD7-C77FD58361F2}">
      <dsp:nvSpPr>
        <dsp:cNvPr id="0" name=""/>
        <dsp:cNvSpPr/>
      </dsp:nvSpPr>
      <dsp:spPr>
        <a:xfrm>
          <a:off x="0" y="2264055"/>
          <a:ext cx="8280920" cy="53330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lvl="0" algn="l" defTabSz="75565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altLang="en-US" sz="1700" kern="1200" smtClean="0"/>
            <a:t>인천지역 </a:t>
          </a:r>
          <a:r>
            <a:rPr lang="ko-KR" altLang="en-US" sz="1700" kern="1200" err="1" smtClean="0"/>
            <a:t>렌탈</a:t>
          </a:r>
          <a:r>
            <a:rPr lang="ko-KR" altLang="en-US" sz="1700" kern="1200" smtClean="0"/>
            <a:t> 업체 </a:t>
          </a:r>
          <a:r>
            <a:rPr lang="en-US" altLang="ko-KR" sz="1700" kern="1200" smtClean="0"/>
            <a:t>3~4</a:t>
          </a:r>
          <a:r>
            <a:rPr lang="ko-KR" altLang="en-US" sz="1700" kern="1200" smtClean="0"/>
            <a:t>곳 신설</a:t>
          </a:r>
          <a:endParaRPr lang="ko-KR" altLang="en-US" sz="1700" kern="1200"/>
        </a:p>
      </dsp:txBody>
      <dsp:txXfrm>
        <a:off x="0" y="2264055"/>
        <a:ext cx="8280920" cy="533300"/>
      </dsp:txXfrm>
    </dsp:sp>
    <dsp:sp modelId="{D3D0C041-6D8B-42F6-A45A-9309B6273278}">
      <dsp:nvSpPr>
        <dsp:cNvPr id="0" name=""/>
        <dsp:cNvSpPr/>
      </dsp:nvSpPr>
      <dsp:spPr>
        <a:xfrm>
          <a:off x="0" y="2797355"/>
          <a:ext cx="8280920" cy="19706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2919" tIns="21590" rIns="120904" bIns="21590" numCol="1" spcCol="1270" anchor="t" anchorCtr="0">
          <a:noAutofit/>
        </a:bodyPr>
        <a:lstStyle/>
        <a:p>
          <a:pPr marL="114300" lvl="1" indent="-114300" algn="l" defTabSz="57785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ko-KR" altLang="en-US" sz="1300" b="0" i="0" kern="1200" smtClean="0"/>
            <a:t>인천 </a:t>
          </a:r>
          <a:r>
            <a:rPr lang="ko-KR" altLang="en-US" sz="1300" b="0" i="0" kern="1200" err="1" smtClean="0"/>
            <a:t>구월동에</a:t>
          </a:r>
          <a:r>
            <a:rPr lang="ko-KR" altLang="en-US" sz="1300" b="0" i="0" kern="1200" smtClean="0"/>
            <a:t> 위치한 상가 명품 </a:t>
          </a:r>
          <a:r>
            <a:rPr lang="ko-KR" altLang="en-US" sz="1300" b="0" i="0" kern="1200" err="1" smtClean="0"/>
            <a:t>렌탈숍은</a:t>
          </a:r>
          <a:r>
            <a:rPr lang="ko-KR" altLang="en-US" sz="1300" b="0" i="0" kern="1200" smtClean="0"/>
            <a:t> 샤넬</a:t>
          </a:r>
          <a:r>
            <a:rPr lang="en-US" altLang="ko-KR" sz="1300" b="0" i="0" kern="1200" smtClean="0"/>
            <a:t>, </a:t>
          </a:r>
          <a:r>
            <a:rPr lang="ko-KR" altLang="en-US" sz="1300" b="0" i="0" kern="1200" err="1" smtClean="0"/>
            <a:t>구찌</a:t>
          </a:r>
          <a:r>
            <a:rPr lang="en-US" altLang="ko-KR" sz="1300" b="0" i="0" kern="1200" smtClean="0"/>
            <a:t>, </a:t>
          </a:r>
          <a:r>
            <a:rPr lang="ko-KR" altLang="en-US" sz="1300" b="0" i="0" kern="1200" err="1" smtClean="0"/>
            <a:t>에르메스</a:t>
          </a:r>
          <a:r>
            <a:rPr lang="en-US" altLang="ko-KR" sz="1300" b="0" i="0" kern="1200" smtClean="0"/>
            <a:t>, </a:t>
          </a:r>
          <a:r>
            <a:rPr lang="ko-KR" altLang="en-US" sz="1300" b="0" i="0" kern="1200" err="1" smtClean="0"/>
            <a:t>프라다</a:t>
          </a:r>
          <a:r>
            <a:rPr lang="en-US" altLang="ko-KR" sz="1300" b="0" i="0" kern="1200" smtClean="0"/>
            <a:t>, </a:t>
          </a:r>
          <a:r>
            <a:rPr lang="ko-KR" altLang="en-US" sz="1300" b="0" i="0" kern="1200" err="1" smtClean="0"/>
            <a:t>루이비통</a:t>
          </a:r>
          <a:r>
            <a:rPr lang="ko-KR" altLang="en-US" sz="1300" b="0" i="0" kern="1200" smtClean="0"/>
            <a:t> 등의 브랜드를 포함해 총 </a:t>
          </a:r>
          <a:r>
            <a:rPr lang="en-US" altLang="ko-KR" sz="1300" b="0" i="0" kern="1200" smtClean="0"/>
            <a:t>40</a:t>
          </a:r>
          <a:r>
            <a:rPr lang="ko-KR" altLang="en-US" sz="1300" b="0" i="0" kern="1200" err="1" smtClean="0"/>
            <a:t>여개의</a:t>
          </a:r>
          <a:r>
            <a:rPr lang="ko-KR" altLang="en-US" sz="1300" b="0" i="0" kern="1200" smtClean="0"/>
            <a:t> 명품 가방을 대여</a:t>
          </a:r>
          <a:r>
            <a:rPr lang="en-US" altLang="ko-KR" sz="1300" b="0" i="0" kern="1200" smtClean="0"/>
            <a:t>·</a:t>
          </a:r>
          <a:r>
            <a:rPr lang="ko-KR" altLang="en-US" sz="1300" b="0" i="0" kern="1200" smtClean="0"/>
            <a:t>판매한다</a:t>
          </a:r>
          <a:r>
            <a:rPr lang="en-US" altLang="ko-KR" sz="1300" b="0" i="0" kern="1200" smtClean="0"/>
            <a:t>. </a:t>
          </a:r>
          <a:r>
            <a:rPr lang="ko-KR" altLang="en-US" sz="1300" b="0" i="0" kern="1200" smtClean="0"/>
            <a:t>더불어</a:t>
          </a:r>
          <a:r>
            <a:rPr lang="en-US" altLang="ko-KR" sz="1300" b="0" i="0" kern="1200" smtClean="0"/>
            <a:t>, </a:t>
          </a:r>
          <a:r>
            <a:rPr lang="ko-KR" altLang="en-US" sz="1300" b="0" i="0" kern="1200" err="1" smtClean="0"/>
            <a:t>송도동에</a:t>
          </a:r>
          <a:r>
            <a:rPr lang="ko-KR" altLang="en-US" sz="1300" b="0" i="0" kern="1200" smtClean="0"/>
            <a:t> 위치한 다른 명품 </a:t>
          </a:r>
          <a:r>
            <a:rPr lang="ko-KR" altLang="en-US" sz="1300" b="0" i="0" kern="1200" err="1" smtClean="0"/>
            <a:t>대여숍에는</a:t>
          </a:r>
          <a:r>
            <a:rPr lang="ko-KR" altLang="en-US" sz="1300" b="0" i="0" kern="1200" smtClean="0"/>
            <a:t> </a:t>
          </a:r>
          <a:r>
            <a:rPr lang="en-US" altLang="ko-KR" sz="1300" b="0" i="0" kern="1200" smtClean="0"/>
            <a:t>100</a:t>
          </a:r>
          <a:r>
            <a:rPr lang="ko-KR" altLang="en-US" sz="1300" b="0" i="0" kern="1200" err="1" smtClean="0"/>
            <a:t>여개</a:t>
          </a:r>
          <a:r>
            <a:rPr lang="ko-KR" altLang="en-US" sz="1300" b="0" i="0" kern="1200" smtClean="0"/>
            <a:t> 이상의 가방과 지갑</a:t>
          </a:r>
          <a:r>
            <a:rPr lang="en-US" altLang="ko-KR" sz="1300" b="0" i="0" kern="1200" smtClean="0"/>
            <a:t>, </a:t>
          </a:r>
          <a:r>
            <a:rPr lang="ko-KR" altLang="en-US" sz="1300" b="0" i="0" kern="1200" smtClean="0"/>
            <a:t>의류</a:t>
          </a:r>
          <a:r>
            <a:rPr lang="en-US" altLang="ko-KR" sz="1300" b="0" i="0" kern="1200" smtClean="0"/>
            <a:t>, </a:t>
          </a:r>
          <a:r>
            <a:rPr lang="ko-KR" altLang="en-US" sz="1300" b="0" i="0" kern="1200" smtClean="0"/>
            <a:t>신발 등의 제품을 보유하고 있다</a:t>
          </a:r>
          <a:endParaRPr lang="ko-KR" altLang="en-US" sz="1300" kern="1200"/>
        </a:p>
        <a:p>
          <a:pPr marL="114300" lvl="1" indent="-114300" algn="l" defTabSz="57785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endParaRPr lang="ko-KR" altLang="en-US" sz="1300" kern="1200"/>
        </a:p>
        <a:p>
          <a:pPr marL="114300" lvl="1" indent="-114300" algn="l" defTabSz="57785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ko-KR" altLang="en-US" sz="1300" b="0" i="0" kern="1200" smtClean="0"/>
            <a:t>이 가게의 주요 고객층은 바로 주부다</a:t>
          </a:r>
          <a:r>
            <a:rPr lang="en-US" altLang="ko-KR" sz="1300" b="0" i="0" kern="1200" smtClean="0"/>
            <a:t>. </a:t>
          </a:r>
          <a:r>
            <a:rPr lang="ko-KR" altLang="en-US" sz="1300" b="0" i="0" kern="1200" smtClean="0"/>
            <a:t>전체 소비자의 </a:t>
          </a:r>
          <a:r>
            <a:rPr lang="en-US" altLang="ko-KR" sz="1300" b="0" i="0" kern="1200" smtClean="0"/>
            <a:t>90%</a:t>
          </a:r>
          <a:r>
            <a:rPr lang="ko-KR" altLang="en-US" sz="1300" b="0" i="0" kern="1200" smtClean="0"/>
            <a:t>가 송도 신도시와 인근 논현동 일대에 사는 </a:t>
          </a:r>
          <a:r>
            <a:rPr lang="en-US" altLang="ko-KR" sz="1300" b="0" i="0" kern="1200" smtClean="0"/>
            <a:t>30</a:t>
          </a:r>
          <a:r>
            <a:rPr lang="ko-KR" altLang="en-US" sz="1300" b="0" i="0" kern="1200" smtClean="0"/>
            <a:t>대 여성이 차지하고 있다</a:t>
          </a:r>
          <a:r>
            <a:rPr lang="en-US" altLang="ko-KR" sz="1300" b="0" i="0" kern="1200" smtClean="0"/>
            <a:t>. </a:t>
          </a:r>
          <a:r>
            <a:rPr lang="ko-KR" altLang="en-US" sz="1300" b="0" i="0" kern="1200" smtClean="0"/>
            <a:t>비교적 소득이 높은 지역에서도 </a:t>
          </a:r>
          <a:r>
            <a:rPr lang="ko-KR" altLang="en-US" sz="1300" b="0" i="0" kern="1200" err="1" smtClean="0"/>
            <a:t>가사비</a:t>
          </a:r>
          <a:r>
            <a:rPr lang="ko-KR" altLang="en-US" sz="1300" b="0" i="0" kern="1200" smtClean="0"/>
            <a:t> 지출이 많은 주부들이 본인의 겉치레를 위해 고가의 명품을 사는 것보다 주요 행사가 있을 때 제품을 잠깐 빌려서 사용하는 사람들이 다수다</a:t>
          </a:r>
          <a:r>
            <a:rPr lang="en-US" altLang="ko-KR" sz="1300" b="0" i="0" kern="1200" smtClean="0"/>
            <a:t>.</a:t>
          </a:r>
          <a:endParaRPr lang="ko-KR" altLang="en-US" sz="1300" kern="1200"/>
        </a:p>
      </dsp:txBody>
      <dsp:txXfrm>
        <a:off x="0" y="2797355"/>
        <a:ext cx="8280920" cy="1970640"/>
      </dsp:txXfrm>
    </dsp:sp>
  </dsp:spTree>
</dsp:drawing>
</file>

<file path=ppt/diagrams/drawing4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</dsp:spTree>
</dsp:drawing>
</file>

<file path=ppt/diagrams/drawing5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D2809499-0063-4EAE-8E37-1D27F145E3CA}">
      <dsp:nvSpPr>
        <dsp:cNvPr id="0" name=""/>
        <dsp:cNvSpPr/>
      </dsp:nvSpPr>
      <dsp:spPr>
        <a:xfrm rot="16200000">
          <a:off x="777917" y="-777917"/>
          <a:ext cx="2636180" cy="4192016"/>
        </a:xfrm>
        <a:prstGeom prst="round1Rect">
          <a:avLst/>
        </a:prstGeom>
        <a:solidFill>
          <a:srgbClr val="0070C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8704" tIns="298704" rIns="298704" bIns="298704" numCol="1" spcCol="1270" anchor="ctr" anchorCtr="0">
          <a:noAutofit/>
        </a:bodyPr>
        <a:lstStyle/>
        <a:p>
          <a:pPr lvl="0" algn="ctr" defTabSz="18669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ko-KR" altLang="en-US" sz="4200" kern="1200"/>
        </a:p>
      </dsp:txBody>
      <dsp:txXfrm rot="16200000">
        <a:off x="1107440" y="-1107440"/>
        <a:ext cx="1977135" cy="4192016"/>
      </dsp:txXfrm>
    </dsp:sp>
    <dsp:sp modelId="{067FC61D-EB6C-4F89-9691-78B0CBA2712E}">
      <dsp:nvSpPr>
        <dsp:cNvPr id="0" name=""/>
        <dsp:cNvSpPr/>
      </dsp:nvSpPr>
      <dsp:spPr>
        <a:xfrm>
          <a:off x="4192016" y="0"/>
          <a:ext cx="4192016" cy="2636180"/>
        </a:xfrm>
        <a:prstGeom prst="round1Rect">
          <a:avLst/>
        </a:prstGeom>
        <a:solidFill>
          <a:schemeClr val="accent6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8704" tIns="298704" rIns="298704" bIns="298704" numCol="1" spcCol="1270" anchor="ctr" anchorCtr="0">
          <a:noAutofit/>
        </a:bodyPr>
        <a:lstStyle/>
        <a:p>
          <a:pPr lvl="0" algn="ctr" defTabSz="18669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altLang="ko-KR" sz="4200" kern="1200" smtClean="0"/>
        </a:p>
      </dsp:txBody>
      <dsp:txXfrm>
        <a:off x="4192016" y="0"/>
        <a:ext cx="4192016" cy="1977135"/>
      </dsp:txXfrm>
    </dsp:sp>
    <dsp:sp modelId="{10F932A6-ACE6-4C61-9CCD-8A3E710ECBF9}">
      <dsp:nvSpPr>
        <dsp:cNvPr id="0" name=""/>
        <dsp:cNvSpPr/>
      </dsp:nvSpPr>
      <dsp:spPr>
        <a:xfrm rot="10800000">
          <a:off x="10689" y="2636180"/>
          <a:ext cx="4192016" cy="2636180"/>
        </a:xfrm>
        <a:prstGeom prst="round1Rect">
          <a:avLst/>
        </a:prstGeom>
        <a:solidFill>
          <a:srgbClr val="00B05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8704" tIns="298704" rIns="298704" bIns="298704" numCol="1" spcCol="1270" anchor="ctr" anchorCtr="0">
          <a:noAutofit/>
        </a:bodyPr>
        <a:lstStyle/>
        <a:p>
          <a:pPr lvl="0" algn="ctr" defTabSz="18669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altLang="ko-KR" sz="4200" kern="1200" smtClean="0"/>
        </a:p>
      </dsp:txBody>
      <dsp:txXfrm rot="10800000">
        <a:off x="10689" y="3295224"/>
        <a:ext cx="4192016" cy="1977135"/>
      </dsp:txXfrm>
    </dsp:sp>
    <dsp:sp modelId="{31BAC4DB-1A23-4D48-9216-773CC64AED4B}">
      <dsp:nvSpPr>
        <dsp:cNvPr id="0" name=""/>
        <dsp:cNvSpPr/>
      </dsp:nvSpPr>
      <dsp:spPr>
        <a:xfrm rot="5400000">
          <a:off x="4969933" y="1858262"/>
          <a:ext cx="2636180" cy="4192016"/>
        </a:xfrm>
        <a:prstGeom prst="round1Rect">
          <a:avLst/>
        </a:prstGeom>
        <a:solidFill>
          <a:srgbClr val="EA000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8704" tIns="298704" rIns="298704" bIns="298704" numCol="1" spcCol="1270" anchor="ctr" anchorCtr="0">
          <a:noAutofit/>
        </a:bodyPr>
        <a:lstStyle/>
        <a:p>
          <a:pPr lvl="0" algn="ctr" defTabSz="18669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ko-KR" altLang="en-US" sz="4200" kern="1200"/>
        </a:p>
      </dsp:txBody>
      <dsp:txXfrm rot="5400000">
        <a:off x="5299456" y="2187784"/>
        <a:ext cx="1977135" cy="4192016"/>
      </dsp:txXfrm>
    </dsp:sp>
    <dsp:sp modelId="{9779724D-C839-482E-A34C-F4817F9D9E9D}">
      <dsp:nvSpPr>
        <dsp:cNvPr id="0" name=""/>
        <dsp:cNvSpPr/>
      </dsp:nvSpPr>
      <dsp:spPr>
        <a:xfrm>
          <a:off x="2934411" y="1977135"/>
          <a:ext cx="2515209" cy="1318090"/>
        </a:xfrm>
        <a:prstGeom prst="roundRect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0020" tIns="160020" rIns="160020" bIns="160020" numCol="1" spcCol="1270" anchor="ctr" anchorCtr="0">
          <a:noAutofit/>
        </a:bodyPr>
        <a:lstStyle/>
        <a:p>
          <a:pPr lvl="0" algn="ctr" defTabSz="18669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ko-KR" sz="4200" kern="1200" smtClean="0"/>
            <a:t>SWOT</a:t>
          </a:r>
          <a:endParaRPr lang="ko-KR" altLang="en-US" sz="4200" kern="1200"/>
        </a:p>
      </dsp:txBody>
      <dsp:txXfrm>
        <a:off x="2934411" y="1977135"/>
        <a:ext cx="2515209" cy="131809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6">
  <dgm:title val=""/>
  <dgm:desc val=""/>
  <dgm:catLst>
    <dgm:cat type="hierarchy" pri="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5">
          <dgm:prSet phldr="1"/>
        </dgm:pt>
        <dgm:pt modelId="6">
          <dgm:prSet phldr="1"/>
        </dgm:pt>
      </dgm:ptLst>
      <dgm:cxnLst>
        <dgm:cxn modelId="7" srcId="0" destId="1" srcOrd="0" destOrd="0"/>
        <dgm:cxn modelId="8" srcId="1" destId="2" srcOrd="0" destOrd="0"/>
        <dgm:cxn modelId="9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10" srcId="0" destId="4" srcOrd="1" destOrd="0"/>
        <dgm:cxn modelId="11" srcId="0" destId="5" srcOrd="2" destOrd="0"/>
        <dgm:cxn modelId="12" srcId="0" destId="6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3"/>
      </dgm:ptLst>
      <dgm:cxnLst>
        <dgm:cxn modelId="4" srcId="0" destId="1" srcOrd="0" destOrd="0"/>
        <dgm:cxn modelId="13" srcId="1" destId="11" srcOrd="0" destOrd="0"/>
        <dgm:cxn modelId="14" srcId="1" destId="12" srcOrd="1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  <dgm:pt modelId="4"/>
        <dgm:pt modelId="5"/>
        <dgm:pt modelId="6"/>
        <dgm:pt modelId="7"/>
      </dgm:ptLst>
      <dgm:cxnLst>
        <dgm:cxn modelId="8" srcId="0" destId="1" srcOrd="0" destOrd="0"/>
        <dgm:cxn modelId="9" srcId="1" destId="2" srcOrd="0" destOrd="0"/>
        <dgm:cxn modelId="10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  <dgm:cxn modelId="11" srcId="0" destId="4" srcOrd="1" destOrd="0"/>
        <dgm:cxn modelId="12" srcId="0" destId="5" srcOrd="2" destOrd="0"/>
        <dgm:cxn modelId="13" srcId="0" destId="6" srcOrd="3" destOrd="0"/>
        <dgm:cxn modelId="14" srcId="0" destId="7" srcOrd="4" destOrd="0"/>
      </dgm:cxnLst>
      <dgm:bg/>
      <dgm:whole/>
    </dgm:dataModel>
  </dgm:clrData>
  <dgm:layoutNode name="mainComposite">
    <dgm:varLst>
      <dgm:chPref val="1"/>
      <dgm:dir/>
      <dgm:animOne val="branch"/>
      <dgm:animLvl val="lvl"/>
      <dgm:resizeHandles val="exact"/>
    </dgm:varLst>
    <dgm:alg type="composite">
      <dgm:param type="vertAlign" val="mid"/>
      <dgm:param type="horzAlign" val="ctr"/>
    </dgm:alg>
    <dgm:shape xmlns:r="http://schemas.openxmlformats.org/officeDocument/2006/relationships" r:blip="">
      <dgm:adjLst/>
    </dgm:shape>
    <dgm:presOf/>
    <dgm:choose name="Name0">
      <dgm:if name="Name1" axis="ch" ptType="node" func="cnt" op="gte" val="2">
        <dgm:choose name="Name2">
          <dgm:if name="Name3" func="var" arg="dir" op="equ" val="norm">
            <dgm:constrLst>
              <dgm:constr type="l" for="ch" forName="hierFlow" refType="w" fact="0.3"/>
              <dgm:constr type="t" for="ch" forName="hierFlow"/>
              <dgm:constr type="r" for="ch" forName="hierFlow" refType="w" fact="0.98"/>
              <dgm:constr type="b" for="ch" forName="hierFlow" refType="h" fact="0.98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w" for="des" forName="level1Shape" refType="w"/>
              <dgm:constr type="h" for="des" forName="level1Shape" refType="w" refFor="des" refForName="level1Shape" fact="0.66667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h" refFor="des" refForName="level1Shape" op="equ" fact="0.4"/>
              <dgm:constr type="sibSp" for="des" forName="hierChild1" refType="w" refFor="des" refForName="level1Shape" op="equ" fact="0.3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h" refFor="des" refForName="level1Shape" op="equ"/>
              <dgm:constr type="userB" for="des" refType="sp" refFor="des" op="equ"/>
              <dgm:constr type="h" for="des" forName="firstBuf" refType="h" refFor="des" refForName="level1Shape" fact="0.1"/>
            </dgm:constrLst>
          </dgm:if>
          <dgm:else name="Name4">
            <dgm:constrLst>
              <dgm:constr type="l" for="ch" forName="hierFlow" refType="w" fact="0.02"/>
              <dgm:constr type="t" for="ch" forName="hierFlow"/>
              <dgm:constr type="r" for="ch" forName="hierFlow" refType="w" fact="0.7"/>
              <dgm:constr type="b" for="ch" forName="hierFlow" refType="h" fact="0.98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w" for="des" forName="level1Shape" refType="w"/>
              <dgm:constr type="h" for="des" forName="level1Shape" refType="w" refFor="des" refForName="level1Shape" fact="0.66667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h" refFor="des" refForName="level1Shape" op="equ" fact="0.4"/>
              <dgm:constr type="sibSp" for="des" forName="hierChild1" refType="w" refFor="des" refForName="level1Shape" op="equ" fact="0.3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h" refFor="des" refForName="level1Shape" op="equ"/>
              <dgm:constr type="userB" for="des" refType="sp" refFor="des" op="equ"/>
              <dgm:constr type="h" for="des" forName="firstBuf" refType="h" refFor="des" refForName="level1Shape" fact="0.1"/>
            </dgm:constrLst>
          </dgm:else>
        </dgm:choose>
      </dgm:if>
      <dgm:else name="Name5">
        <dgm:constrLst>
          <dgm:constr type="l" for="ch" forName="hierFlow"/>
          <dgm:constr type="t" for="ch" forName="hierFlow"/>
          <dgm:constr type="r" for="ch" forName="hierFlow" refType="w"/>
          <dgm:constr type="b" for="ch" forName="hierFlow" refType="h"/>
          <dgm:constr type="l" for="ch" forName="bgShapesFlow"/>
          <dgm:constr type="t" for="ch" forName="bgShapesFlow"/>
          <dgm:constr type="r" for="ch" forName="bgShapesFlow" refType="w"/>
          <dgm:constr type="b" for="ch" forName="bgShapesFlow" refType="h"/>
          <dgm:constr type="w" for="des" forName="level1Shape" refType="w"/>
          <dgm:constr type="h" for="des" forName="level1Shape" refType="w" refFor="des" refForName="level1Shape" fact="0.66667"/>
          <dgm:constr type="w" for="des" forName="level2Shape" refType="w" refFor="des" refForName="level1Shape" op="equ"/>
          <dgm:constr type="h" for="des" forName="level2Shape" refType="h" refFor="des" refForName="level1Shape" op="equ"/>
          <dgm:constr type="sp" for="des" refType="h" refFor="des" refForName="level1Shape" op="equ" fact="0.4"/>
          <dgm:constr type="sibSp" for="des" forName="hierChild1" refType="w" refFor="des" refForName="level1Shape" op="equ" fact="0.3"/>
          <dgm:constr type="sibSp" for="des" forName="hierChild2" refType="sibSp" refFor="des" refForName="hierChild1" op="equ"/>
          <dgm:constr type="sibSp" for="des" forName="hierChild3" refType="sibSp" refFor="des" refForName="hierChild1" op="equ"/>
          <dgm:constr type="userA" for="des" refType="h" refFor="des" refForName="level1Shape" op="equ"/>
          <dgm:constr type="userB" for="des" refType="sp" refFor="des" op="equ"/>
          <dgm:constr type="h" for="des" forName="firstBuf" refType="h" refFor="des" refForName="level1Shape" fact="0.1"/>
        </dgm:constrLst>
      </dgm:else>
    </dgm:choose>
    <dgm:ruleLst/>
    <dgm:layoutNode name="hierFlow">
      <dgm:alg type="lin">
        <dgm:param type="linDir" val="fromT"/>
        <dgm:param type="nodeVertAlign" val="t"/>
        <dgm:param type="vertAlign" val="t"/>
        <dgm:param type="nodeHorzAlign" val="ctr"/>
        <dgm:param type="fallback" val="2D"/>
      </dgm:alg>
      <dgm:shape xmlns:r="http://schemas.openxmlformats.org/officeDocument/2006/relationships" r:blip="">
        <dgm:adjLst/>
      </dgm:shape>
      <dgm:presOf/>
      <dgm:constrLst/>
      <dgm:ruleLst/>
      <dgm:choose name="Name6">
        <dgm:if name="Name7" axis="ch" ptType="node" func="cnt" op="gte" val="2">
          <dgm:layoutNode name="firstBuf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8"/>
      </dgm:choose>
      <dgm:layoutNode name="hierChild1">
        <dgm:varLst>
          <dgm:chPref val="1"/>
          <dgm:animOne val="branch"/>
          <dgm:animLvl val="lvl"/>
        </dgm:varLst>
        <dgm:choose name="Name9">
          <dgm:if name="Name10" func="var" arg="dir" op="equ" val="norm">
            <dgm:alg type="hierChild">
              <dgm:param type="linDir" val="fromL"/>
              <dgm:param type="vertAlign" val="t"/>
            </dgm:alg>
          </dgm:if>
          <dgm:else name="Name11">
            <dgm:alg type="hierChild">
              <dgm:param type="linDir" val="fromR"/>
              <dgm:param type="vertAlign" val="t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primFontSz" for="des" ptType="node" op="equ"/>
        </dgm:constrLst>
        <dgm:ruleLst/>
        <dgm:forEach name="Name12" axis="ch" cnt="3">
          <dgm:forEach name="Name13" axis="self" ptType="node">
            <dgm:layoutNode name="Name14">
              <dgm:alg type="hierRoot"/>
              <dgm:shape xmlns:r="http://schemas.openxmlformats.org/officeDocument/2006/relationships" r:blip="">
                <dgm:adjLst/>
              </dgm:shape>
              <dgm:presOf/>
              <dgm:constrLst/>
              <dgm:ruleLst/>
              <dgm:layoutNode name="level1Shape" styleLbl="node0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primFontSz" val="65"/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hierChild2">
                <dgm:choose name="Name15">
                  <dgm:if name="Name16" func="var" arg="dir" op="equ" val="norm">
                    <dgm:alg type="hierChild">
                      <dgm:param type="linDir" val="fromL"/>
                    </dgm:alg>
                  </dgm:if>
                  <dgm:else name="Name17">
                    <dgm:alg type="hierChild">
                      <dgm:param type="linDir" val="from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  <dgm:forEach name="repeat" axis="ch">
                  <dgm:forEach name="Name18" axis="self" ptType="parTrans" cnt="1">
                    <dgm:layoutNode name="Name19">
                      <dgm:alg type="conn">
                        <dgm:param type="dim" val="1D"/>
                        <dgm:param type="endSty" val="noArr"/>
                        <dgm:param type="connRout" val="bend"/>
                        <dgm:param type="begPts" val="bCtr"/>
                        <dgm:param type="endPts" val="tCtr"/>
                      </dgm:alg>
                      <dgm:shape xmlns:r="http://schemas.openxmlformats.org/officeDocument/2006/relationships" type="conn" r:blip="">
                        <dgm:adjLst/>
                      </dgm:shape>
                      <dgm:presOf axis="self"/>
                      <dgm:constrLst>
                        <dgm:constr type="w" val="1"/>
                        <dgm:constr type="h" val="1"/>
                        <dgm:constr type="begPad"/>
                        <dgm:constr type="endPad"/>
                      </dgm:constrLst>
                      <dgm:ruleLst/>
                    </dgm:layoutNode>
                  </dgm:forEach>
                  <dgm:forEach name="Name20" axis="self" ptType="node">
                    <dgm:layoutNode name="Name21">
                      <dgm:alg type="hierRoot"/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/>
                      <dgm:layoutNode name="level2Shape">
                        <dgm:alg type="tx"/>
                        <dgm:shape xmlns:r="http://schemas.openxmlformats.org/officeDocument/2006/relationships" type="roundRect" r:blip="">
                          <dgm:adjLst>
                            <dgm:adj idx="1" val="0.1"/>
                          </dgm:adjLst>
                        </dgm:shape>
                        <dgm:presOf axis="self"/>
                        <dgm:constrLst>
                          <dgm:constr type="primFontSz" val="65"/>
                          <dgm:constr type="tMarg" refType="primFontSz" fact="0.3"/>
                          <dgm:constr type="bMarg" refType="primFontSz" fact="0.3"/>
                          <dgm:constr type="lMarg" refType="primFontSz" fact="0.3"/>
                          <dgm:constr type="rMarg" refType="primFontSz" fact="0.3"/>
                        </dgm:constrLst>
                        <dgm:ruleLst>
                          <dgm:rule type="primFontSz" val="5" fact="NaN" max="NaN"/>
                        </dgm:ruleLst>
                      </dgm:layoutNode>
                      <dgm:layoutNode name="hierChild3">
                        <dgm:choose name="Name22">
                          <dgm:if name="Name23" func="var" arg="dir" op="equ" val="norm">
                            <dgm:alg type="hierChild">
                              <dgm:param type="linDir" val="fromL"/>
                            </dgm:alg>
                          </dgm:if>
                          <dgm:else name="Name24">
                            <dgm:alg type="hierChild">
                              <dgm:param type="linDir" val="fromR"/>
                            </dgm:alg>
                          </dgm:else>
                        </dgm:choose>
                        <dgm:shape xmlns:r="http://schemas.openxmlformats.org/officeDocument/2006/relationships" r:blip="">
                          <dgm:adjLst/>
                        </dgm:shape>
                        <dgm:presOf/>
                        <dgm:constrLst/>
                        <dgm:ruleLst/>
                        <dgm:forEach name="Name25" ref="repeat"/>
                      </dgm:layoutNode>
                    </dgm:layoutNode>
                  </dgm:forEach>
                </dgm:forEach>
              </dgm:layoutNode>
            </dgm:layoutNode>
          </dgm:forEach>
        </dgm:forEach>
      </dgm:layoutNode>
    </dgm:layoutNode>
    <dgm:layoutNode name="bgShapesFlow">
      <dgm:alg type="lin">
        <dgm:param type="linDir" val="fromT"/>
        <dgm:param type="nodeVertAlign" val="t"/>
        <dgm:param type="vertAlign" val="t"/>
        <dgm:param type="nodeHorzAlign" val="ctr"/>
      </dgm:alg>
      <dgm:shape xmlns:r="http://schemas.openxmlformats.org/officeDocument/2006/relationships" r:blip="">
        <dgm:adjLst/>
      </dgm:shape>
      <dgm:presOf/>
      <dgm:constrLst>
        <dgm:constr type="userB"/>
        <dgm:constr type="w" for="ch" forName="rectComp" refType="w"/>
        <dgm:constr type="h" for="ch" forName="rectComp" refType="h"/>
        <dgm:constr type="w" for="des" forName="bgRect" refType="w"/>
        <dgm:constr type="primFontSz" for="des" forName="bgRectTx" op="equ"/>
      </dgm:constrLst>
      <dgm:ruleLst/>
      <dgm:forEach name="Name26" axis="ch" ptType="node" st="2">
        <dgm:layoutNode name="rectComp">
          <dgm:alg type="composite">
            <dgm:param type="vertAlign" val="t"/>
            <dgm:param type="horzAlign" val="ctr"/>
          </dgm:alg>
          <dgm:shape xmlns:r="http://schemas.openxmlformats.org/officeDocument/2006/relationships" r:blip="">
            <dgm:adjLst/>
          </dgm:shape>
          <dgm:presOf/>
          <dgm:choose name="Name27">
            <dgm:if name="Name28" func="var" arg="dir" op="equ" val="norm">
              <dgm:constrLst>
                <dgm:constr type="userA"/>
                <dgm:constr type="l" for="ch" forName="bgRect"/>
                <dgm:constr type="t" for="ch" forName="bgRect"/>
                <dgm:constr type="h" for="ch" forName="bgRect" refType="userA" fact="1.2"/>
                <dgm:constr type="l" for="ch" forName="bgRectTx"/>
                <dgm:constr type="t" for="ch" forName="bgRectTx"/>
                <dgm:constr type="w" for="ch" forName="bgRectTx" refType="w" refFor="ch" refForName="bgRect" fact="0.3"/>
                <dgm:constr type="h" for="ch" forName="bgRectTx" refType="h" refFor="ch" refForName="bgRect" op="equ"/>
              </dgm:constrLst>
            </dgm:if>
            <dgm:else name="Name29">
              <dgm:constrLst>
                <dgm:constr type="userA"/>
                <dgm:constr type="l" for="ch" forName="bgRect"/>
                <dgm:constr type="t" for="ch" forName="bgRect"/>
                <dgm:constr type="h" for="ch" forName="bgRect" refType="userA" fact="1.2"/>
                <dgm:constr type="r" for="ch" forName="bgRectTx" refType="w"/>
                <dgm:constr type="t" for="ch" forName="bgRectTx"/>
                <dgm:constr type="w" for="ch" forName="bgRectTx" refType="w" refFor="ch" refForName="bgRect" fact="0.3"/>
                <dgm:constr type="h" for="ch" forName="bgRectTx" refType="h" refFor="ch" refForName="bgRect" op="equ"/>
              </dgm:constrLst>
            </dgm:else>
          </dgm:choose>
          <dgm:ruleLst/>
          <dgm:layoutNode name="bgRect" styleLbl="bgShp">
            <dgm:alg type="sp"/>
            <dgm:shape xmlns:r="http://schemas.openxmlformats.org/officeDocument/2006/relationships" type="roundRect" r:blip="" zOrderOff="-999">
              <dgm:adjLst>
                <dgm:adj idx="1" val="0.1"/>
              </dgm:adjLst>
            </dgm:shape>
            <dgm:presOf axis="desOrSelf" ptType="node"/>
            <dgm:constrLst/>
            <dgm:ruleLst/>
          </dgm:layoutNode>
          <dgm:layoutNode name="bgRectTx" styleLbl="bgShp">
            <dgm:varLst>
              <dgm:bulletEnabled val="1"/>
            </dgm:varLst>
            <dgm:alg type="tx"/>
            <dgm:presOf axis="desOrSelf" ptType="node"/>
            <dgm:shape xmlns:r="http://schemas.openxmlformats.org/officeDocument/2006/relationships" type="rect" r:blip="" zOrderOff="-999" hideGeom="1">
              <dgm:adjLst/>
            </dgm:shape>
            <dgm:constrLst>
              <dgm:constr type="primFontSz" val="65"/>
            </dgm:constrLst>
            <dgm:ruleLst>
              <dgm:rule type="primFontSz" val="5" fact="NaN" max="NaN"/>
            </dgm:ruleLst>
          </dgm:layoutNode>
        </dgm:layoutNode>
        <dgm:choose name="Name30">
          <dgm:if name="Name31" axis="self" ptType="node" func="revPos" op="gte" val="2">
            <dgm:layoutNode name="spComp">
              <dgm:alg type="composite">
                <dgm:param type="vertAlign" val="t"/>
                <dgm:param type="horzAlign" val="ctr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userA"/>
                <dgm:constr type="userB"/>
                <dgm:constr type="l" for="ch" forName="vSp"/>
                <dgm:constr type="t" for="ch" forName="vSp"/>
                <dgm:constr type="h" for="ch" forName="vSp" refType="userB"/>
                <dgm:constr type="hOff" for="ch" forName="vSp" refType="userA" fact="-0.2"/>
              </dgm:constrLst>
              <dgm:ruleLst/>
              <dgm:layoutNode name="vSp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32"/>
        </dgm:choose>
      </dgm:forEach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6">
  <dgm:title val=""/>
  <dgm:desc val=""/>
  <dgm:catLst>
    <dgm:cat type="hierarchy" pri="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5">
          <dgm:prSet phldr="1"/>
        </dgm:pt>
        <dgm:pt modelId="6">
          <dgm:prSet phldr="1"/>
        </dgm:pt>
      </dgm:ptLst>
      <dgm:cxnLst>
        <dgm:cxn modelId="7" srcId="0" destId="1" srcOrd="0" destOrd="0"/>
        <dgm:cxn modelId="8" srcId="1" destId="2" srcOrd="0" destOrd="0"/>
        <dgm:cxn modelId="9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10" srcId="0" destId="4" srcOrd="1" destOrd="0"/>
        <dgm:cxn modelId="11" srcId="0" destId="5" srcOrd="2" destOrd="0"/>
        <dgm:cxn modelId="12" srcId="0" destId="6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3"/>
      </dgm:ptLst>
      <dgm:cxnLst>
        <dgm:cxn modelId="4" srcId="0" destId="1" srcOrd="0" destOrd="0"/>
        <dgm:cxn modelId="13" srcId="1" destId="11" srcOrd="0" destOrd="0"/>
        <dgm:cxn modelId="14" srcId="1" destId="12" srcOrd="1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  <dgm:pt modelId="4"/>
        <dgm:pt modelId="5"/>
        <dgm:pt modelId="6"/>
        <dgm:pt modelId="7"/>
      </dgm:ptLst>
      <dgm:cxnLst>
        <dgm:cxn modelId="8" srcId="0" destId="1" srcOrd="0" destOrd="0"/>
        <dgm:cxn modelId="9" srcId="1" destId="2" srcOrd="0" destOrd="0"/>
        <dgm:cxn modelId="10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  <dgm:cxn modelId="11" srcId="0" destId="4" srcOrd="1" destOrd="0"/>
        <dgm:cxn modelId="12" srcId="0" destId="5" srcOrd="2" destOrd="0"/>
        <dgm:cxn modelId="13" srcId="0" destId="6" srcOrd="3" destOrd="0"/>
        <dgm:cxn modelId="14" srcId="0" destId="7" srcOrd="4" destOrd="0"/>
      </dgm:cxnLst>
      <dgm:bg/>
      <dgm:whole/>
    </dgm:dataModel>
  </dgm:clrData>
  <dgm:layoutNode name="mainComposite">
    <dgm:varLst>
      <dgm:chPref val="1"/>
      <dgm:dir/>
      <dgm:animOne val="branch"/>
      <dgm:animLvl val="lvl"/>
      <dgm:resizeHandles val="exact"/>
    </dgm:varLst>
    <dgm:alg type="composite">
      <dgm:param type="vertAlign" val="mid"/>
      <dgm:param type="horzAlign" val="ctr"/>
    </dgm:alg>
    <dgm:shape xmlns:r="http://schemas.openxmlformats.org/officeDocument/2006/relationships" r:blip="">
      <dgm:adjLst/>
    </dgm:shape>
    <dgm:presOf/>
    <dgm:choose name="Name0">
      <dgm:if name="Name1" axis="ch" ptType="node" func="cnt" op="gte" val="2">
        <dgm:choose name="Name2">
          <dgm:if name="Name3" func="var" arg="dir" op="equ" val="norm">
            <dgm:constrLst>
              <dgm:constr type="l" for="ch" forName="hierFlow" refType="w" fact="0.3"/>
              <dgm:constr type="t" for="ch" forName="hierFlow"/>
              <dgm:constr type="r" for="ch" forName="hierFlow" refType="w" fact="0.98"/>
              <dgm:constr type="b" for="ch" forName="hierFlow" refType="h" fact="0.98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w" for="des" forName="level1Shape" refType="w"/>
              <dgm:constr type="h" for="des" forName="level1Shape" refType="w" refFor="des" refForName="level1Shape" fact="0.66667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h" refFor="des" refForName="level1Shape" op="equ" fact="0.4"/>
              <dgm:constr type="sibSp" for="des" forName="hierChild1" refType="w" refFor="des" refForName="level1Shape" op="equ" fact="0.3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h" refFor="des" refForName="level1Shape" op="equ"/>
              <dgm:constr type="userB" for="des" refType="sp" refFor="des" op="equ"/>
              <dgm:constr type="h" for="des" forName="firstBuf" refType="h" refFor="des" refForName="level1Shape" fact="0.1"/>
            </dgm:constrLst>
          </dgm:if>
          <dgm:else name="Name4">
            <dgm:constrLst>
              <dgm:constr type="l" for="ch" forName="hierFlow" refType="w" fact="0.02"/>
              <dgm:constr type="t" for="ch" forName="hierFlow"/>
              <dgm:constr type="r" for="ch" forName="hierFlow" refType="w" fact="0.7"/>
              <dgm:constr type="b" for="ch" forName="hierFlow" refType="h" fact="0.98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w" for="des" forName="level1Shape" refType="w"/>
              <dgm:constr type="h" for="des" forName="level1Shape" refType="w" refFor="des" refForName="level1Shape" fact="0.66667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h" refFor="des" refForName="level1Shape" op="equ" fact="0.4"/>
              <dgm:constr type="sibSp" for="des" forName="hierChild1" refType="w" refFor="des" refForName="level1Shape" op="equ" fact="0.3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h" refFor="des" refForName="level1Shape" op="equ"/>
              <dgm:constr type="userB" for="des" refType="sp" refFor="des" op="equ"/>
              <dgm:constr type="h" for="des" forName="firstBuf" refType="h" refFor="des" refForName="level1Shape" fact="0.1"/>
            </dgm:constrLst>
          </dgm:else>
        </dgm:choose>
      </dgm:if>
      <dgm:else name="Name5">
        <dgm:constrLst>
          <dgm:constr type="l" for="ch" forName="hierFlow"/>
          <dgm:constr type="t" for="ch" forName="hierFlow"/>
          <dgm:constr type="r" for="ch" forName="hierFlow" refType="w"/>
          <dgm:constr type="b" for="ch" forName="hierFlow" refType="h"/>
          <dgm:constr type="l" for="ch" forName="bgShapesFlow"/>
          <dgm:constr type="t" for="ch" forName="bgShapesFlow"/>
          <dgm:constr type="r" for="ch" forName="bgShapesFlow" refType="w"/>
          <dgm:constr type="b" for="ch" forName="bgShapesFlow" refType="h"/>
          <dgm:constr type="w" for="des" forName="level1Shape" refType="w"/>
          <dgm:constr type="h" for="des" forName="level1Shape" refType="w" refFor="des" refForName="level1Shape" fact="0.66667"/>
          <dgm:constr type="w" for="des" forName="level2Shape" refType="w" refFor="des" refForName="level1Shape" op="equ"/>
          <dgm:constr type="h" for="des" forName="level2Shape" refType="h" refFor="des" refForName="level1Shape" op="equ"/>
          <dgm:constr type="sp" for="des" refType="h" refFor="des" refForName="level1Shape" op="equ" fact="0.4"/>
          <dgm:constr type="sibSp" for="des" forName="hierChild1" refType="w" refFor="des" refForName="level1Shape" op="equ" fact="0.3"/>
          <dgm:constr type="sibSp" for="des" forName="hierChild2" refType="sibSp" refFor="des" refForName="hierChild1" op="equ"/>
          <dgm:constr type="sibSp" for="des" forName="hierChild3" refType="sibSp" refFor="des" refForName="hierChild1" op="equ"/>
          <dgm:constr type="userA" for="des" refType="h" refFor="des" refForName="level1Shape" op="equ"/>
          <dgm:constr type="userB" for="des" refType="sp" refFor="des" op="equ"/>
          <dgm:constr type="h" for="des" forName="firstBuf" refType="h" refFor="des" refForName="level1Shape" fact="0.1"/>
        </dgm:constrLst>
      </dgm:else>
    </dgm:choose>
    <dgm:ruleLst/>
    <dgm:layoutNode name="hierFlow">
      <dgm:alg type="lin">
        <dgm:param type="linDir" val="fromT"/>
        <dgm:param type="nodeVertAlign" val="t"/>
        <dgm:param type="vertAlign" val="t"/>
        <dgm:param type="nodeHorzAlign" val="ctr"/>
        <dgm:param type="fallback" val="2D"/>
      </dgm:alg>
      <dgm:shape xmlns:r="http://schemas.openxmlformats.org/officeDocument/2006/relationships" r:blip="">
        <dgm:adjLst/>
      </dgm:shape>
      <dgm:presOf/>
      <dgm:constrLst/>
      <dgm:ruleLst/>
      <dgm:choose name="Name6">
        <dgm:if name="Name7" axis="ch" ptType="node" func="cnt" op="gte" val="2">
          <dgm:layoutNode name="firstBuf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8"/>
      </dgm:choose>
      <dgm:layoutNode name="hierChild1">
        <dgm:varLst>
          <dgm:chPref val="1"/>
          <dgm:animOne val="branch"/>
          <dgm:animLvl val="lvl"/>
        </dgm:varLst>
        <dgm:choose name="Name9">
          <dgm:if name="Name10" func="var" arg="dir" op="equ" val="norm">
            <dgm:alg type="hierChild">
              <dgm:param type="linDir" val="fromL"/>
              <dgm:param type="vertAlign" val="t"/>
            </dgm:alg>
          </dgm:if>
          <dgm:else name="Name11">
            <dgm:alg type="hierChild">
              <dgm:param type="linDir" val="fromR"/>
              <dgm:param type="vertAlign" val="t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primFontSz" for="des" ptType="node" op="equ"/>
        </dgm:constrLst>
        <dgm:ruleLst/>
        <dgm:forEach name="Name12" axis="ch" cnt="3">
          <dgm:forEach name="Name13" axis="self" ptType="node">
            <dgm:layoutNode name="Name14">
              <dgm:alg type="hierRoot"/>
              <dgm:shape xmlns:r="http://schemas.openxmlformats.org/officeDocument/2006/relationships" r:blip="">
                <dgm:adjLst/>
              </dgm:shape>
              <dgm:presOf/>
              <dgm:constrLst/>
              <dgm:ruleLst/>
              <dgm:layoutNode name="level1Shape" styleLbl="node0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primFontSz" val="65"/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hierChild2">
                <dgm:choose name="Name15">
                  <dgm:if name="Name16" func="var" arg="dir" op="equ" val="norm">
                    <dgm:alg type="hierChild">
                      <dgm:param type="linDir" val="fromL"/>
                    </dgm:alg>
                  </dgm:if>
                  <dgm:else name="Name17">
                    <dgm:alg type="hierChild">
                      <dgm:param type="linDir" val="from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  <dgm:forEach name="repeat" axis="ch">
                  <dgm:forEach name="Name18" axis="self" ptType="parTrans" cnt="1">
                    <dgm:layoutNode name="Name19">
                      <dgm:alg type="conn">
                        <dgm:param type="dim" val="1D"/>
                        <dgm:param type="endSty" val="noArr"/>
                        <dgm:param type="connRout" val="bend"/>
                        <dgm:param type="begPts" val="bCtr"/>
                        <dgm:param type="endPts" val="tCtr"/>
                      </dgm:alg>
                      <dgm:shape xmlns:r="http://schemas.openxmlformats.org/officeDocument/2006/relationships" type="conn" r:blip="">
                        <dgm:adjLst/>
                      </dgm:shape>
                      <dgm:presOf axis="self"/>
                      <dgm:constrLst>
                        <dgm:constr type="w" val="1"/>
                        <dgm:constr type="h" val="1"/>
                        <dgm:constr type="begPad"/>
                        <dgm:constr type="endPad"/>
                      </dgm:constrLst>
                      <dgm:ruleLst/>
                    </dgm:layoutNode>
                  </dgm:forEach>
                  <dgm:forEach name="Name20" axis="self" ptType="node">
                    <dgm:layoutNode name="Name21">
                      <dgm:alg type="hierRoot"/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/>
                      <dgm:layoutNode name="level2Shape">
                        <dgm:alg type="tx"/>
                        <dgm:shape xmlns:r="http://schemas.openxmlformats.org/officeDocument/2006/relationships" type="roundRect" r:blip="">
                          <dgm:adjLst>
                            <dgm:adj idx="1" val="0.1"/>
                          </dgm:adjLst>
                        </dgm:shape>
                        <dgm:presOf axis="self"/>
                        <dgm:constrLst>
                          <dgm:constr type="primFontSz" val="65"/>
                          <dgm:constr type="tMarg" refType="primFontSz" fact="0.3"/>
                          <dgm:constr type="bMarg" refType="primFontSz" fact="0.3"/>
                          <dgm:constr type="lMarg" refType="primFontSz" fact="0.3"/>
                          <dgm:constr type="rMarg" refType="primFontSz" fact="0.3"/>
                        </dgm:constrLst>
                        <dgm:ruleLst>
                          <dgm:rule type="primFontSz" val="5" fact="NaN" max="NaN"/>
                        </dgm:ruleLst>
                      </dgm:layoutNode>
                      <dgm:layoutNode name="hierChild3">
                        <dgm:choose name="Name22">
                          <dgm:if name="Name23" func="var" arg="dir" op="equ" val="norm">
                            <dgm:alg type="hierChild">
                              <dgm:param type="linDir" val="fromL"/>
                            </dgm:alg>
                          </dgm:if>
                          <dgm:else name="Name24">
                            <dgm:alg type="hierChild">
                              <dgm:param type="linDir" val="fromR"/>
                            </dgm:alg>
                          </dgm:else>
                        </dgm:choose>
                        <dgm:shape xmlns:r="http://schemas.openxmlformats.org/officeDocument/2006/relationships" r:blip="">
                          <dgm:adjLst/>
                        </dgm:shape>
                        <dgm:presOf/>
                        <dgm:constrLst/>
                        <dgm:ruleLst/>
                        <dgm:forEach name="Name25" ref="repeat"/>
                      </dgm:layoutNode>
                    </dgm:layoutNode>
                  </dgm:forEach>
                </dgm:forEach>
              </dgm:layoutNode>
            </dgm:layoutNode>
          </dgm:forEach>
        </dgm:forEach>
      </dgm:layoutNode>
    </dgm:layoutNode>
    <dgm:layoutNode name="bgShapesFlow">
      <dgm:alg type="lin">
        <dgm:param type="linDir" val="fromT"/>
        <dgm:param type="nodeVertAlign" val="t"/>
        <dgm:param type="vertAlign" val="t"/>
        <dgm:param type="nodeHorzAlign" val="ctr"/>
      </dgm:alg>
      <dgm:shape xmlns:r="http://schemas.openxmlformats.org/officeDocument/2006/relationships" r:blip="">
        <dgm:adjLst/>
      </dgm:shape>
      <dgm:presOf/>
      <dgm:constrLst>
        <dgm:constr type="userB"/>
        <dgm:constr type="w" for="ch" forName="rectComp" refType="w"/>
        <dgm:constr type="h" for="ch" forName="rectComp" refType="h"/>
        <dgm:constr type="w" for="des" forName="bgRect" refType="w"/>
        <dgm:constr type="primFontSz" for="des" forName="bgRectTx" op="equ"/>
      </dgm:constrLst>
      <dgm:ruleLst/>
      <dgm:forEach name="Name26" axis="ch" ptType="node" st="2">
        <dgm:layoutNode name="rectComp">
          <dgm:alg type="composite">
            <dgm:param type="vertAlign" val="t"/>
            <dgm:param type="horzAlign" val="ctr"/>
          </dgm:alg>
          <dgm:shape xmlns:r="http://schemas.openxmlformats.org/officeDocument/2006/relationships" r:blip="">
            <dgm:adjLst/>
          </dgm:shape>
          <dgm:presOf/>
          <dgm:choose name="Name27">
            <dgm:if name="Name28" func="var" arg="dir" op="equ" val="norm">
              <dgm:constrLst>
                <dgm:constr type="userA"/>
                <dgm:constr type="l" for="ch" forName="bgRect"/>
                <dgm:constr type="t" for="ch" forName="bgRect"/>
                <dgm:constr type="h" for="ch" forName="bgRect" refType="userA" fact="1.2"/>
                <dgm:constr type="l" for="ch" forName="bgRectTx"/>
                <dgm:constr type="t" for="ch" forName="bgRectTx"/>
                <dgm:constr type="w" for="ch" forName="bgRectTx" refType="w" refFor="ch" refForName="bgRect" fact="0.3"/>
                <dgm:constr type="h" for="ch" forName="bgRectTx" refType="h" refFor="ch" refForName="bgRect" op="equ"/>
              </dgm:constrLst>
            </dgm:if>
            <dgm:else name="Name29">
              <dgm:constrLst>
                <dgm:constr type="userA"/>
                <dgm:constr type="l" for="ch" forName="bgRect"/>
                <dgm:constr type="t" for="ch" forName="bgRect"/>
                <dgm:constr type="h" for="ch" forName="bgRect" refType="userA" fact="1.2"/>
                <dgm:constr type="r" for="ch" forName="bgRectTx" refType="w"/>
                <dgm:constr type="t" for="ch" forName="bgRectTx"/>
                <dgm:constr type="w" for="ch" forName="bgRectTx" refType="w" refFor="ch" refForName="bgRect" fact="0.3"/>
                <dgm:constr type="h" for="ch" forName="bgRectTx" refType="h" refFor="ch" refForName="bgRect" op="equ"/>
              </dgm:constrLst>
            </dgm:else>
          </dgm:choose>
          <dgm:ruleLst/>
          <dgm:layoutNode name="bgRect" styleLbl="bgShp">
            <dgm:alg type="sp"/>
            <dgm:shape xmlns:r="http://schemas.openxmlformats.org/officeDocument/2006/relationships" type="roundRect" r:blip="" zOrderOff="-999">
              <dgm:adjLst>
                <dgm:adj idx="1" val="0.1"/>
              </dgm:adjLst>
            </dgm:shape>
            <dgm:presOf axis="desOrSelf" ptType="node"/>
            <dgm:constrLst/>
            <dgm:ruleLst/>
          </dgm:layoutNode>
          <dgm:layoutNode name="bgRectTx" styleLbl="bgShp">
            <dgm:varLst>
              <dgm:bulletEnabled val="1"/>
            </dgm:varLst>
            <dgm:alg type="tx"/>
            <dgm:presOf axis="desOrSelf" ptType="node"/>
            <dgm:shape xmlns:r="http://schemas.openxmlformats.org/officeDocument/2006/relationships" type="rect" r:blip="" zOrderOff="-999" hideGeom="1">
              <dgm:adjLst/>
            </dgm:shape>
            <dgm:constrLst>
              <dgm:constr type="primFontSz" val="65"/>
            </dgm:constrLst>
            <dgm:ruleLst>
              <dgm:rule type="primFontSz" val="5" fact="NaN" max="NaN"/>
            </dgm:ruleLst>
          </dgm:layoutNode>
        </dgm:layoutNode>
        <dgm:choose name="Name30">
          <dgm:if name="Name31" axis="self" ptType="node" func="revPos" op="gte" val="2">
            <dgm:layoutNode name="spComp">
              <dgm:alg type="composite">
                <dgm:param type="vertAlign" val="t"/>
                <dgm:param type="horzAlign" val="ctr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userA"/>
                <dgm:constr type="userB"/>
                <dgm:constr type="l" for="ch" forName="vSp"/>
                <dgm:constr type="t" for="ch" forName="vSp"/>
                <dgm:constr type="h" for="ch" forName="vSp" refType="userB"/>
                <dgm:constr type="hOff" for="ch" forName="vSp" refType="userA" fact="-0.2"/>
              </dgm:constrLst>
              <dgm:ruleLst/>
              <dgm:layoutNode name="vSp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32"/>
        </dgm:choose>
      </dgm:forEach>
    </dgm:layoutNod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chart3">
  <dgm:title val=""/>
  <dgm:desc val=""/>
  <dgm:catLst>
    <dgm:cat type="relationship" pri="27000"/>
    <dgm:cat type="cycle" pri="8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ompositeShape">
    <dgm:varLst>
      <dgm:chMax val="7"/>
      <dgm:dir/>
      <dgm:resizeHandles val="exact"/>
    </dgm:varLst>
    <dgm:alg type="composite">
      <dgm:param type="horzAlign" val="ctr"/>
      <dgm:param type="vertAlign" val="mid"/>
      <dgm:param type="ar" val="1"/>
    </dgm:alg>
    <dgm:presOf/>
    <dgm:shape xmlns:r="http://schemas.openxmlformats.org/officeDocument/2006/relationships" r:blip="">
      <dgm:adjLst/>
    </dgm:shape>
    <dgm:choose name="Name0">
      <dgm:if name="Name1" axis="ch" ptType="node" func="cnt" op="equ" val="1">
        <dgm:constrLst>
          <dgm:constr type="l" for="ch" forName="wedge1" refType="w" fact="0.08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wedge1Tx" refType="w" fact="0.205"/>
          <dgm:constr type="t" for="ch" forName="wedge1Tx" refType="h" fact="0.205"/>
          <dgm:constr type="w" for="ch" forName="wedge1Tx" refType="w" fact="0.59"/>
          <dgm:constr type="h" for="ch" forName="wedge1Tx" refType="h" fact="0.59"/>
          <dgm:constr type="primFontSz" for="ch" ptType="node" op="equ"/>
        </dgm:constrLst>
      </dgm:if>
      <dgm:if name="Name2" axis="ch" ptType="node" func="cnt" op="equ" val="2">
        <dgm:constrLst>
          <dgm:constr type="l" for="ch" forName="wedge1" refType="w" fact="0.1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wedge1Tx" refType="w" fact="0.52"/>
          <dgm:constr type="t" for="ch" forName="wedge1Tx" refType="h" fact="0.205"/>
          <dgm:constr type="w" for="ch" forName="wedge1Tx" refType="w" fact="0.295"/>
          <dgm:constr type="h" for="ch" forName="wedge1Tx" refType="h" fact="0.59"/>
          <dgm:constr type="l" for="ch" forName="wedge2" refType="w" fact="0.08"/>
          <dgm:constr type="t" for="ch" forName="wedge2" refType="w" fact="0.08"/>
          <dgm:constr type="w" for="ch" forName="wedge2" refType="w" fact="0.84"/>
          <dgm:constr type="h" for="ch" forName="wedge2" refType="h" fact="0.84"/>
          <dgm:constr type="l" for="ch" forName="wedge2Tx" refType="w" fact="0.2"/>
          <dgm:constr type="t" for="ch" forName="wedge2Tx" refType="h" fact="0.205"/>
          <dgm:constr type="w" for="ch" forName="wedge2Tx" refType="w" fact="0.295"/>
          <dgm:constr type="h" for="ch" forName="wedge2Tx" refType="h" fact="0.59"/>
          <dgm:constr type="primFontSz" for="ch" ptType="node" op="equ"/>
        </dgm:constrLst>
      </dgm:if>
      <dgm:if name="Name3" axis="ch" ptType="node" func="cnt" op="equ" val="3">
        <dgm:choose name="Name4">
          <dgm:if name="Name5" func="var" arg="dir" op="equ" val="norm">
            <dgm:constrLst>
              <dgm:constr type="l" for="ch" forName="wedge1" refType="w" fact="0.1233"/>
              <dgm:constr type="t" for="ch" forName="wedge1" refType="w" fact="0.055"/>
              <dgm:constr type="w" for="ch" forName="wedge1" refType="w" fact="0.84"/>
              <dgm:constr type="h" for="ch" forName="wedge1" refType="h" fact="0.84"/>
              <dgm:constr type="l" for="ch" forName="wedge1Tx" refType="w" fact="0.58"/>
              <dgm:constr type="t" for="ch" forName="wedge1Tx" refType="h" fact="0.21"/>
              <dgm:constr type="w" for="ch" forName="wedge1Tx" refType="w" fact="0.285"/>
              <dgm:constr type="h" for="ch" forName="wedge1Tx" refType="h" fact="0.2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31"/>
              <dgm:constr type="t" for="ch" forName="wedge2Tx" refType="h" fact="0.61"/>
              <dgm:constr type="w" for="ch" forName="wedge2Tx" refType="w" fact="0.38"/>
              <dgm:constr type="h" for="ch" forName="wedge2Tx" refType="h" fact="0.26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17"/>
              <dgm:constr type="t" for="ch" forName="wedge3Tx" refType="h" fact="0.245"/>
              <dgm:constr type="w" for="ch" forName="wedge3Tx" refType="w" fact="0.285"/>
              <dgm:constr type="h" for="ch" forName="wedge3Tx" refType="h" fact="0.28"/>
              <dgm:constr type="primFontSz" for="ch" ptType="node" op="equ"/>
            </dgm:constrLst>
          </dgm:if>
          <dgm:else name="Name6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45"/>
              <dgm:constr type="t" for="ch" forName="wedge1Tx" refType="h" fact="0.245"/>
              <dgm:constr type="w" for="ch" forName="wedge1Tx" refType="w" fact="0.285"/>
              <dgm:constr type="h" for="ch" forName="wedge1Tx" refType="h" fact="0.2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31"/>
              <dgm:constr type="t" for="ch" forName="wedge2Tx" refType="h" fact="0.61"/>
              <dgm:constr type="w" for="ch" forName="wedge2Tx" refType="w" fact="0.38"/>
              <dgm:constr type="h" for="ch" forName="wedge2Tx" refType="h" fact="0.26"/>
              <dgm:constr type="l" for="ch" forName="wedge3" refType="w" fact="0.0367"/>
              <dgm:constr type="t" for="ch" forName="wedge3" refType="w" fact="0.055"/>
              <dgm:constr type="w" for="ch" forName="wedge3" refType="w" fact="0.84"/>
              <dgm:constr type="h" for="ch" forName="wedge3" refType="h" fact="0.84"/>
              <dgm:constr type="l" for="ch" forName="wedge3Tx" refType="w" fact="0.14"/>
              <dgm:constr type="t" for="ch" forName="wedge3Tx" refType="h" fact="0.21"/>
              <dgm:constr type="w" for="ch" forName="wedge3Tx" refType="w" fact="0.285"/>
              <dgm:constr type="h" for="ch" forName="wedge3Tx" refType="h" fact="0.28"/>
              <dgm:constr type="primFontSz" for="ch" ptType="node" op="equ"/>
            </dgm:constrLst>
          </dgm:else>
        </dgm:choose>
      </dgm:if>
      <dgm:if name="Name7" axis="ch" ptType="node" func="cnt" op="equ" val="4">
        <dgm:choose name="Name8">
          <dgm:if name="Name9" func="var" arg="dir" op="equ" val="norm">
            <dgm:constrLst>
              <dgm:constr type="l" for="ch" forName="wedge1" refType="w" fact="0.1154"/>
              <dgm:constr type="t" for="ch" forName="wedge1" refType="w" fact="0.0446"/>
              <dgm:constr type="w" for="ch" forName="wedge1" refType="w" fact="0.84"/>
              <dgm:constr type="h" for="ch" forName="wedge1" refType="h" fact="0.84"/>
              <dgm:constr type="l" for="ch" forName="wedge1Tx" refType="w" fact="0.545"/>
              <dgm:constr type="t" for="ch" forName="wedge1Tx" refType="h" fact="0.2"/>
              <dgm:constr type="w" for="ch" forName="wedge1Tx" refType="w" fact="0.31"/>
              <dgm:constr type="h" for="ch" forName="wedge1Tx" refType="h" fact="0.2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515"/>
              <dgm:constr type="t" for="ch" forName="wedge2Tx" refType="h" fact="0.515"/>
              <dgm:constr type="w" for="ch" forName="wedge2Tx" refType="w" fact="0.31"/>
              <dgm:constr type="h" for="ch" forName="wedge2Tx" refType="h" fact="0.2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175"/>
              <dgm:constr type="t" for="ch" forName="wedge3Tx" refType="h" fact="0.515"/>
              <dgm:constr type="w" for="ch" forName="wedge3Tx" refType="w" fact="0.31"/>
              <dgm:constr type="h" for="ch" forName="wedge3Tx" refType="h" fact="0.25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175"/>
              <dgm:constr type="t" for="ch" forName="wedge4Tx" refType="h" fact="0.235"/>
              <dgm:constr type="w" for="ch" forName="wedge4Tx" refType="w" fact="0.31"/>
              <dgm:constr type="h" for="ch" forName="wedge4Tx" refType="h" fact="0.25"/>
              <dgm:constr type="primFontSz" for="ch" ptType="node" op="equ"/>
            </dgm:constrLst>
          </dgm:if>
          <dgm:else name="Name10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15"/>
              <dgm:constr type="t" for="ch" forName="wedge1Tx" refType="h" fact="0.235"/>
              <dgm:constr type="w" for="ch" forName="wedge1Tx" refType="w" fact="0.31"/>
              <dgm:constr type="h" for="ch" forName="wedge1Tx" refType="h" fact="0.2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515"/>
              <dgm:constr type="t" for="ch" forName="wedge2Tx" refType="h" fact="0.515"/>
              <dgm:constr type="w" for="ch" forName="wedge2Tx" refType="w" fact="0.31"/>
              <dgm:constr type="h" for="ch" forName="wedge2Tx" refType="h" fact="0.2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175"/>
              <dgm:constr type="t" for="ch" forName="wedge3Tx" refType="h" fact="0.515"/>
              <dgm:constr type="w" for="ch" forName="wedge3Tx" refType="w" fact="0.31"/>
              <dgm:constr type="h" for="ch" forName="wedge3Tx" refType="h" fact="0.25"/>
              <dgm:constr type="l" for="ch" forName="wedge4" refType="w" fact="0.0446"/>
              <dgm:constr type="t" for="ch" forName="wedge4" refType="h" fact="0.0446"/>
              <dgm:constr type="w" for="ch" forName="wedge4" refType="w" fact="0.84"/>
              <dgm:constr type="h" for="ch" forName="wedge4" refType="h" fact="0.84"/>
              <dgm:constr type="l" for="ch" forName="wedge4Tx" refType="w" fact="0.145"/>
              <dgm:constr type="t" for="ch" forName="wedge4Tx" refType="h" fact="0.2"/>
              <dgm:constr type="w" for="ch" forName="wedge4Tx" refType="w" fact="0.31"/>
              <dgm:constr type="h" for="ch" forName="wedge4Tx" refType="h" fact="0.25"/>
              <dgm:constr type="primFontSz" for="ch" ptType="node" op="equ"/>
            </dgm:constrLst>
          </dgm:else>
        </dgm:choose>
      </dgm:if>
      <dgm:if name="Name11" axis="ch" ptType="node" func="cnt" op="equ" val="5">
        <dgm:choose name="Name12">
          <dgm:if name="Name13" func="var" arg="dir" op="equ" val="norm">
            <dgm:constrLst>
              <dgm:constr type="l" for="ch" forName="wedge1" refType="w" fact="0.1094"/>
              <dgm:constr type="t" for="ch" forName="wedge1" refType="w" fact="0.0395"/>
              <dgm:constr type="w" for="ch" forName="wedge1" refType="w" fact="0.84"/>
              <dgm:constr type="h" for="ch" forName="wedge1" refType="h" fact="0.84"/>
              <dgm:constr type="l" for="ch" forName="wedge1Tx" refType="w" fact="0.54"/>
              <dgm:constr type="t" for="ch" forName="wedge1Tx" refType="h" fact="0.165"/>
              <dgm:constr type="w" for="ch" forName="wedge1Tx" refType="w" fact="0.285"/>
              <dgm:constr type="h" for="ch" forName="wedge1Tx" refType="h" fact="0.19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29"/>
              <dgm:constr type="t" for="ch" forName="wedge2Tx" refType="h" fact="0.46"/>
              <dgm:constr type="w" for="ch" forName="wedge2Tx" refType="w" fact="0.25"/>
              <dgm:constr type="h" for="ch" forName="wedge2Tx" refType="h" fact="0.211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35"/>
              <dgm:constr type="t" for="ch" forName="wedge3Tx" refType="h" fact="0.71"/>
              <dgm:constr type="w" for="ch" forName="wedge3Tx" refType="w" fact="0.3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12"/>
              <dgm:constr type="t" for="ch" forName="wedge4Tx" refType="h" fact="0.46"/>
              <dgm:constr type="w" for="ch" forName="wedge4Tx" refType="w" fact="0.25"/>
              <dgm:constr type="h" for="ch" forName="wedge4Tx" refType="h" fact="0.211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2025"/>
              <dgm:constr type="t" for="ch" forName="wedge5Tx" refType="h" fact="0.208"/>
              <dgm:constr type="w" for="ch" forName="wedge5Tx" refType="w" fact="0.285"/>
              <dgm:constr type="h" for="ch" forName="wedge5Tx" refType="h" fact="0.195"/>
              <dgm:constr type="primFontSz" for="ch" ptType="node" op="equ"/>
            </dgm:constrLst>
          </dgm:if>
          <dgm:else name="Name14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1"/>
              <dgm:constr type="t" for="ch" forName="wedge1Tx" refType="h" fact="0.208"/>
              <dgm:constr type="w" for="ch" forName="wedge1Tx" refType="w" fact="0.285"/>
              <dgm:constr type="h" for="ch" forName="wedge1Tx" refType="h" fact="0.19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29"/>
              <dgm:constr type="t" for="ch" forName="wedge2Tx" refType="h" fact="0.46"/>
              <dgm:constr type="w" for="ch" forName="wedge2Tx" refType="w" fact="0.25"/>
              <dgm:constr type="h" for="ch" forName="wedge2Tx" refType="h" fact="0.211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35"/>
              <dgm:constr type="t" for="ch" forName="wedge3Tx" refType="h" fact="0.71"/>
              <dgm:constr type="w" for="ch" forName="wedge3Tx" refType="w" fact="0.3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12"/>
              <dgm:constr type="t" for="ch" forName="wedge4Tx" refType="h" fact="0.46"/>
              <dgm:constr type="w" for="ch" forName="wedge4Tx" refType="w" fact="0.25"/>
              <dgm:constr type="h" for="ch" forName="wedge4Tx" refType="h" fact="0.211"/>
              <dgm:constr type="l" for="ch" forName="wedge5" refType="w" fact="0.0506"/>
              <dgm:constr type="t" for="ch" forName="wedge5" refType="h" fact="0.0395"/>
              <dgm:constr type="w" for="ch" forName="wedge5" refType="w" fact="0.84"/>
              <dgm:constr type="h" for="ch" forName="wedge5" refType="h" fact="0.84"/>
              <dgm:constr type="l" for="ch" forName="wedge5Tx" refType="w" fact="0.18"/>
              <dgm:constr type="t" for="ch" forName="wedge5Tx" refType="h" fact="0.165"/>
              <dgm:constr type="w" for="ch" forName="wedge5Tx" refType="w" fact="0.285"/>
              <dgm:constr type="h" for="ch" forName="wedge5Tx" refType="h" fact="0.195"/>
              <dgm:constr type="primFontSz" for="ch" ptType="node" op="equ"/>
            </dgm:constrLst>
          </dgm:else>
        </dgm:choose>
      </dgm:if>
      <dgm:if name="Name15" axis="ch" ptType="node" func="cnt" op="equ" val="6">
        <dgm:choose name="Name16">
          <dgm:if name="Name17" func="var" arg="dir" op="equ" val="norm">
            <dgm:constrLst>
              <dgm:constr type="l" for="ch" forName="wedge1" refType="w" fact="0.105"/>
              <dgm:constr type="t" for="ch" forName="wedge1" refType="w" fact="0.0367"/>
              <dgm:constr type="w" for="ch" forName="wedge1" refType="w" fact="0.84"/>
              <dgm:constr type="h" for="ch" forName="wedge1" refType="h" fact="0.84"/>
              <dgm:constr type="l" for="ch" forName="wedge1Tx" refType="w" fact="0.534"/>
              <dgm:constr type="t" for="ch" forName="wedge1Tx" refType="h" fact="0.1267"/>
              <dgm:constr type="w" for="ch" forName="wedge1Tx" refType="w" fact="0.245"/>
              <dgm:constr type="h" for="ch" forName="wedge1Tx" refType="h" fact="0.1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415"/>
              <dgm:constr type="w" for="ch" forName="wedge2Tx" refType="w" fact="0.254"/>
              <dgm:constr type="h" for="ch" forName="wedge2Tx" refType="h" fact="0.17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509"/>
              <dgm:constr type="t" for="ch" forName="wedge3Tx" refType="h" fact="0.65"/>
              <dgm:constr type="w" for="ch" forName="wedge3Tx" refType="w" fact="0.245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246"/>
              <dgm:constr type="t" for="ch" forName="wedge4Tx" refType="h" fact="0.65"/>
              <dgm:constr type="w" for="ch" forName="wedge4Tx" refType="w" fact="0.245"/>
              <dgm:constr type="h" for="ch" forName="wedge4Tx" refType="h" fact="0.18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093"/>
              <dgm:constr type="t" for="ch" forName="wedge5Tx" refType="h" fact="0.415"/>
              <dgm:constr type="w" for="ch" forName="wedge5Tx" refType="w" fact="0.254"/>
              <dgm:constr type="h" for="ch" forName="wedge5Tx" refType="h" fact="0.17"/>
              <dgm:constr type="l" for="ch" forName="wedge6" refType="w" fact="0.08"/>
              <dgm:constr type="t" for="ch" forName="wedge6" refType="h" fact="0.08"/>
              <dgm:constr type="w" for="ch" forName="wedge6" refType="w" fact="0.84"/>
              <dgm:constr type="h" for="ch" forName="wedge6" refType="h" fact="0.84"/>
              <dgm:constr type="l" for="ch" forName="wedge6Tx" refType="w" fact="0.246"/>
              <dgm:constr type="t" for="ch" forName="wedge6Tx" refType="h" fact="0.17"/>
              <dgm:constr type="w" for="ch" forName="wedge6Tx" refType="w" fact="0.245"/>
              <dgm:constr type="h" for="ch" forName="wedge6Tx" refType="h" fact="0.18"/>
              <dgm:constr type="primFontSz" for="ch" ptType="node" op="equ"/>
            </dgm:constrLst>
          </dgm:if>
          <dgm:else name="Name18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09"/>
              <dgm:constr type="t" for="ch" forName="wedge1Tx" refType="h" fact="0.17"/>
              <dgm:constr type="w" for="ch" forName="wedge1Tx" refType="w" fact="0.245"/>
              <dgm:constr type="h" for="ch" forName="wedge1Tx" refType="h" fact="0.1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415"/>
              <dgm:constr type="w" for="ch" forName="wedge2Tx" refType="w" fact="0.254"/>
              <dgm:constr type="h" for="ch" forName="wedge2Tx" refType="h" fact="0.17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509"/>
              <dgm:constr type="t" for="ch" forName="wedge3Tx" refType="h" fact="0.65"/>
              <dgm:constr type="w" for="ch" forName="wedge3Tx" refType="w" fact="0.245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246"/>
              <dgm:constr type="t" for="ch" forName="wedge4Tx" refType="h" fact="0.65"/>
              <dgm:constr type="w" for="ch" forName="wedge4Tx" refType="w" fact="0.245"/>
              <dgm:constr type="h" for="ch" forName="wedge4Tx" refType="h" fact="0.18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093"/>
              <dgm:constr type="t" for="ch" forName="wedge5Tx" refType="h" fact="0.415"/>
              <dgm:constr type="w" for="ch" forName="wedge5Tx" refType="w" fact="0.254"/>
              <dgm:constr type="h" for="ch" forName="wedge5Tx" refType="h" fact="0.17"/>
              <dgm:constr type="l" for="ch" forName="wedge6" refType="w" fact="0.055"/>
              <dgm:constr type="t" for="ch" forName="wedge6" refType="h" fact="0.0367"/>
              <dgm:constr type="w" for="ch" forName="wedge6" refType="w" fact="0.84"/>
              <dgm:constr type="h" for="ch" forName="wedge6" refType="h" fact="0.84"/>
              <dgm:constr type="l" for="ch" forName="wedge6Tx" refType="w" fact="0.221"/>
              <dgm:constr type="t" for="ch" forName="wedge6Tx" refType="h" fact="0.1267"/>
              <dgm:constr type="w" for="ch" forName="wedge6Tx" refType="w" fact="0.245"/>
              <dgm:constr type="h" for="ch" forName="wedge6Tx" refType="h" fact="0.18"/>
              <dgm:constr type="primFontSz" for="ch" ptType="node" op="equ"/>
            </dgm:constrLst>
          </dgm:else>
        </dgm:choose>
      </dgm:if>
      <dgm:else name="Name19">
        <dgm:choose name="Name20">
          <dgm:if name="Name21" func="var" arg="dir" op="equ" val="norm">
            <dgm:constrLst>
              <dgm:constr type="l" for="ch" forName="wedge1" refType="w" fact="0.1017"/>
              <dgm:constr type="t" for="ch" forName="wedge1" refType="w" fact="0.035"/>
              <dgm:constr type="w" for="ch" forName="wedge1" refType="w" fact="0.84"/>
              <dgm:constr type="h" for="ch" forName="wedge1" refType="h" fact="0.84"/>
              <dgm:constr type="l" for="ch" forName="wedge1Tx" refType="w" fact="0.53"/>
              <dgm:constr type="t" for="ch" forName="wedge1Tx" refType="h" fact="0.115"/>
              <dgm:constr type="w" for="ch" forName="wedge1Tx" refType="w" fact="0.23"/>
              <dgm:constr type="h" for="ch" forName="wedge1Tx" refType="h" fact="0.14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38"/>
              <dgm:constr type="w" for="ch" forName="wedge2Tx" refType="w" fact="0.244"/>
              <dgm:constr type="h" for="ch" forName="wedge2Tx" refType="h" fact="0.15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62"/>
              <dgm:constr type="t" for="ch" forName="wedge3Tx" refType="h" fact="0.58"/>
              <dgm:constr type="w" for="ch" forName="wedge3Tx" refType="w" fact="0.22"/>
              <dgm:constr type="h" for="ch" forName="wedge3Tx" refType="h" fact="0.16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3875"/>
              <dgm:constr type="t" for="ch" forName="wedge4Tx" refType="h" fact="0.74"/>
              <dgm:constr type="w" for="ch" forName="wedge4Tx" refType="w" fact="0.225"/>
              <dgm:constr type="h" for="ch" forName="wedge4Tx" refType="h" fact="0.16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16"/>
              <dgm:constr type="t" for="ch" forName="wedge5Tx" refType="h" fact="0.58"/>
              <dgm:constr type="w" for="ch" forName="wedge5Tx" refType="w" fact="0.22"/>
              <dgm:constr type="h" for="ch" forName="wedge5Tx" refType="h" fact="0.16"/>
              <dgm:constr type="l" for="ch" forName="wedge6" refType="w" fact="0.08"/>
              <dgm:constr type="t" for="ch" forName="wedge6" refType="h" fact="0.08"/>
              <dgm:constr type="w" for="ch" forName="wedge6" refType="w" fact="0.84"/>
              <dgm:constr type="h" for="ch" forName="wedge6" refType="h" fact="0.84"/>
              <dgm:constr type="l" for="ch" forName="wedge6Tx" refType="w" fact="0.101"/>
              <dgm:constr type="t" for="ch" forName="wedge6Tx" refType="h" fact="0.38"/>
              <dgm:constr type="w" for="ch" forName="wedge6Tx" refType="w" fact="0.244"/>
              <dgm:constr type="h" for="ch" forName="wedge6Tx" refType="h" fact="0.155"/>
              <dgm:constr type="l" for="ch" forName="wedge7" refType="w" fact="0.08"/>
              <dgm:constr type="t" for="ch" forName="wedge7" refType="h" fact="0.08"/>
              <dgm:constr type="w" for="ch" forName="wedge7" refType="w" fact="0.84"/>
              <dgm:constr type="h" for="ch" forName="wedge7" refType="h" fact="0.84"/>
              <dgm:constr type="l" for="ch" forName="wedge7Tx" refType="w" fact="0.262"/>
              <dgm:constr type="t" for="ch" forName="wedge7Tx" refType="h" fact="0.16"/>
              <dgm:constr type="w" for="ch" forName="wedge7Tx" refType="w" fact="0.23"/>
              <dgm:constr type="h" for="ch" forName="wedge7Tx" refType="h" fact="0.145"/>
              <dgm:constr type="primFontSz" for="ch" ptType="node" op="equ"/>
            </dgm:constrLst>
          </dgm:if>
          <dgm:else name="Name22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08"/>
              <dgm:constr type="t" for="ch" forName="wedge1Tx" refType="h" fact="0.16"/>
              <dgm:constr type="w" for="ch" forName="wedge1Tx" refType="w" fact="0.23"/>
              <dgm:constr type="h" for="ch" forName="wedge1Tx" refType="h" fact="0.14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38"/>
              <dgm:constr type="w" for="ch" forName="wedge2Tx" refType="w" fact="0.244"/>
              <dgm:constr type="h" for="ch" forName="wedge2Tx" refType="h" fact="0.15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62"/>
              <dgm:constr type="t" for="ch" forName="wedge3Tx" refType="h" fact="0.58"/>
              <dgm:constr type="w" for="ch" forName="wedge3Tx" refType="w" fact="0.22"/>
              <dgm:constr type="h" for="ch" forName="wedge3Tx" refType="h" fact="0.16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3875"/>
              <dgm:constr type="t" for="ch" forName="wedge4Tx" refType="h" fact="0.74"/>
              <dgm:constr type="w" for="ch" forName="wedge4Tx" refType="w" fact="0.225"/>
              <dgm:constr type="h" for="ch" forName="wedge4Tx" refType="h" fact="0.16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16"/>
              <dgm:constr type="t" for="ch" forName="wedge5Tx" refType="h" fact="0.58"/>
              <dgm:constr type="w" for="ch" forName="wedge5Tx" refType="w" fact="0.22"/>
              <dgm:constr type="h" for="ch" forName="wedge5Tx" refType="h" fact="0.16"/>
              <dgm:constr type="l" for="ch" forName="wedge6" refType="w" fact="0.08"/>
              <dgm:constr type="t" for="ch" forName="wedge6" refType="h" fact="0.08"/>
              <dgm:constr type="w" for="ch" forName="wedge6" refType="w" fact="0.84"/>
              <dgm:constr type="h" for="ch" forName="wedge6" refType="h" fact="0.84"/>
              <dgm:constr type="l" for="ch" forName="wedge6Tx" refType="w" fact="0.101"/>
              <dgm:constr type="t" for="ch" forName="wedge6Tx" refType="h" fact="0.38"/>
              <dgm:constr type="w" for="ch" forName="wedge6Tx" refType="w" fact="0.244"/>
              <dgm:constr type="h" for="ch" forName="wedge6Tx" refType="h" fact="0.155"/>
              <dgm:constr type="l" for="ch" forName="wedge7" refType="w" fact="0.0583"/>
              <dgm:constr type="t" for="ch" forName="wedge7" refType="h" fact="0.035"/>
              <dgm:constr type="w" for="ch" forName="wedge7" refType="w" fact="0.84"/>
              <dgm:constr type="h" for="ch" forName="wedge7" refType="h" fact="0.84"/>
              <dgm:constr type="l" for="ch" forName="wedge7Tx" refType="w" fact="0.2403"/>
              <dgm:constr type="t" for="ch" forName="wedge7Tx" refType="h" fact="0.115"/>
              <dgm:constr type="w" for="ch" forName="wedge7Tx" refType="w" fact="0.23"/>
              <dgm:constr type="h" for="ch" forName="wedge7Tx" refType="h" fact="0.145"/>
              <dgm:constr type="primFontSz" for="ch" ptType="node" op="equ"/>
            </dgm:constrLst>
          </dgm:else>
        </dgm:choose>
      </dgm:else>
    </dgm:choose>
    <dgm:ruleLst/>
    <dgm:choose name="Name23">
      <dgm:if name="Name24" axis="ch" ptType="node" func="cnt" op="gte" val="1">
        <dgm:layoutNode name="wedge1">
          <dgm:alg type="sp"/>
          <dgm:choose name="Name25">
            <dgm:if name="Name26" axis="ch" ptType="node" func="cnt" op="equ" val="1">
              <dgm:shape xmlns:r="http://schemas.openxmlformats.org/officeDocument/2006/relationships" type="ellipse" r:blip="">
                <dgm:adjLst/>
              </dgm:shape>
            </dgm:if>
            <dgm:if name="Name27" axis="ch" ptType="node" func="cnt" op="equ" val="2">
              <dgm:shape xmlns:r="http://schemas.openxmlformats.org/officeDocument/2006/relationships" type="pie" r:blip="">
                <dgm:adjLst>
                  <dgm:adj idx="1" val="270"/>
                  <dgm:adj idx="2" val="90"/>
                </dgm:adjLst>
              </dgm:shape>
            </dgm:if>
            <dgm:if name="Name28" axis="ch" ptType="node" func="cnt" op="equ" val="3">
              <dgm:shape xmlns:r="http://schemas.openxmlformats.org/officeDocument/2006/relationships" type="pie" r:blip="">
                <dgm:adjLst>
                  <dgm:adj idx="1" val="270"/>
                  <dgm:adj idx="2" val="30"/>
                </dgm:adjLst>
              </dgm:shape>
            </dgm:if>
            <dgm:if name="Name29" axis="ch" ptType="node" func="cnt" op="equ" val="4">
              <dgm:shape xmlns:r="http://schemas.openxmlformats.org/officeDocument/2006/relationships" type="pie" r:blip="">
                <dgm:adjLst>
                  <dgm:adj idx="1" val="270"/>
                  <dgm:adj idx="2" val="0"/>
                </dgm:adjLst>
              </dgm:shape>
            </dgm:if>
            <dgm:if name="Name30" axis="ch" ptType="node" func="cnt" op="equ" val="5">
              <dgm:shape xmlns:r="http://schemas.openxmlformats.org/officeDocument/2006/relationships" type="pie" r:blip="">
                <dgm:adjLst>
                  <dgm:adj idx="1" val="270"/>
                  <dgm:adj idx="2" val="342"/>
                </dgm:adjLst>
              </dgm:shape>
            </dgm:if>
            <dgm:if name="Name31" axis="ch" ptType="node" func="cnt" op="equ" val="6">
              <dgm:shape xmlns:r="http://schemas.openxmlformats.org/officeDocument/2006/relationships" type="pie" r:blip="">
                <dgm:adjLst>
                  <dgm:adj idx="1" val="270"/>
                  <dgm:adj idx="2" val="330"/>
                </dgm:adjLst>
              </dgm:shape>
            </dgm:if>
            <dgm:else name="Name32">
              <dgm:shape xmlns:r="http://schemas.openxmlformats.org/officeDocument/2006/relationships" type="pie" r:blip="">
                <dgm:adjLst>
                  <dgm:adj idx="1" val="270"/>
                  <dgm:adj idx="2" val="321.4286"/>
                </dgm:adjLst>
              </dgm:shape>
            </dgm:else>
          </dgm:choose>
          <dgm:choose name="Name33">
            <dgm:if name="Name34" func="var" arg="dir" op="equ" val="norm">
              <dgm:presOf axis="ch desOrSelf" ptType="node node" st="1 1" cnt="1 0"/>
            </dgm:if>
            <dgm:else name="Name35">
              <dgm:choose name="Name36">
                <dgm:if name="Name37" axis="ch" ptType="node" func="cnt" op="equ" val="1">
                  <dgm:presOf axis="ch desOrSelf" ptType="node node" st="1 1" cnt="1 0"/>
                </dgm:if>
                <dgm:if name="Name38" axis="ch" ptType="node" func="cnt" op="equ" val="2">
                  <dgm:presOf axis="ch desOrSelf" ptType="node node" st="2 1" cnt="1 0"/>
                </dgm:if>
                <dgm:if name="Name39" axis="ch" ptType="node" func="cnt" op="equ" val="3">
                  <dgm:presOf axis="ch desOrSelf" ptType="node node" st="3 1" cnt="1 0"/>
                </dgm:if>
                <dgm:if name="Name40" axis="ch" ptType="node" func="cnt" op="equ" val="4">
                  <dgm:presOf axis="ch desOrSelf" ptType="node node" st="4 1" cnt="1 0"/>
                </dgm:if>
                <dgm:if name="Name41" axis="ch" ptType="node" func="cnt" op="equ" val="5">
                  <dgm:presOf axis="ch desOrSelf" ptType="node node" st="5 1" cnt="1 0"/>
                </dgm:if>
                <dgm:if name="Name42" axis="ch" ptType="node" func="cnt" op="equ" val="6">
                  <dgm:presOf axis="ch desOrSelf" ptType="node node" st="6 1" cnt="1 0"/>
                </dgm:if>
                <dgm:else name="Name43">
                  <dgm:presOf axis="ch desOrSelf" ptType="node node" st="7 1" cnt="1 0"/>
                </dgm:else>
              </dgm:choose>
            </dgm:else>
          </dgm:choose>
          <dgm:constrLst/>
          <dgm:ruleLst/>
        </dgm:layoutNode>
        <dgm:layoutNode name="wedge1Tx" moveWith="wedg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44">
            <dgm:if name="Name45" func="var" arg="dir" op="equ" val="norm">
              <dgm:presOf axis="ch desOrSelf" ptType="node node" st="1 1" cnt="1 0"/>
            </dgm:if>
            <dgm:else name="Name46">
              <dgm:choose name="Name47">
                <dgm:if name="Name48" axis="ch" ptType="node" func="cnt" op="equ" val="1">
                  <dgm:presOf axis="ch desOrSelf" ptType="node node" st="1 1" cnt="1 0"/>
                </dgm:if>
                <dgm:if name="Name49" axis="ch" ptType="node" func="cnt" op="equ" val="2">
                  <dgm:presOf axis="ch desOrSelf" ptType="node node" st="2 1" cnt="1 0"/>
                </dgm:if>
                <dgm:if name="Name50" axis="ch" ptType="node" func="cnt" op="equ" val="3">
                  <dgm:presOf axis="ch desOrSelf" ptType="node node" st="3 1" cnt="1 0"/>
                </dgm:if>
                <dgm:if name="Name51" axis="ch" ptType="node" func="cnt" op="equ" val="4">
                  <dgm:presOf axis="ch desOrSelf" ptType="node node" st="4 1" cnt="1 0"/>
                </dgm:if>
                <dgm:if name="Name52" axis="ch" ptType="node" func="cnt" op="equ" val="5">
                  <dgm:presOf axis="ch desOrSelf" ptType="node node" st="5 1" cnt="1 0"/>
                </dgm:if>
                <dgm:if name="Name53" axis="ch" ptType="node" func="cnt" op="equ" val="6">
                  <dgm:presOf axis="ch desOrSelf" ptType="node node" st="6 1" cnt="1 0"/>
                </dgm:if>
                <dgm:else name="Name54">
                  <dgm:presOf axis="ch desOrSelf" ptType="node node" st="7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55"/>
    </dgm:choose>
    <dgm:choose name="Name56">
      <dgm:if name="Name57" axis="ch" ptType="node" func="cnt" op="gte" val="2">
        <dgm:layoutNode name="wedge2">
          <dgm:alg type="sp"/>
          <dgm:choose name="Name58">
            <dgm:if name="Name59" axis="ch" ptType="node" func="cnt" op="equ" val="2">
              <dgm:shape xmlns:r="http://schemas.openxmlformats.org/officeDocument/2006/relationships" type="pie" r:blip="">
                <dgm:adjLst>
                  <dgm:adj idx="1" val="90"/>
                  <dgm:adj idx="2" val="270"/>
                </dgm:adjLst>
              </dgm:shape>
            </dgm:if>
            <dgm:if name="Name60" axis="ch" ptType="node" func="cnt" op="equ" val="3">
              <dgm:shape xmlns:r="http://schemas.openxmlformats.org/officeDocument/2006/relationships" type="pie" r:blip="">
                <dgm:adjLst>
                  <dgm:adj idx="1" val="30"/>
                  <dgm:adj idx="2" val="150"/>
                </dgm:adjLst>
              </dgm:shape>
            </dgm:if>
            <dgm:if name="Name61" axis="ch" ptType="node" func="cnt" op="equ" val="4">
              <dgm:shape xmlns:r="http://schemas.openxmlformats.org/officeDocument/2006/relationships" type="pie" r:blip="">
                <dgm:adjLst>
                  <dgm:adj idx="1" val="0"/>
                  <dgm:adj idx="2" val="90"/>
                </dgm:adjLst>
              </dgm:shape>
            </dgm:if>
            <dgm:if name="Name62" axis="ch" ptType="node" func="cnt" op="equ" val="5">
              <dgm:shape xmlns:r="http://schemas.openxmlformats.org/officeDocument/2006/relationships" type="pie" r:blip="">
                <dgm:adjLst>
                  <dgm:adj idx="1" val="342"/>
                  <dgm:adj idx="2" val="54"/>
                </dgm:adjLst>
              </dgm:shape>
            </dgm:if>
            <dgm:if name="Name63" axis="ch" ptType="node" func="cnt" op="equ" val="6">
              <dgm:shape xmlns:r="http://schemas.openxmlformats.org/officeDocument/2006/relationships" type="pie" r:blip="">
                <dgm:adjLst>
                  <dgm:adj idx="1" val="330"/>
                  <dgm:adj idx="2" val="30"/>
                </dgm:adjLst>
              </dgm:shape>
            </dgm:if>
            <dgm:else name="Name64">
              <dgm:shape xmlns:r="http://schemas.openxmlformats.org/officeDocument/2006/relationships" type="pie" r:blip="">
                <dgm:adjLst>
                  <dgm:adj idx="1" val="321.4286"/>
                  <dgm:adj idx="2" val="12.85714"/>
                </dgm:adjLst>
              </dgm:shape>
            </dgm:else>
          </dgm:choose>
          <dgm:choose name="Name65">
            <dgm:if name="Name66" func="var" arg="dir" op="equ" val="norm">
              <dgm:presOf axis="ch desOrSelf" ptType="node node" st="2 1" cnt="1 0"/>
            </dgm:if>
            <dgm:else name="Name67">
              <dgm:choose name="Name68">
                <dgm:if name="Name69" axis="ch" ptType="node" func="cnt" op="equ" val="2">
                  <dgm:presOf axis="ch desOrSelf" ptType="node node" st="1 1" cnt="1 0"/>
                </dgm:if>
                <dgm:if name="Name70" axis="ch" ptType="node" func="cnt" op="equ" val="3">
                  <dgm:presOf axis="ch desOrSelf" ptType="node node" st="2 1" cnt="1 0"/>
                </dgm:if>
                <dgm:if name="Name71" axis="ch" ptType="node" func="cnt" op="equ" val="4">
                  <dgm:presOf axis="ch desOrSelf" ptType="node node" st="3 1" cnt="1 0"/>
                </dgm:if>
                <dgm:if name="Name72" axis="ch" ptType="node" func="cnt" op="equ" val="5">
                  <dgm:presOf axis="ch desOrSelf" ptType="node node" st="4 1" cnt="1 0"/>
                </dgm:if>
                <dgm:if name="Name73" axis="ch" ptType="node" func="cnt" op="equ" val="6">
                  <dgm:presOf axis="ch desOrSelf" ptType="node node" st="5 1" cnt="1 0"/>
                </dgm:if>
                <dgm:else name="Name74">
                  <dgm:presOf axis="ch desOrSelf" ptType="node node" st="6 1" cnt="1 0"/>
                </dgm:else>
              </dgm:choose>
            </dgm:else>
          </dgm:choose>
          <dgm:constrLst/>
          <dgm:ruleLst/>
        </dgm:layoutNode>
        <dgm:layoutNode name="wedge2Tx" moveWith="wedge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75">
            <dgm:if name="Name76" func="var" arg="dir" op="equ" val="norm">
              <dgm:presOf axis="ch desOrSelf" ptType="node node" st="2 1" cnt="1 0"/>
            </dgm:if>
            <dgm:else name="Name77">
              <dgm:choose name="Name78">
                <dgm:if name="Name79" axis="ch" ptType="node" func="cnt" op="equ" val="2">
                  <dgm:presOf axis="ch desOrSelf" ptType="node node" st="1 1" cnt="1 0"/>
                </dgm:if>
                <dgm:if name="Name80" axis="ch" ptType="node" func="cnt" op="equ" val="3">
                  <dgm:presOf axis="ch desOrSelf" ptType="node node" st="2 1" cnt="1 0"/>
                </dgm:if>
                <dgm:if name="Name81" axis="ch" ptType="node" func="cnt" op="equ" val="4">
                  <dgm:presOf axis="ch desOrSelf" ptType="node node" st="3 1" cnt="1 0"/>
                </dgm:if>
                <dgm:if name="Name82" axis="ch" ptType="node" func="cnt" op="equ" val="5">
                  <dgm:presOf axis="ch desOrSelf" ptType="node node" st="4 1" cnt="1 0"/>
                </dgm:if>
                <dgm:if name="Name83" axis="ch" ptType="node" func="cnt" op="equ" val="6">
                  <dgm:presOf axis="ch desOrSelf" ptType="node node" st="5 1" cnt="1 0"/>
                </dgm:if>
                <dgm:else name="Name84">
                  <dgm:presOf axis="ch desOrSelf" ptType="node node" st="6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85"/>
    </dgm:choose>
    <dgm:choose name="Name86">
      <dgm:if name="Name87" axis="ch" ptType="node" func="cnt" op="gte" val="3">
        <dgm:layoutNode name="wedge3">
          <dgm:alg type="sp"/>
          <dgm:choose name="Name88">
            <dgm:if name="Name89" axis="ch" ptType="node" func="cnt" op="equ" val="3">
              <dgm:shape xmlns:r="http://schemas.openxmlformats.org/officeDocument/2006/relationships" type="pie" r:blip="">
                <dgm:adjLst>
                  <dgm:adj idx="1" val="150"/>
                  <dgm:adj idx="2" val="270"/>
                </dgm:adjLst>
              </dgm:shape>
            </dgm:if>
            <dgm:if name="Name90" axis="ch" ptType="node" func="cnt" op="equ" val="4">
              <dgm:shape xmlns:r="http://schemas.openxmlformats.org/officeDocument/2006/relationships" type="pie" r:blip="">
                <dgm:adjLst>
                  <dgm:adj idx="1" val="90"/>
                  <dgm:adj idx="2" val="180"/>
                </dgm:adjLst>
              </dgm:shape>
            </dgm:if>
            <dgm:if name="Name91" axis="ch" ptType="node" func="cnt" op="equ" val="5">
              <dgm:shape xmlns:r="http://schemas.openxmlformats.org/officeDocument/2006/relationships" type="pie" r:blip="">
                <dgm:adjLst>
                  <dgm:adj idx="1" val="54"/>
                  <dgm:adj idx="2" val="126"/>
                </dgm:adjLst>
              </dgm:shape>
            </dgm:if>
            <dgm:if name="Name92" axis="ch" ptType="node" func="cnt" op="equ" val="6">
              <dgm:shape xmlns:r="http://schemas.openxmlformats.org/officeDocument/2006/relationships" type="pie" r:blip="">
                <dgm:adjLst>
                  <dgm:adj idx="1" val="30"/>
                  <dgm:adj idx="2" val="90"/>
                </dgm:adjLst>
              </dgm:shape>
            </dgm:if>
            <dgm:else name="Name93">
              <dgm:shape xmlns:r="http://schemas.openxmlformats.org/officeDocument/2006/relationships" type="pie" r:blip="">
                <dgm:adjLst>
                  <dgm:adj idx="1" val="12.85714"/>
                  <dgm:adj idx="2" val="64.28571"/>
                </dgm:adjLst>
              </dgm:shape>
            </dgm:else>
          </dgm:choose>
          <dgm:choose name="Name94">
            <dgm:if name="Name95" func="var" arg="dir" op="equ" val="norm">
              <dgm:presOf axis="ch desOrSelf" ptType="node node" st="3 1" cnt="1 0"/>
            </dgm:if>
            <dgm:else name="Name96">
              <dgm:choose name="Name97">
                <dgm:if name="Name98" axis="ch" ptType="node" func="cnt" op="equ" val="3">
                  <dgm:presOf axis="ch desOrSelf" ptType="node node" st="1 1" cnt="1 0"/>
                </dgm:if>
                <dgm:if name="Name99" axis="ch" ptType="node" func="cnt" op="equ" val="4">
                  <dgm:presOf axis="ch desOrSelf" ptType="node node" st="2 1" cnt="1 0"/>
                </dgm:if>
                <dgm:if name="Name100" axis="ch" ptType="node" func="cnt" op="equ" val="5">
                  <dgm:presOf axis="ch desOrSelf" ptType="node node" st="3 1" cnt="1 0"/>
                </dgm:if>
                <dgm:if name="Name101" axis="ch" ptType="node" func="cnt" op="equ" val="6">
                  <dgm:presOf axis="ch desOrSelf" ptType="node node" st="4 1" cnt="1 0"/>
                </dgm:if>
                <dgm:else name="Name102">
                  <dgm:presOf axis="ch desOrSelf" ptType="node node" st="5 1" cnt="1 0"/>
                </dgm:else>
              </dgm:choose>
            </dgm:else>
          </dgm:choose>
          <dgm:constrLst/>
          <dgm:ruleLst/>
        </dgm:layoutNode>
        <dgm:layoutNode name="wedge3Tx" moveWith="wedge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03">
            <dgm:if name="Name104" func="var" arg="dir" op="equ" val="norm">
              <dgm:presOf axis="ch desOrSelf" ptType="node node" st="3 1" cnt="1 0"/>
            </dgm:if>
            <dgm:else name="Name105">
              <dgm:choose name="Name106">
                <dgm:if name="Name107" axis="ch" ptType="node" func="cnt" op="equ" val="3">
                  <dgm:presOf axis="ch desOrSelf" ptType="node node" st="1 1" cnt="1 0"/>
                </dgm:if>
                <dgm:if name="Name108" axis="ch" ptType="node" func="cnt" op="equ" val="4">
                  <dgm:presOf axis="ch desOrSelf" ptType="node node" st="2 1" cnt="1 0"/>
                </dgm:if>
                <dgm:if name="Name109" axis="ch" ptType="node" func="cnt" op="equ" val="5">
                  <dgm:presOf axis="ch desOrSelf" ptType="node node" st="3 1" cnt="1 0"/>
                </dgm:if>
                <dgm:if name="Name110" axis="ch" ptType="node" func="cnt" op="equ" val="6">
                  <dgm:presOf axis="ch desOrSelf" ptType="node node" st="4 1" cnt="1 0"/>
                </dgm:if>
                <dgm:else name="Name111">
                  <dgm:presOf axis="ch desOrSelf" ptType="node node" st="5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12"/>
    </dgm:choose>
    <dgm:choose name="Name113">
      <dgm:if name="Name114" axis="ch" ptType="node" func="cnt" op="gte" val="4">
        <dgm:layoutNode name="wedge4">
          <dgm:alg type="sp"/>
          <dgm:choose name="Name115">
            <dgm:if name="Name116" axis="ch" ptType="node" func="cnt" op="equ" val="4">
              <dgm:shape xmlns:r="http://schemas.openxmlformats.org/officeDocument/2006/relationships" type="pie" r:blip="">
                <dgm:adjLst>
                  <dgm:adj idx="1" val="180"/>
                  <dgm:adj idx="2" val="270"/>
                </dgm:adjLst>
              </dgm:shape>
            </dgm:if>
            <dgm:if name="Name117" axis="ch" ptType="node" func="cnt" op="equ" val="5">
              <dgm:shape xmlns:r="http://schemas.openxmlformats.org/officeDocument/2006/relationships" type="pie" r:blip="">
                <dgm:adjLst>
                  <dgm:adj idx="1" val="126"/>
                  <dgm:adj idx="2" val="198"/>
                </dgm:adjLst>
              </dgm:shape>
            </dgm:if>
            <dgm:if name="Name118" axis="ch" ptType="node" func="cnt" op="equ" val="6">
              <dgm:shape xmlns:r="http://schemas.openxmlformats.org/officeDocument/2006/relationships" type="pie" r:blip="">
                <dgm:adjLst>
                  <dgm:adj idx="1" val="90"/>
                  <dgm:adj idx="2" val="150"/>
                </dgm:adjLst>
              </dgm:shape>
            </dgm:if>
            <dgm:else name="Name119">
              <dgm:shape xmlns:r="http://schemas.openxmlformats.org/officeDocument/2006/relationships" type="pie" r:blip="">
                <dgm:adjLst>
                  <dgm:adj idx="1" val="64.2871"/>
                  <dgm:adj idx="2" val="115.7143"/>
                </dgm:adjLst>
              </dgm:shape>
            </dgm:else>
          </dgm:choose>
          <dgm:choose name="Name120">
            <dgm:if name="Name121" func="var" arg="dir" op="equ" val="norm">
              <dgm:presOf axis="ch desOrSelf" ptType="node node" st="4 1" cnt="1 0"/>
            </dgm:if>
            <dgm:else name="Name122">
              <dgm:choose name="Name123">
                <dgm:if name="Name124" axis="ch" ptType="node" func="cnt" op="equ" val="4">
                  <dgm:presOf axis="ch desOrSelf" ptType="node node" st="1 1" cnt="1 0"/>
                </dgm:if>
                <dgm:if name="Name125" axis="ch" ptType="node" func="cnt" op="equ" val="5">
                  <dgm:presOf axis="ch desOrSelf" ptType="node node" st="2 1" cnt="1 0"/>
                </dgm:if>
                <dgm:if name="Name126" axis="ch" ptType="node" func="cnt" op="equ" val="6">
                  <dgm:presOf axis="ch desOrSelf" ptType="node node" st="3 1" cnt="1 0"/>
                </dgm:if>
                <dgm:else name="Name127">
                  <dgm:presOf axis="ch desOrSelf" ptType="node node" st="4 1" cnt="1 0"/>
                </dgm:else>
              </dgm:choose>
            </dgm:else>
          </dgm:choose>
          <dgm:constrLst/>
          <dgm:ruleLst/>
        </dgm:layoutNode>
        <dgm:layoutNode name="wedge4Tx" moveWith="wedge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28">
            <dgm:if name="Name129" func="var" arg="dir" op="equ" val="norm">
              <dgm:presOf axis="ch desOrSelf" ptType="node node" st="4 1" cnt="1 0"/>
            </dgm:if>
            <dgm:else name="Name130">
              <dgm:choose name="Name131">
                <dgm:if name="Name132" axis="ch" ptType="node" func="cnt" op="equ" val="4">
                  <dgm:presOf axis="ch desOrSelf" ptType="node node" st="1 1" cnt="1 0"/>
                </dgm:if>
                <dgm:if name="Name133" axis="ch" ptType="node" func="cnt" op="equ" val="5">
                  <dgm:presOf axis="ch desOrSelf" ptType="node node" st="2 1" cnt="1 0"/>
                </dgm:if>
                <dgm:if name="Name134" axis="ch" ptType="node" func="cnt" op="equ" val="6">
                  <dgm:presOf axis="ch desOrSelf" ptType="node node" st="3 1" cnt="1 0"/>
                </dgm:if>
                <dgm:else name="Name135">
                  <dgm:presOf axis="ch desOrSelf" ptType="node node" st="4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36"/>
    </dgm:choose>
    <dgm:choose name="Name137">
      <dgm:if name="Name138" axis="ch" ptType="node" func="cnt" op="gte" val="5">
        <dgm:layoutNode name="wedge5">
          <dgm:alg type="sp"/>
          <dgm:choose name="Name139">
            <dgm:if name="Name140" axis="ch" ptType="node" func="cnt" op="equ" val="5">
              <dgm:shape xmlns:r="http://schemas.openxmlformats.org/officeDocument/2006/relationships" type="pie" r:blip="">
                <dgm:adjLst>
                  <dgm:adj idx="1" val="198"/>
                  <dgm:adj idx="2" val="270"/>
                </dgm:adjLst>
              </dgm:shape>
            </dgm:if>
            <dgm:if name="Name141" axis="ch" ptType="node" func="cnt" op="equ" val="6">
              <dgm:shape xmlns:r="http://schemas.openxmlformats.org/officeDocument/2006/relationships" type="pie" r:blip="">
                <dgm:adjLst>
                  <dgm:adj idx="1" val="150"/>
                  <dgm:adj idx="2" val="210"/>
                </dgm:adjLst>
              </dgm:shape>
            </dgm:if>
            <dgm:else name="Name142">
              <dgm:shape xmlns:r="http://schemas.openxmlformats.org/officeDocument/2006/relationships" type="pie" r:blip="">
                <dgm:adjLst>
                  <dgm:adj idx="1" val="115.7143"/>
                  <dgm:adj idx="2" val="167.1429"/>
                </dgm:adjLst>
              </dgm:shape>
            </dgm:else>
          </dgm:choose>
          <dgm:choose name="Name143">
            <dgm:if name="Name144" func="var" arg="dir" op="equ" val="norm">
              <dgm:presOf axis="ch desOrSelf" ptType="node node" st="5 1" cnt="1 0"/>
            </dgm:if>
            <dgm:else name="Name145">
              <dgm:choose name="Name146">
                <dgm:if name="Name147" axis="ch" ptType="node" func="cnt" op="equ" val="5">
                  <dgm:presOf axis="ch desOrSelf" ptType="node node" st="1 1" cnt="1 0"/>
                </dgm:if>
                <dgm:if name="Name148" axis="ch" ptType="node" func="cnt" op="equ" val="6">
                  <dgm:presOf axis="ch desOrSelf" ptType="node node" st="2 1" cnt="1 0"/>
                </dgm:if>
                <dgm:else name="Name149">
                  <dgm:presOf axis="ch desOrSelf" ptType="node node" st="3 1" cnt="1 0"/>
                </dgm:else>
              </dgm:choose>
            </dgm:else>
          </dgm:choose>
          <dgm:constrLst/>
          <dgm:ruleLst/>
        </dgm:layoutNode>
        <dgm:layoutNode name="wedge5Tx" moveWith="wedge5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50">
            <dgm:if name="Name151" func="var" arg="dir" op="equ" val="norm">
              <dgm:presOf axis="ch desOrSelf" ptType="node node" st="5 1" cnt="1 0"/>
            </dgm:if>
            <dgm:else name="Name152">
              <dgm:choose name="Name153">
                <dgm:if name="Name154" axis="ch" ptType="node" func="cnt" op="equ" val="5">
                  <dgm:presOf axis="ch desOrSelf" ptType="node node" st="1 1" cnt="1 0"/>
                </dgm:if>
                <dgm:if name="Name155" axis="ch" ptType="node" func="cnt" op="equ" val="6">
                  <dgm:presOf axis="ch desOrSelf" ptType="node node" st="2 1" cnt="1 0"/>
                </dgm:if>
                <dgm:else name="Name156">
                  <dgm:presOf axis="ch desOrSelf" ptType="node node" st="3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57"/>
    </dgm:choose>
    <dgm:choose name="Name158">
      <dgm:if name="Name159" axis="ch" ptType="node" func="cnt" op="gte" val="6">
        <dgm:layoutNode name="wedge6">
          <dgm:alg type="sp"/>
          <dgm:choose name="Name160">
            <dgm:if name="Name161" axis="ch" ptType="node" func="cnt" op="equ" val="6">
              <dgm:shape xmlns:r="http://schemas.openxmlformats.org/officeDocument/2006/relationships" type="pie" r:blip="">
                <dgm:adjLst>
                  <dgm:adj idx="1" val="210"/>
                  <dgm:adj idx="2" val="270"/>
                </dgm:adjLst>
              </dgm:shape>
            </dgm:if>
            <dgm:else name="Name162">
              <dgm:shape xmlns:r="http://schemas.openxmlformats.org/officeDocument/2006/relationships" type="pie" r:blip="">
                <dgm:adjLst>
                  <dgm:adj idx="1" val="167.1429"/>
                  <dgm:adj idx="2" val="218.5714"/>
                </dgm:adjLst>
              </dgm:shape>
            </dgm:else>
          </dgm:choose>
          <dgm:choose name="Name163">
            <dgm:if name="Name164" func="var" arg="dir" op="equ" val="norm">
              <dgm:presOf axis="ch desOrSelf" ptType="node node" st="6 1" cnt="1 0"/>
            </dgm:if>
            <dgm:else name="Name165">
              <dgm:choose name="Name166">
                <dgm:if name="Name167" axis="ch" ptType="node" func="cnt" op="equ" val="6">
                  <dgm:presOf axis="ch desOrSelf" ptType="node node" st="1 1" cnt="1 0"/>
                </dgm:if>
                <dgm:else name="Name168">
                  <dgm:presOf axis="ch desOrSelf" ptType="node node" st="2 1" cnt="1 0"/>
                </dgm:else>
              </dgm:choose>
            </dgm:else>
          </dgm:choose>
          <dgm:constrLst/>
          <dgm:ruleLst/>
        </dgm:layoutNode>
        <dgm:layoutNode name="wedge6Tx" moveWith="wedge6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69">
            <dgm:if name="Name170" func="var" arg="dir" op="equ" val="norm">
              <dgm:presOf axis="ch desOrSelf" ptType="node node" st="6 1" cnt="1 0"/>
            </dgm:if>
            <dgm:else name="Name171">
              <dgm:choose name="Name172">
                <dgm:if name="Name173" axis="ch" ptType="node" func="cnt" op="equ" val="6">
                  <dgm:presOf axis="ch desOrSelf" ptType="node node" st="1 1" cnt="1 0"/>
                </dgm:if>
                <dgm:else name="Name174">
                  <dgm:presOf axis="ch desOrSelf" ptType="node node" st="2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75"/>
    </dgm:choose>
    <dgm:choose name="Name176">
      <dgm:if name="Name177" axis="ch" ptType="node" func="cnt" op="gte" val="7">
        <dgm:layoutNode name="wedge7">
          <dgm:alg type="sp"/>
          <dgm:shape xmlns:r="http://schemas.openxmlformats.org/officeDocument/2006/relationships" type="pie" r:blip="">
            <dgm:adjLst>
              <dgm:adj idx="1" val="218.5714"/>
              <dgm:adj idx="2" val="270"/>
            </dgm:adjLst>
          </dgm:shape>
          <dgm:choose name="Name178">
            <dgm:if name="Name179" func="var" arg="dir" op="equ" val="norm">
              <dgm:presOf axis="ch desOrSelf" ptType="node node" st="7 1" cnt="1 0"/>
            </dgm:if>
            <dgm:else name="Name180">
              <dgm:presOf axis="ch desOrSelf" ptType="node node" st="1 1" cnt="1 0"/>
            </dgm:else>
          </dgm:choose>
          <dgm:constrLst/>
          <dgm:ruleLst/>
        </dgm:layoutNode>
        <dgm:layoutNode name="wedge7Tx" moveWith="wedge7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81">
            <dgm:if name="Name182" func="var" arg="dir" op="equ" val="norm">
              <dgm:presOf axis="ch desOrSelf" ptType="node node" st="7 1" cnt="1 0"/>
            </dgm:if>
            <dgm:else name="Name183">
              <dgm:presOf axis="ch desOrSelf" ptType="node node" st="1 1" cnt="1 0"/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84"/>
    </dgm:choose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matrix1">
  <dgm:title val=""/>
  <dgm:desc val=""/>
  <dgm:catLst>
    <dgm:cat type="matrix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3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3" destOrd="0"/>
      </dgm:cxnLst>
      <dgm:bg/>
      <dgm:whole/>
    </dgm:dataModel>
  </dgm:clrData>
  <dgm:layoutNode name="diagram">
    <dgm:varLst>
      <dgm:chMax val="1"/>
      <dgm:dir/>
      <dgm:animLvl val="ctr"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ctrX" for="ch" forName="matrix" refType="w" fact="0.5"/>
      <dgm:constr type="ctrY" for="ch" forName="matrix" refType="h" fact="0.5"/>
      <dgm:constr type="w" for="ch" forName="matrix" refType="w"/>
      <dgm:constr type="h" for="ch" forName="matrix" refType="h"/>
      <dgm:constr type="ctrX" for="ch" forName="centerTile" refType="w" fact="0.5"/>
      <dgm:constr type="ctrY" for="ch" forName="centerTile" refType="h" fact="0.5"/>
      <dgm:constr type="w" for="ch" forName="centerTile" refType="w" fact="0.3"/>
      <dgm:constr type="h" for="ch" forName="centerTile" refType="h" fact="0.25"/>
      <dgm:constr type="primFontSz" for="des" ptType="node" op="equ" val="65"/>
    </dgm:constrLst>
    <dgm:ruleLst/>
    <dgm:choose name="Name0">
      <dgm:if name="Name1" axis="ch" ptType="node" func="cnt" op="gte" val="1">
        <dgm:layoutNode name="matrix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l" for="ch" forName="tile1"/>
            <dgm:constr type="t" for="ch" forName="tile1"/>
            <dgm:constr type="r" for="ch" forName="tile1" refType="w" fact="0.5"/>
            <dgm:constr type="b" for="ch" forName="tile1" refType="h" fact="0.5"/>
            <dgm:constr type="l" for="ch" forName="tile1text" refType="l" refFor="ch" refForName="tile1"/>
            <dgm:constr type="t" for="ch" forName="tile1text" refType="t" refFor="ch" refForName="tile1"/>
            <dgm:constr type="w" for="ch" forName="tile1text" refType="w" refFor="ch" refForName="tile1"/>
            <dgm:constr type="h" for="ch" forName="tile1text" refType="h" refFor="ch" refForName="tile1" fact="0.75"/>
            <dgm:constr type="r" for="ch" forName="tile2" refType="w"/>
            <dgm:constr type="t" for="ch" forName="tile2"/>
            <dgm:constr type="l" for="ch" forName="tile2" refType="w" fact="0.5"/>
            <dgm:constr type="b" for="ch" forName="tile2" refType="h" fact="0.5"/>
            <dgm:constr type="r" for="ch" forName="tile2text" refType="r" refFor="ch" refForName="tile2"/>
            <dgm:constr type="t" for="ch" forName="tile2text" refType="t" refFor="ch" refForName="tile2"/>
            <dgm:constr type="w" for="ch" forName="tile2text" refType="w" refFor="ch" refForName="tile2"/>
            <dgm:constr type="h" for="ch" forName="tile2text" refType="h" refFor="ch" refForName="tile2" fact="0.75"/>
            <dgm:constr type="l" for="ch" forName="tile3"/>
            <dgm:constr type="b" for="ch" forName="tile3" refType="h"/>
            <dgm:constr type="r" for="ch" forName="tile3" refType="w" fact="0.5"/>
            <dgm:constr type="t" for="ch" forName="tile3" refType="h" fact="0.5"/>
            <dgm:constr type="l" for="ch" forName="tile3text" refType="l" refFor="ch" refForName="tile3"/>
            <dgm:constr type="b" for="ch" forName="tile3text" refType="b" refFor="ch" refForName="tile3"/>
            <dgm:constr type="w" for="ch" forName="tile3text" refType="w" refFor="ch" refForName="tile3"/>
            <dgm:constr type="h" for="ch" forName="tile3text" refType="h" refFor="ch" refForName="tile3" fact="0.75"/>
            <dgm:constr type="r" for="ch" forName="tile4" refType="w"/>
            <dgm:constr type="b" for="ch" forName="tile4" refType="h"/>
            <dgm:constr type="l" for="ch" forName="tile4" refType="w" fact="0.5"/>
            <dgm:constr type="t" for="ch" forName="tile4" refType="h" fact="0.5"/>
            <dgm:constr type="r" for="ch" forName="tile4text" refType="r" refFor="ch" refForName="tile4"/>
            <dgm:constr type="b" for="ch" forName="tile4text" refType="b" refFor="ch" refForName="tile4"/>
            <dgm:constr type="w" for="ch" forName="tile4text" refType="w" refFor="ch" refForName="tile4"/>
            <dgm:constr type="h" for="ch" forName="tile4text" refType="h" refFor="ch" refForName="tile4" fact="0.75"/>
          </dgm:constrLst>
          <dgm:ruleLst/>
          <dgm:layoutNode name="tile1" styleLbl="node1">
            <dgm:alg type="sp"/>
            <dgm:shape xmlns:r="http://schemas.openxmlformats.org/officeDocument/2006/relationships" rot="270" type="round1Rect" r:blip="">
              <dgm:adjLst/>
            </dgm:shape>
            <dgm:choose name="Name2">
              <dgm:if name="Name3" func="var" arg="dir" op="equ" val="norm">
                <dgm:presOf axis="ch ch desOrSelf" ptType="node node node" st="1 1 1" cnt="1 1 0"/>
              </dgm:if>
              <dgm:else name="Name4">
                <dgm:presOf axis="ch ch desOrSelf" ptType="node node node" st="1 2 1" cnt="1 1 0"/>
              </dgm:else>
            </dgm:choose>
            <dgm:constrLst/>
            <dgm:ruleLst/>
          </dgm:layoutNode>
          <dgm:layoutNode name="tile1text" styleLbl="node1">
            <dgm:varLst>
              <dgm:chMax val="0"/>
              <dgm:chPref val="0"/>
              <dgm:bulletEnabled val="1"/>
            </dgm:varLst>
            <dgm:choose name="Name5">
              <dgm:if name="Name6" axis="root des" func="maxDepth" op="gte" val="3">
                <dgm:alg type="tx">
                  <dgm:param type="txAnchorVert" val="t"/>
                  <dgm:param type="parTxLTRAlign" val="l"/>
                  <dgm:param type="parTxRTLAlign" val="r"/>
                </dgm:alg>
              </dgm:if>
              <dgm:else name="Name7">
                <dgm:alg type="tx"/>
              </dgm:else>
            </dgm:choose>
            <dgm:shape xmlns:r="http://schemas.openxmlformats.org/officeDocument/2006/relationships" rot="270" type="rect" r:blip="" hideGeom="1">
              <dgm:adjLst>
                <dgm:adj idx="1" val="0.2"/>
              </dgm:adjLst>
            </dgm:shape>
            <dgm:choose name="Name8">
              <dgm:if name="Name9" func="var" arg="dir" op="equ" val="norm">
                <dgm:presOf axis="ch ch desOrSelf" ptType="node node node" st="1 1 1" cnt="1 1 0"/>
              </dgm:if>
              <dgm:else name="Name10">
                <dgm:presOf axis="ch ch desOrSelf" ptType="node node node" st="1 2 1" cnt="1 1 0"/>
              </dgm:else>
            </dgm:choose>
            <dgm:constrLst/>
            <dgm:ruleLst>
              <dgm:rule type="primFontSz" val="5" fact="NaN" max="NaN"/>
            </dgm:ruleLst>
          </dgm:layoutNode>
          <dgm:layoutNode name="tile2" styleLbl="node1">
            <dgm:alg type="sp"/>
            <dgm:shape xmlns:r="http://schemas.openxmlformats.org/officeDocument/2006/relationships" type="round1Rect" r:blip="">
              <dgm:adjLst/>
            </dgm:shape>
            <dgm:choose name="Name11">
              <dgm:if name="Name12" func="var" arg="dir" op="equ" val="norm">
                <dgm:presOf axis="ch ch desOrSelf" ptType="node node node" st="1 2 1" cnt="1 1 0"/>
              </dgm:if>
              <dgm:else name="Name13">
                <dgm:presOf axis="ch ch desOrSelf" ptType="node node node" st="1 1 1" cnt="1 1 0"/>
              </dgm:else>
            </dgm:choose>
            <dgm:constrLst/>
            <dgm:ruleLst/>
          </dgm:layoutNode>
          <dgm:layoutNode name="tile2text" styleLbl="node1">
            <dgm:varLst>
              <dgm:chMax val="0"/>
              <dgm:chPref val="0"/>
              <dgm:bulletEnabled val="1"/>
            </dgm:varLst>
            <dgm:choose name="Name14">
              <dgm:if name="Name15" axis="root des" func="maxDepth" op="gte" val="3">
                <dgm:alg type="tx">
                  <dgm:param type="txAnchorVert" val="t"/>
                  <dgm:param type="parTxLTRAlign" val="l"/>
                  <dgm:param type="parTxRTLAlign" val="r"/>
                </dgm:alg>
              </dgm:if>
              <dgm:else name="Name16">
                <dgm:alg type="tx"/>
              </dgm:else>
            </dgm:choose>
            <dgm:shape xmlns:r="http://schemas.openxmlformats.org/officeDocument/2006/relationships" type="rect" r:blip="" hideGeom="1">
              <dgm:adjLst/>
            </dgm:shape>
            <dgm:choose name="Name17">
              <dgm:if name="Name18" func="var" arg="dir" op="equ" val="norm">
                <dgm:presOf axis="ch ch desOrSelf" ptType="node node node" st="1 2 1" cnt="1 1 0"/>
              </dgm:if>
              <dgm:else name="Name19">
                <dgm:presOf axis="ch ch desOrSelf" ptType="node node node" st="1 1 1" cnt="1 1 0"/>
              </dgm:else>
            </dgm:choose>
            <dgm:constrLst/>
            <dgm:ruleLst>
              <dgm:rule type="primFontSz" val="5" fact="NaN" max="NaN"/>
            </dgm:ruleLst>
          </dgm:layoutNode>
          <dgm:layoutNode name="tile3" styleLbl="node1">
            <dgm:alg type="sp"/>
            <dgm:shape xmlns:r="http://schemas.openxmlformats.org/officeDocument/2006/relationships" rot="180" type="round1Rect" r:blip="">
              <dgm:adjLst/>
            </dgm:shape>
            <dgm:choose name="Name20">
              <dgm:if name="Name21" func="var" arg="dir" op="equ" val="norm">
                <dgm:presOf axis="ch ch desOrSelf" ptType="node node node" st="1 3 1" cnt="1 1 0"/>
              </dgm:if>
              <dgm:else name="Name22">
                <dgm:presOf axis="ch ch desOrSelf" ptType="node node node" st="1 4 1" cnt="1 1 0"/>
              </dgm:else>
            </dgm:choose>
            <dgm:constrLst/>
            <dgm:ruleLst/>
          </dgm:layoutNode>
          <dgm:layoutNode name="tile3text" styleLbl="node1">
            <dgm:varLst>
              <dgm:chMax val="0"/>
              <dgm:chPref val="0"/>
              <dgm:bulletEnabled val="1"/>
            </dgm:varLst>
            <dgm:choose name="Name23">
              <dgm:if name="Name24" axis="root des" func="maxDepth" op="gte" val="3">
                <dgm:alg type="tx">
                  <dgm:param type="txAnchorVert" val="t"/>
                  <dgm:param type="parTxLTRAlign" val="l"/>
                  <dgm:param type="parTxRTLAlign" val="r"/>
                </dgm:alg>
              </dgm:if>
              <dgm:else name="Name25">
                <dgm:alg type="tx"/>
              </dgm:else>
            </dgm:choose>
            <dgm:shape xmlns:r="http://schemas.openxmlformats.org/officeDocument/2006/relationships" rot="180" type="rect" r:blip="" hideGeom="1">
              <dgm:adjLst/>
            </dgm:shape>
            <dgm:choose name="Name26">
              <dgm:if name="Name27" func="var" arg="dir" op="equ" val="norm">
                <dgm:presOf axis="ch ch desOrSelf" ptType="node node node" st="1 3 1" cnt="1 1 0"/>
              </dgm:if>
              <dgm:else name="Name28">
                <dgm:presOf axis="ch ch desOrSelf" ptType="node node node" st="1 4 1" cnt="1 1 0"/>
              </dgm:else>
            </dgm:choose>
            <dgm:constrLst/>
            <dgm:ruleLst>
              <dgm:rule type="primFontSz" val="5" fact="NaN" max="NaN"/>
            </dgm:ruleLst>
          </dgm:layoutNode>
          <dgm:layoutNode name="tile4" styleLbl="node1">
            <dgm:alg type="sp"/>
            <dgm:shape xmlns:r="http://schemas.openxmlformats.org/officeDocument/2006/relationships" rot="90" type="round1Rect" r:blip="">
              <dgm:adjLst/>
            </dgm:shape>
            <dgm:choose name="Name29">
              <dgm:if name="Name30" func="var" arg="dir" op="equ" val="norm">
                <dgm:presOf axis="ch ch desOrSelf" ptType="node node node" st="1 4 1" cnt="1 1 0"/>
              </dgm:if>
              <dgm:else name="Name31">
                <dgm:presOf axis="ch ch desOrSelf" ptType="node node node" st="1 3 1" cnt="1 1 0"/>
              </dgm:else>
            </dgm:choose>
            <dgm:constrLst/>
            <dgm:ruleLst/>
          </dgm:layoutNode>
          <dgm:layoutNode name="tile4text" styleLbl="node1">
            <dgm:varLst>
              <dgm:chMax val="0"/>
              <dgm:chPref val="0"/>
              <dgm:bulletEnabled val="1"/>
            </dgm:varLst>
            <dgm:choose name="Name32">
              <dgm:if name="Name33" axis="root des" func="maxDepth" op="gte" val="3">
                <dgm:alg type="tx">
                  <dgm:param type="txAnchorVert" val="t"/>
                  <dgm:param type="parTxLTRAlign" val="l"/>
                  <dgm:param type="parTxRTLAlign" val="r"/>
                </dgm:alg>
              </dgm:if>
              <dgm:else name="Name34">
                <dgm:alg type="tx"/>
              </dgm:else>
            </dgm:choose>
            <dgm:shape xmlns:r="http://schemas.openxmlformats.org/officeDocument/2006/relationships" rot="90" type="rect" r:blip="" hideGeom="1">
              <dgm:adjLst/>
            </dgm:shape>
            <dgm:choose name="Name35">
              <dgm:if name="Name36" func="var" arg="dir" op="equ" val="norm">
                <dgm:presOf axis="ch ch desOrSelf" ptType="node node node" st="1 4 1" cnt="1 1 0"/>
              </dgm:if>
              <dgm:else name="Name37">
                <dgm:presOf axis="ch ch desOrSelf" ptType="node node node" st="1 3 1" cnt="1 1 0"/>
              </dgm:else>
            </dgm:choose>
            <dgm:constrLst/>
            <dgm:ruleLst>
              <dgm:rule type="primFontSz" val="5" fact="NaN" max="NaN"/>
            </dgm:ruleLst>
          </dgm:layoutNode>
        </dgm:layoutNode>
        <dgm:layoutNode name="centerTile" styleLbl="fgShp">
          <dgm:varLst>
            <dgm:chMax val="0"/>
            <dgm:chPref val="0"/>
          </dgm:varLst>
          <dgm:alg type="tx"/>
          <dgm:shape xmlns:r="http://schemas.openxmlformats.org/officeDocument/2006/relationships" type="roundRect" r:blip="">
            <dgm:adjLst/>
          </dgm:shape>
          <dgm:presOf axis="ch" ptType="node" cnt="1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38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0117E6D-81CC-4B51-A111-E9C58B1BFE08}" type="datetimeFigureOut">
              <a:rPr lang="ko-KR" altLang="en-US" smtClean="0"/>
              <a:pPr/>
              <a:t>2017-07-05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2AAA62-C0FB-48C8-81A0-14ADC9E99D3C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="" xmlns:p14="http://schemas.microsoft.com/office/powerpoint/2010/main" val="26490796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smtClean="0"/>
          </a:p>
        </p:txBody>
      </p:sp>
    </p:spTree>
    <p:extLst>
      <p:ext uri="{BB962C8B-B14F-4D97-AF65-F5344CB8AC3E}">
        <p14:creationId xmlns="" xmlns:p14="http://schemas.microsoft.com/office/powerpoint/2010/main" val="12475017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48130F2-1FDA-41E0-8A4C-F945853E1617}" type="slidenum">
              <a:rPr lang="ko-KR" altLang="en-US" smtClean="0"/>
              <a:pPr/>
              <a:t>3</a:t>
            </a:fld>
            <a:endParaRPr lang="ko-KR" altLang="en-US"/>
          </a:p>
        </p:txBody>
      </p:sp>
    </p:spTree>
    <p:extLst>
      <p:ext uri="{BB962C8B-B14F-4D97-AF65-F5344CB8AC3E}">
        <p14:creationId xmlns="" xmlns:p14="http://schemas.microsoft.com/office/powerpoint/2010/main" val="31785763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C27808-873B-4504-B087-D07C81F125B5}" type="slidenum">
              <a:rPr lang="ko-KR" altLang="en-US" smtClean="0"/>
              <a:pPr/>
              <a:t>5</a:t>
            </a:fld>
            <a:endParaRPr lang="ko-KR" altLang="en-US"/>
          </a:p>
        </p:txBody>
      </p:sp>
    </p:spTree>
    <p:extLst>
      <p:ext uri="{BB962C8B-B14F-4D97-AF65-F5344CB8AC3E}">
        <p14:creationId xmlns="" xmlns:p14="http://schemas.microsoft.com/office/powerpoint/2010/main" val="239788027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48130F2-1FDA-41E0-8A4C-F945853E1617}" type="slidenum">
              <a:rPr lang="ko-KR" altLang="en-US" smtClean="0"/>
              <a:pPr/>
              <a:t>10</a:t>
            </a:fld>
            <a:endParaRPr lang="ko-KR" altLang="en-US"/>
          </a:p>
        </p:txBody>
      </p:sp>
    </p:spTree>
    <p:extLst>
      <p:ext uri="{BB962C8B-B14F-4D97-AF65-F5344CB8AC3E}">
        <p14:creationId xmlns="" xmlns:p14="http://schemas.microsoft.com/office/powerpoint/2010/main" val="317857633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48130F2-1FDA-41E0-8A4C-F945853E1617}" type="slidenum">
              <a:rPr lang="ko-KR" altLang="en-US" smtClean="0"/>
              <a:pPr/>
              <a:t>19</a:t>
            </a:fld>
            <a:endParaRPr lang="ko-KR" altLang="en-US"/>
          </a:p>
        </p:txBody>
      </p:sp>
    </p:spTree>
    <p:extLst>
      <p:ext uri="{BB962C8B-B14F-4D97-AF65-F5344CB8AC3E}">
        <p14:creationId xmlns="" xmlns:p14="http://schemas.microsoft.com/office/powerpoint/2010/main" val="317857633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smtClean="0"/>
          </a:p>
        </p:txBody>
      </p:sp>
    </p:spTree>
    <p:extLst>
      <p:ext uri="{BB962C8B-B14F-4D97-AF65-F5344CB8AC3E}">
        <p14:creationId xmlns="" xmlns:p14="http://schemas.microsoft.com/office/powerpoint/2010/main" val="18996455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pPr/>
              <a:t>2017-07-05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pPr/>
              <a:t>2017-07-05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pPr/>
              <a:t>2017-07-05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pPr/>
              <a:t>2017-07-05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pPr/>
              <a:t>2017-07-05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pPr/>
              <a:t>2017-07-05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pPr/>
              <a:t>2017-07-05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pPr/>
              <a:t>2017-07-05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pPr/>
              <a:t>2017-07-05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pPr/>
              <a:t>2017-07-05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pPr/>
              <a:t>2017-07-05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="" xmlns:p14="http://schemas.microsoft.com/office/powerpoint/2010/main" val="321508298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="" xmlns:p14="http://schemas.microsoft.com/office/powerpoint/2010/main" val="4136836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30EDBD-1C2D-4C1E-B459-B60219FAB484}" type="datetimeFigureOut">
              <a:rPr lang="ko-KR" altLang="en-US" smtClean="0"/>
              <a:pPr/>
              <a:t>2017-07-05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EDD84E-25D4-4983-8AA1-2863C96F08D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diagramQuickStyle" Target="../diagrams/quickStyle2.xml"/><Relationship Id="rId3" Type="http://schemas.openxmlformats.org/officeDocument/2006/relationships/diagramLayout" Target="../diagrams/layout1.xml"/><Relationship Id="rId7" Type="http://schemas.openxmlformats.org/officeDocument/2006/relationships/diagramLayout" Target="../diagrams/layout2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openxmlformats.org/officeDocument/2006/relationships/diagramData" Target="../diagrams/data2.xml"/><Relationship Id="rId11" Type="http://schemas.microsoft.com/office/2007/relationships/diagramDrawing" Target="../diagrams/drawing2.xml"/><Relationship Id="rId5" Type="http://schemas.openxmlformats.org/officeDocument/2006/relationships/diagramColors" Target="../diagrams/colors1.xml"/><Relationship Id="rId10" Type="http://schemas.microsoft.com/office/2007/relationships/diagramDrawing" Target="../diagrams/drawing1.xml"/><Relationship Id="rId4" Type="http://schemas.openxmlformats.org/officeDocument/2006/relationships/diagramQuickStyle" Target="../diagrams/quickStyle1.xml"/><Relationship Id="rId9" Type="http://schemas.openxmlformats.org/officeDocument/2006/relationships/diagramColors" Target="../diagrams/colors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diagramQuickStyle" Target="../diagrams/quickStyle5.xml"/><Relationship Id="rId3" Type="http://schemas.openxmlformats.org/officeDocument/2006/relationships/diagramLayout" Target="../diagrams/layout4.xml"/><Relationship Id="rId7" Type="http://schemas.openxmlformats.org/officeDocument/2006/relationships/diagramLayout" Target="../diagrams/layout5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openxmlformats.org/officeDocument/2006/relationships/diagramData" Target="../diagrams/data5.xml"/><Relationship Id="rId11" Type="http://schemas.microsoft.com/office/2007/relationships/diagramDrawing" Target="../diagrams/drawing5.xml"/><Relationship Id="rId5" Type="http://schemas.openxmlformats.org/officeDocument/2006/relationships/diagramColors" Target="../diagrams/colors4.xml"/><Relationship Id="rId10" Type="http://schemas.microsoft.com/office/2007/relationships/diagramDrawing" Target="../diagrams/drawing4.xml"/><Relationship Id="rId4" Type="http://schemas.openxmlformats.org/officeDocument/2006/relationships/diagramQuickStyle" Target="../diagrams/quickStyle4.xml"/><Relationship Id="rId9" Type="http://schemas.openxmlformats.org/officeDocument/2006/relationships/diagramColors" Target="../diagrams/colors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hyperlink" Target="https://www.youtube.com/watch?v=mWx5rebA_3k" TargetMode="Externa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://www.objectaid.com/download" TargetMode="External"/><Relationship Id="rId2" Type="http://schemas.openxmlformats.org/officeDocument/2006/relationships/hyperlink" Target="http://www.oracle.com/technetwork/apps-tech/jdbc-112010-090769.html" TargetMode="Externa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47864" y="2815828"/>
            <a:ext cx="4996346" cy="707886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r" defTabSz="1330325" eaLnBrk="0" latinLnBrk="0" hangingPunct="0">
              <a:buSzPct val="100000"/>
              <a:defRPr/>
            </a:pPr>
            <a:r>
              <a:rPr lang="ko-KR" altLang="en-US" sz="4000" b="1" kern="0" spc="-150" smtClean="0">
                <a:gradFill>
                  <a:gsLst>
                    <a:gs pos="0">
                      <a:srgbClr val="1F497D">
                        <a:lumMod val="50000"/>
                      </a:srgbClr>
                    </a:gs>
                    <a:gs pos="100000">
                      <a:srgbClr val="004D86"/>
                    </a:gs>
                  </a:gsLst>
                  <a:lin ang="5400000" scaled="0"/>
                </a:gradFill>
                <a:effectLst>
                  <a:reflection blurRad="6350" stA="60000" endA="900" endPos="58000" dir="5400000" sy="-100000" algn="bl" rotWithShape="0"/>
                </a:effectLst>
                <a:latin typeface="양재소슬체S" panose="02020603020101020101" pitchFamily="18" charset="-127"/>
                <a:ea typeface="양재소슬체S" panose="02020603020101020101" pitchFamily="18" charset="-127"/>
              </a:rPr>
              <a:t>명품 백 </a:t>
            </a:r>
            <a:r>
              <a:rPr lang="ko-KR" altLang="en-US" sz="4000" b="1" kern="0" spc="-150" err="1" smtClean="0">
                <a:gradFill>
                  <a:gsLst>
                    <a:gs pos="0">
                      <a:srgbClr val="1F497D">
                        <a:lumMod val="50000"/>
                      </a:srgbClr>
                    </a:gs>
                    <a:gs pos="100000">
                      <a:srgbClr val="004D86"/>
                    </a:gs>
                  </a:gsLst>
                  <a:lin ang="5400000" scaled="0"/>
                </a:gradFill>
                <a:effectLst>
                  <a:reflection blurRad="6350" stA="60000" endA="900" endPos="58000" dir="5400000" sy="-100000" algn="bl" rotWithShape="0"/>
                </a:effectLst>
                <a:latin typeface="양재소슬체S" panose="02020603020101020101" pitchFamily="18" charset="-127"/>
                <a:ea typeface="양재소슬체S" panose="02020603020101020101" pitchFamily="18" charset="-127"/>
              </a:rPr>
              <a:t>렌탈</a:t>
            </a:r>
            <a:r>
              <a:rPr lang="ko-KR" altLang="en-US" sz="4000" b="1" kern="0" spc="-150" smtClean="0">
                <a:gradFill>
                  <a:gsLst>
                    <a:gs pos="0">
                      <a:srgbClr val="1F497D">
                        <a:lumMod val="50000"/>
                      </a:srgbClr>
                    </a:gs>
                    <a:gs pos="100000">
                      <a:srgbClr val="004D86"/>
                    </a:gs>
                  </a:gsLst>
                  <a:lin ang="5400000" scaled="0"/>
                </a:gradFill>
                <a:effectLst>
                  <a:reflection blurRad="6350" stA="60000" endA="900" endPos="58000" dir="5400000" sy="-100000" algn="bl" rotWithShape="0"/>
                </a:effectLst>
                <a:latin typeface="양재소슬체S" panose="02020603020101020101" pitchFamily="18" charset="-127"/>
                <a:ea typeface="양재소슬체S" panose="02020603020101020101" pitchFamily="18" charset="-127"/>
              </a:rPr>
              <a:t> 프로젝트</a:t>
            </a:r>
            <a:endParaRPr lang="ko-KR" altLang="en-US" sz="4000" b="1" kern="0" spc="-150">
              <a:gradFill>
                <a:gsLst>
                  <a:gs pos="0">
                    <a:srgbClr val="1F497D">
                      <a:lumMod val="50000"/>
                    </a:srgbClr>
                  </a:gs>
                  <a:gs pos="100000">
                    <a:srgbClr val="004D86"/>
                  </a:gs>
                </a:gsLst>
                <a:lin ang="5400000" scaled="0"/>
              </a:gradFill>
              <a:effectLst>
                <a:reflection blurRad="6350" stA="60000" endA="900" endPos="58000" dir="5400000" sy="-100000" algn="bl" rotWithShape="0"/>
              </a:effectLst>
              <a:latin typeface="양재소슬체S" panose="02020603020101020101" pitchFamily="18" charset="-127"/>
              <a:ea typeface="양재소슬체S" panose="02020603020101020101" pitchFamily="18" charset="-127"/>
            </a:endParaRPr>
          </a:p>
        </p:txBody>
      </p:sp>
      <p:sp>
        <p:nvSpPr>
          <p:cNvPr id="2" name="자유형 1"/>
          <p:cNvSpPr/>
          <p:nvPr/>
        </p:nvSpPr>
        <p:spPr>
          <a:xfrm>
            <a:off x="323528" y="3532197"/>
            <a:ext cx="8334302" cy="0"/>
          </a:xfrm>
          <a:custGeom>
            <a:avLst/>
            <a:gdLst>
              <a:gd name="connsiteX0" fmla="*/ 0 w 8334302"/>
              <a:gd name="connsiteY0" fmla="*/ 0 h 0"/>
              <a:gd name="connsiteX1" fmla="*/ 8334302 w 8334302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334302">
                <a:moveTo>
                  <a:pt x="0" y="0"/>
                </a:moveTo>
                <a:lnTo>
                  <a:pt x="8334302" y="0"/>
                </a:lnTo>
              </a:path>
            </a:pathLst>
          </a:custGeom>
          <a:noFill/>
          <a:ln w="19050" cap="rnd">
            <a:solidFill>
              <a:schemeClr val="accent1">
                <a:lumMod val="75000"/>
              </a:schemeClr>
            </a:solidFill>
            <a:tailEnd type="none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951984759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1" y="0"/>
            <a:ext cx="4659405" cy="6858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/>
          <p:cNvSpPr txBox="1"/>
          <p:nvPr/>
        </p:nvSpPr>
        <p:spPr>
          <a:xfrm>
            <a:off x="4041071" y="1816126"/>
            <a:ext cx="562975" cy="1015663"/>
          </a:xfrm>
          <a:prstGeom prst="rect">
            <a:avLst/>
          </a:prstGeom>
          <a:solidFill>
            <a:srgbClr val="002060"/>
          </a:solidFill>
        </p:spPr>
        <p:txBody>
          <a:bodyPr wrap="none" rtlCol="0">
            <a:spAutoFit/>
          </a:bodyPr>
          <a:lstStyle/>
          <a:p>
            <a:r>
              <a:rPr lang="en-US" altLang="ko-KR" sz="6000">
                <a:ln>
                  <a:solidFill>
                    <a:schemeClr val="tx1">
                      <a:alpha val="1000"/>
                    </a:schemeClr>
                  </a:solidFill>
                </a:ln>
                <a:solidFill>
                  <a:schemeClr val="bg1">
                    <a:lumMod val="95000"/>
                  </a:schemeClr>
                </a:solidFill>
                <a:latin typeface="a블랙M" panose="02020600000000000000" pitchFamily="18" charset="-127"/>
                <a:ea typeface="a블랙M" panose="02020600000000000000" pitchFamily="18" charset="-127"/>
              </a:rPr>
              <a:t>1</a:t>
            </a:r>
            <a:endParaRPr lang="ko-KR" altLang="en-US" sz="6000">
              <a:ln>
                <a:solidFill>
                  <a:schemeClr val="tx1">
                    <a:alpha val="1000"/>
                  </a:schemeClr>
                </a:solidFill>
              </a:ln>
              <a:solidFill>
                <a:schemeClr val="bg1">
                  <a:lumMod val="95000"/>
                </a:schemeClr>
              </a:solidFill>
              <a:latin typeface="a블랙M" panose="02020600000000000000" pitchFamily="18" charset="-127"/>
              <a:ea typeface="a블랙M" panose="02020600000000000000" pitchFamily="18" charset="-127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041071" y="3090462"/>
            <a:ext cx="562975" cy="1015663"/>
          </a:xfrm>
          <a:prstGeom prst="rect">
            <a:avLst/>
          </a:prstGeom>
          <a:solidFill>
            <a:srgbClr val="002060"/>
          </a:solidFill>
        </p:spPr>
        <p:txBody>
          <a:bodyPr wrap="none" rtlCol="0">
            <a:spAutoFit/>
          </a:bodyPr>
          <a:lstStyle/>
          <a:p>
            <a:r>
              <a:rPr lang="en-US" altLang="ko-KR" sz="6000" smtClean="0">
                <a:ln>
                  <a:solidFill>
                    <a:schemeClr val="tx1">
                      <a:alpha val="1000"/>
                    </a:schemeClr>
                  </a:solidFill>
                </a:ln>
                <a:solidFill>
                  <a:schemeClr val="bg1">
                    <a:lumMod val="95000"/>
                  </a:schemeClr>
                </a:solidFill>
                <a:latin typeface="a블랙M" panose="02020600000000000000" pitchFamily="18" charset="-127"/>
                <a:ea typeface="a블랙M" panose="02020600000000000000" pitchFamily="18" charset="-127"/>
              </a:rPr>
              <a:t>2</a:t>
            </a:r>
            <a:endParaRPr lang="ko-KR" altLang="en-US" sz="6000">
              <a:ln>
                <a:solidFill>
                  <a:schemeClr val="tx1">
                    <a:alpha val="1000"/>
                  </a:schemeClr>
                </a:solidFill>
              </a:ln>
              <a:solidFill>
                <a:schemeClr val="bg1">
                  <a:lumMod val="95000"/>
                </a:schemeClr>
              </a:solidFill>
              <a:latin typeface="a블랙M" panose="02020600000000000000" pitchFamily="18" charset="-127"/>
              <a:ea typeface="a블랙M" panose="02020600000000000000" pitchFamily="18" charset="-127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039253" y="4360815"/>
            <a:ext cx="562975" cy="1015663"/>
          </a:xfrm>
          <a:prstGeom prst="rect">
            <a:avLst/>
          </a:prstGeom>
          <a:solidFill>
            <a:srgbClr val="002060"/>
          </a:solidFill>
        </p:spPr>
        <p:txBody>
          <a:bodyPr wrap="none" rtlCol="0">
            <a:spAutoFit/>
          </a:bodyPr>
          <a:lstStyle/>
          <a:p>
            <a:r>
              <a:rPr lang="en-US" altLang="ko-KR" sz="6000" smtClean="0">
                <a:ln>
                  <a:solidFill>
                    <a:schemeClr val="tx1">
                      <a:alpha val="1000"/>
                    </a:schemeClr>
                  </a:solidFill>
                </a:ln>
                <a:solidFill>
                  <a:schemeClr val="bg1">
                    <a:lumMod val="95000"/>
                  </a:schemeClr>
                </a:solidFill>
                <a:latin typeface="a블랙M" panose="02020600000000000000" pitchFamily="18" charset="-127"/>
                <a:ea typeface="a블랙M" panose="02020600000000000000" pitchFamily="18" charset="-127"/>
              </a:rPr>
              <a:t>3</a:t>
            </a:r>
            <a:endParaRPr lang="ko-KR" altLang="en-US" sz="6000">
              <a:ln>
                <a:solidFill>
                  <a:schemeClr val="tx1">
                    <a:alpha val="1000"/>
                  </a:schemeClr>
                </a:solidFill>
              </a:ln>
              <a:solidFill>
                <a:schemeClr val="bg1">
                  <a:lumMod val="95000"/>
                </a:schemeClr>
              </a:solidFill>
              <a:latin typeface="a블랙M" panose="02020600000000000000" pitchFamily="18" charset="-127"/>
              <a:ea typeface="a블랙M" panose="02020600000000000000" pitchFamily="18" charset="-127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643438" y="2143116"/>
            <a:ext cx="4320480" cy="461665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ko-KR" altLang="en-US" sz="2400" b="1" smtClean="0">
                <a:solidFill>
                  <a:schemeClr val="tx2">
                    <a:lumMod val="75000"/>
                  </a:schemeClr>
                </a:solidFill>
              </a:rPr>
              <a:t>프로젝트 소개</a:t>
            </a:r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4643438" y="3357562"/>
            <a:ext cx="4120342" cy="461665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ko-KR" altLang="en-US" sz="2400" b="1" smtClean="0">
                <a:solidFill>
                  <a:schemeClr val="tx2">
                    <a:lumMod val="75000"/>
                  </a:schemeClr>
                </a:solidFill>
              </a:rPr>
              <a:t>기획 및 설계</a:t>
            </a:r>
            <a:endParaRPr lang="ko-KR" altLang="en-US" sz="2400"/>
          </a:p>
        </p:txBody>
      </p:sp>
      <p:sp>
        <p:nvSpPr>
          <p:cNvPr id="8" name="TextBox 7"/>
          <p:cNvSpPr txBox="1"/>
          <p:nvPr/>
        </p:nvSpPr>
        <p:spPr>
          <a:xfrm>
            <a:off x="4643438" y="4643446"/>
            <a:ext cx="3444270" cy="461665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ko-KR" altLang="en-US" sz="2400" b="1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ko-KR" altLang="en-US" sz="2400" b="1" smtClean="0">
                <a:solidFill>
                  <a:schemeClr val="tx2">
                    <a:lumMod val="75000"/>
                  </a:schemeClr>
                </a:solidFill>
              </a:rPr>
              <a:t>기술 구현</a:t>
            </a:r>
            <a:endParaRPr lang="ko-KR" altLang="en-US" sz="2400" b="1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825646" y="1916251"/>
            <a:ext cx="123418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 smtClean="0">
                <a:solidFill>
                  <a:schemeClr val="bg1"/>
                </a:solidFill>
              </a:rPr>
              <a:t>목 차</a:t>
            </a:r>
            <a:endParaRPr lang="ko-KR" altLang="en-US" sz="3200" b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122859016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9" grpId="0" animBg="1"/>
      <p:bldP spid="10" grpId="0" animBg="1"/>
      <p:bldP spid="6" grpId="0"/>
      <p:bldP spid="7" grpId="0"/>
      <p:bldP spid="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타원 14"/>
          <p:cNvSpPr/>
          <p:nvPr/>
        </p:nvSpPr>
        <p:spPr>
          <a:xfrm>
            <a:off x="2542974" y="1340768"/>
            <a:ext cx="4032448" cy="3744416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4000" b="1" smtClean="0"/>
              <a:t>프로젝트 소개</a:t>
            </a:r>
            <a:endParaRPr lang="ko-KR" altLang="en-US" sz="4000" b="1"/>
          </a:p>
        </p:txBody>
      </p:sp>
    </p:spTree>
    <p:extLst>
      <p:ext uri="{BB962C8B-B14F-4D97-AF65-F5344CB8AC3E}">
        <p14:creationId xmlns="" xmlns:p14="http://schemas.microsoft.com/office/powerpoint/2010/main" val="33568008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다이어그램 4"/>
          <p:cNvGraphicFramePr/>
          <p:nvPr>
            <p:extLst>
              <p:ext uri="{D42A27DB-BD31-4B8C-83A1-F6EECF244321}">
                <p14:modId xmlns="" xmlns:p14="http://schemas.microsoft.com/office/powerpoint/2010/main" val="2239906564"/>
              </p:ext>
            </p:extLst>
          </p:nvPr>
        </p:nvGraphicFramePr>
        <p:xfrm>
          <a:off x="395536" y="1916832"/>
          <a:ext cx="3960440" cy="302433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직사각형 5"/>
          <p:cNvSpPr/>
          <p:nvPr/>
        </p:nvSpPr>
        <p:spPr>
          <a:xfrm>
            <a:off x="-9520" y="1022"/>
            <a:ext cx="9153520" cy="619666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507F1A-BE4E-4DA3-8EA8-125EAA76E47A}" type="slidenum">
              <a:rPr lang="ko-KR" altLang="en-US" smtClean="0"/>
              <a:pPr/>
              <a:t>4</a:t>
            </a:fld>
            <a:endParaRPr lang="ko-KR" altLang="en-US"/>
          </a:p>
        </p:txBody>
      </p:sp>
      <p:graphicFrame>
        <p:nvGraphicFramePr>
          <p:cNvPr id="15" name="다이어그램 14"/>
          <p:cNvGraphicFramePr/>
          <p:nvPr>
            <p:extLst>
              <p:ext uri="{D42A27DB-BD31-4B8C-83A1-F6EECF244321}">
                <p14:modId xmlns="" xmlns:p14="http://schemas.microsoft.com/office/powerpoint/2010/main" val="670191473"/>
              </p:ext>
            </p:extLst>
          </p:nvPr>
        </p:nvGraphicFramePr>
        <p:xfrm>
          <a:off x="4860032" y="1916832"/>
          <a:ext cx="3960440" cy="302433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6" r:lo="rId7" r:qs="rId8" r:cs="rId9"/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-14476" y="80022"/>
            <a:ext cx="91535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>
                <a:solidFill>
                  <a:schemeClr val="bg1"/>
                </a:solidFill>
              </a:rPr>
              <a:t>팀</a:t>
            </a:r>
            <a:r>
              <a:rPr lang="ko-KR" altLang="en-US" sz="2400" b="1" smtClean="0">
                <a:solidFill>
                  <a:schemeClr val="bg1"/>
                </a:solidFill>
              </a:rPr>
              <a:t> 소개</a:t>
            </a:r>
            <a:endParaRPr lang="ko-KR" altLang="en-US" sz="2400" b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33904639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표 9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2688900531"/>
              </p:ext>
            </p:extLst>
          </p:nvPr>
        </p:nvGraphicFramePr>
        <p:xfrm>
          <a:off x="683568" y="1124744"/>
          <a:ext cx="7488832" cy="5304652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1037493"/>
                <a:gridCol w="1177991"/>
                <a:gridCol w="1388261"/>
                <a:gridCol w="1557818"/>
                <a:gridCol w="921037"/>
                <a:gridCol w="1406232"/>
              </a:tblGrid>
              <a:tr h="80833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smtClean="0">
                          <a:solidFill>
                            <a:schemeClr val="bg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프로젝트</a:t>
                      </a:r>
                      <a:endParaRPr lang="ko-KR" altLang="en-US" sz="1100" b="1">
                        <a:solidFill>
                          <a:schemeClr val="bg1"/>
                        </a:solidFill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 gridSpan="5"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smtClean="0">
                          <a:solidFill>
                            <a:schemeClr val="bg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프로젝트 설명</a:t>
                      </a:r>
                      <a:endParaRPr lang="ko-KR" altLang="en-US" sz="1100" b="1">
                        <a:solidFill>
                          <a:schemeClr val="bg1"/>
                        </a:solidFill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72557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smtClean="0">
                          <a:solidFill>
                            <a:schemeClr val="bg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개발 인원</a:t>
                      </a:r>
                      <a:endParaRPr lang="ko-KR" altLang="en-US" sz="1100" b="1">
                        <a:solidFill>
                          <a:schemeClr val="bg1"/>
                        </a:solidFill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smtClean="0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6</a:t>
                      </a:r>
                      <a:r>
                        <a:rPr lang="ko-KR" altLang="en-US" sz="1100" b="0" smtClean="0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명</a:t>
                      </a:r>
                      <a:endParaRPr lang="ko-KR" altLang="en-US" sz="1100" b="0">
                        <a:solidFill>
                          <a:schemeClr val="tx1"/>
                        </a:solidFill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smtClean="0">
                          <a:solidFill>
                            <a:schemeClr val="bg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역할</a:t>
                      </a:r>
                      <a:endParaRPr lang="ko-KR" altLang="en-US" sz="1100" b="1">
                        <a:solidFill>
                          <a:schemeClr val="bg1"/>
                        </a:solidFill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0" smtClean="0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실무 능력 향상</a:t>
                      </a:r>
                      <a:endParaRPr lang="ko-KR" altLang="en-US" sz="1100" b="0">
                        <a:solidFill>
                          <a:schemeClr val="tx1"/>
                        </a:solidFill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smtClean="0">
                          <a:solidFill>
                            <a:schemeClr val="bg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개발 기간</a:t>
                      </a:r>
                      <a:endParaRPr lang="ko-KR" altLang="en-US" sz="1100" b="1">
                        <a:solidFill>
                          <a:schemeClr val="bg1"/>
                        </a:solidFill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smtClean="0">
                          <a:solidFill>
                            <a:schemeClr val="tx1"/>
                          </a:solidFill>
                        </a:rPr>
                        <a:t>17.06.29~17.07.05</a:t>
                      </a:r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72557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smtClean="0">
                          <a:solidFill>
                            <a:schemeClr val="bg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개발 언어</a:t>
                      </a:r>
                      <a:endParaRPr lang="ko-KR" altLang="en-US" sz="1100" b="1">
                        <a:solidFill>
                          <a:schemeClr val="bg1"/>
                        </a:solidFill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 gridSpan="5">
                  <a:txBody>
                    <a:bodyPr/>
                    <a:lstStyle/>
                    <a:p>
                      <a:pPr latinLnBrk="1"/>
                      <a:r>
                        <a:rPr lang="en-US" altLang="ko-KR" sz="1100" b="0" smtClean="0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JAVA</a:t>
                      </a:r>
                      <a:endParaRPr lang="ko-KR" altLang="en-US" sz="1100" b="0">
                        <a:solidFill>
                          <a:schemeClr val="tx1"/>
                        </a:solidFill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72557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smtClean="0">
                          <a:solidFill>
                            <a:schemeClr val="bg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개발 툴</a:t>
                      </a:r>
                      <a:endParaRPr lang="ko-KR" altLang="en-US" sz="1100" b="1">
                        <a:solidFill>
                          <a:schemeClr val="bg1"/>
                        </a:solidFill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 gridSpan="5">
                  <a:txBody>
                    <a:bodyPr/>
                    <a:lstStyle/>
                    <a:p>
                      <a:pPr latinLnBrk="1"/>
                      <a:r>
                        <a:rPr lang="en-US" altLang="ko-KR" sz="1100" b="0" smtClean="0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Eclipse, SQL Plus, </a:t>
                      </a:r>
                      <a:r>
                        <a:rPr lang="en-US" altLang="ko-KR" sz="1100" b="0" err="1" smtClean="0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PhotoShop</a:t>
                      </a:r>
                      <a:r>
                        <a:rPr lang="en-US" altLang="ko-KR" sz="1100" b="0" baseline="0" smtClean="0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 CS6, </a:t>
                      </a:r>
                      <a:r>
                        <a:rPr lang="en-US" altLang="ko-KR" sz="1100" b="0" baseline="0" err="1" smtClean="0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eXERD</a:t>
                      </a:r>
                      <a:endParaRPr lang="ko-KR" altLang="en-US" sz="1100" b="0">
                        <a:solidFill>
                          <a:schemeClr val="tx1"/>
                        </a:solidFill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72557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smtClean="0">
                          <a:solidFill>
                            <a:schemeClr val="bg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플러그인</a:t>
                      </a:r>
                      <a:endParaRPr lang="ko-KR" altLang="en-US" sz="1100" b="1">
                        <a:solidFill>
                          <a:schemeClr val="bg1"/>
                        </a:solidFill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 gridSpan="5">
                  <a:txBody>
                    <a:bodyPr/>
                    <a:lstStyle/>
                    <a:p>
                      <a:pPr latinLnBrk="1"/>
                      <a:r>
                        <a:rPr lang="en-US" sz="1100" b="0" i="0" kern="1200" err="1" smtClean="0">
                          <a:solidFill>
                            <a:schemeClr val="dk1"/>
                          </a:solidFill>
                          <a:latin typeface="돋움" pitchFamily="50" charset="-127"/>
                          <a:ea typeface="돋움" pitchFamily="50" charset="-127"/>
                          <a:cs typeface="+mn-cs"/>
                        </a:rPr>
                        <a:t>ObjectAid</a:t>
                      </a:r>
                      <a:r>
                        <a:rPr lang="en-US" sz="1100" b="0" i="0" kern="1200" smtClean="0">
                          <a:solidFill>
                            <a:schemeClr val="dk1"/>
                          </a:solidFill>
                          <a:latin typeface="돋움" pitchFamily="50" charset="-127"/>
                          <a:ea typeface="돋움" pitchFamily="50" charset="-127"/>
                          <a:cs typeface="+mn-cs"/>
                        </a:rPr>
                        <a:t> UML Explorer, Swing GUI Tool</a:t>
                      </a:r>
                      <a:endParaRPr lang="ko-KR" altLang="en-US" sz="1100" b="0">
                        <a:solidFill>
                          <a:schemeClr val="tx1"/>
                        </a:solidFill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52245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smtClean="0">
                          <a:solidFill>
                            <a:schemeClr val="bg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개발 목표</a:t>
                      </a:r>
                      <a:endParaRPr lang="ko-KR" altLang="en-US" sz="1100" b="1">
                        <a:solidFill>
                          <a:schemeClr val="bg1"/>
                        </a:solidFill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 gridSpan="5">
                  <a:txBody>
                    <a:bodyPr/>
                    <a:lstStyle/>
                    <a:p>
                      <a:pPr latinLnBrk="1"/>
                      <a:r>
                        <a:rPr lang="ko-KR" altLang="en-US" sz="1100" b="0" smtClean="0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미니 프로젝트를 통하여 실무</a:t>
                      </a:r>
                      <a:r>
                        <a:rPr lang="ko-KR" altLang="en-US" sz="1100" b="0" baseline="0" smtClean="0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 능력 향상</a:t>
                      </a:r>
                      <a:endParaRPr lang="ko-KR" altLang="en-US" sz="1100" b="0">
                        <a:solidFill>
                          <a:schemeClr val="tx1"/>
                        </a:solidFill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107157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smtClean="0">
                          <a:solidFill>
                            <a:schemeClr val="bg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개발 컨셉</a:t>
                      </a:r>
                      <a:endParaRPr lang="ko-KR" altLang="en-US" sz="1100" b="1">
                        <a:solidFill>
                          <a:schemeClr val="bg1"/>
                        </a:solidFill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 gridSpan="5">
                  <a:txBody>
                    <a:bodyPr/>
                    <a:lstStyle/>
                    <a:p>
                      <a:pPr latinLnBrk="1"/>
                      <a:r>
                        <a:rPr lang="ko-KR" altLang="en-US" sz="1100" b="0" smtClean="0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해외 명품 브랜드에서 생산하는 여성 가방 및 핸드백 인기는 과거나 현재에도 폭발적이다</a:t>
                      </a:r>
                      <a:r>
                        <a:rPr lang="en-US" altLang="ko-KR" sz="1100" b="0" smtClean="0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. </a:t>
                      </a:r>
                    </a:p>
                    <a:p>
                      <a:pPr latinLnBrk="1"/>
                      <a:r>
                        <a:rPr lang="ko-KR" altLang="en-US" sz="1100" b="0" smtClean="0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부담스러운 가격임에도 불구하고</a:t>
                      </a:r>
                      <a:r>
                        <a:rPr lang="en-US" altLang="ko-KR" sz="1100" b="0" smtClean="0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, </a:t>
                      </a:r>
                      <a:r>
                        <a:rPr lang="ko-KR" altLang="en-US" sz="1100" b="0" smtClean="0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많은 여성들이 구매하거나</a:t>
                      </a:r>
                      <a:r>
                        <a:rPr lang="en-US" altLang="ko-KR" sz="1100" b="0" smtClean="0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, </a:t>
                      </a:r>
                      <a:r>
                        <a:rPr lang="ko-KR" altLang="en-US" sz="1100" b="0" smtClean="0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너무 높은 가격 때문에 구매를 하지 못하는 경우가 많기 때문에 이러한 수요에 맞춰 전세계적으로 떠오르고 있는 명품 백 </a:t>
                      </a:r>
                      <a:r>
                        <a:rPr lang="ko-KR" altLang="en-US" sz="1100" b="0" err="1" smtClean="0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렌탈</a:t>
                      </a:r>
                      <a:r>
                        <a:rPr lang="ko-KR" altLang="en-US" sz="1100" b="0" smtClean="0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 서비스 프로그램을 제작하였다</a:t>
                      </a:r>
                      <a:r>
                        <a:rPr lang="en-US" altLang="ko-KR" sz="1100" b="0" smtClean="0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.</a:t>
                      </a:r>
                      <a:endParaRPr lang="ko-KR" altLang="en-US" sz="1100" b="0">
                        <a:solidFill>
                          <a:schemeClr val="tx1"/>
                        </a:solidFill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3" name="직사각형 2"/>
          <p:cNvSpPr/>
          <p:nvPr/>
        </p:nvSpPr>
        <p:spPr>
          <a:xfrm>
            <a:off x="-9520" y="1022"/>
            <a:ext cx="9153520" cy="619666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/>
          <p:cNvSpPr txBox="1"/>
          <p:nvPr/>
        </p:nvSpPr>
        <p:spPr>
          <a:xfrm>
            <a:off x="-14476" y="80022"/>
            <a:ext cx="91535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 smtClean="0">
                <a:solidFill>
                  <a:schemeClr val="bg1"/>
                </a:solidFill>
              </a:rPr>
              <a:t>프로젝트 소개</a:t>
            </a:r>
            <a:endParaRPr lang="ko-KR" altLang="en-US" sz="2400" b="1">
              <a:solidFill>
                <a:schemeClr val="bg1"/>
              </a:solidFill>
            </a:endParaRPr>
          </a:p>
        </p:txBody>
      </p:sp>
      <p:sp>
        <p:nvSpPr>
          <p:cNvPr id="8" name="슬라이드 번호 개체 틀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507F1A-BE4E-4DA3-8EA8-125EAA76E47A}" type="slidenum">
              <a:rPr lang="ko-KR" altLang="en-US" smtClean="0"/>
              <a:pPr/>
              <a:t>5</a:t>
            </a:fld>
            <a:endParaRPr lang="ko-KR" altLang="en-US"/>
          </a:p>
        </p:txBody>
      </p:sp>
    </p:spTree>
    <p:extLst>
      <p:ext uri="{BB962C8B-B14F-4D97-AF65-F5344CB8AC3E}">
        <p14:creationId xmlns="" xmlns:p14="http://schemas.microsoft.com/office/powerpoint/2010/main" val="38035434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타원 16"/>
          <p:cNvSpPr/>
          <p:nvPr/>
        </p:nvSpPr>
        <p:spPr>
          <a:xfrm>
            <a:off x="2699792" y="2132856"/>
            <a:ext cx="3745632" cy="3745632"/>
          </a:xfrm>
          <a:prstGeom prst="ellipse">
            <a:avLst/>
          </a:prstGeom>
          <a:noFill/>
          <a:ln w="57150">
            <a:solidFill>
              <a:srgbClr val="211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4" name="그룹 13"/>
          <p:cNvGrpSpPr/>
          <p:nvPr/>
        </p:nvGrpSpPr>
        <p:grpSpPr>
          <a:xfrm>
            <a:off x="3563892" y="1412776"/>
            <a:ext cx="2058929" cy="1512168"/>
            <a:chOff x="3563888" y="1412776"/>
            <a:chExt cx="2058929" cy="1512168"/>
          </a:xfrm>
        </p:grpSpPr>
        <p:pic>
          <p:nvPicPr>
            <p:cNvPr id="2050" name="Picture 2" descr="L:\2017NCS\project02\ppt\Oracle-low-suit-Google-Java-android.png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3563888" y="1412776"/>
              <a:ext cx="2058929" cy="1043697"/>
            </a:xfrm>
            <a:prstGeom prst="rect">
              <a:avLst/>
            </a:prstGeom>
            <a:noFill/>
          </p:spPr>
        </p:pic>
        <p:sp>
          <p:nvSpPr>
            <p:cNvPr id="11" name="직사각형 10"/>
            <p:cNvSpPr/>
            <p:nvPr/>
          </p:nvSpPr>
          <p:spPr>
            <a:xfrm>
              <a:off x="3563888" y="2492896"/>
              <a:ext cx="2016224" cy="432048"/>
            </a:xfrm>
            <a:prstGeom prst="rect">
              <a:avLst/>
            </a:prstGeom>
            <a:solidFill>
              <a:srgbClr val="346B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 smtClean="0"/>
                <a:t>Language</a:t>
              </a:r>
              <a:endParaRPr lang="ko-KR" altLang="en-US" dirty="0"/>
            </a:p>
          </p:txBody>
        </p:sp>
      </p:grpSp>
      <p:grpSp>
        <p:nvGrpSpPr>
          <p:cNvPr id="16" name="그룹 15"/>
          <p:cNvGrpSpPr/>
          <p:nvPr/>
        </p:nvGrpSpPr>
        <p:grpSpPr>
          <a:xfrm>
            <a:off x="1187624" y="3746811"/>
            <a:ext cx="2533514" cy="1266367"/>
            <a:chOff x="1187624" y="3746810"/>
            <a:chExt cx="2533514" cy="1266366"/>
          </a:xfrm>
        </p:grpSpPr>
        <p:pic>
          <p:nvPicPr>
            <p:cNvPr id="2053" name="Picture 5" descr="L:\2017NCS\project02\ppt\eclipse_builton\eclipse_builton_HR.jpg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1187624" y="3746810"/>
              <a:ext cx="2533514" cy="872939"/>
            </a:xfrm>
            <a:prstGeom prst="rect">
              <a:avLst/>
            </a:prstGeom>
            <a:noFill/>
          </p:spPr>
        </p:pic>
        <p:sp>
          <p:nvSpPr>
            <p:cNvPr id="12" name="직사각형 11"/>
            <p:cNvSpPr/>
            <p:nvPr/>
          </p:nvSpPr>
          <p:spPr>
            <a:xfrm>
              <a:off x="1547664" y="4581128"/>
              <a:ext cx="2016224" cy="432048"/>
            </a:xfrm>
            <a:prstGeom prst="rect">
              <a:avLst/>
            </a:prstGeom>
            <a:solidFill>
              <a:srgbClr val="211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 smtClean="0"/>
                <a:t>Tool</a:t>
              </a:r>
              <a:endParaRPr lang="ko-KR" altLang="en-US" dirty="0"/>
            </a:p>
          </p:txBody>
        </p:sp>
      </p:grpSp>
      <p:grpSp>
        <p:nvGrpSpPr>
          <p:cNvPr id="15" name="그룹 14"/>
          <p:cNvGrpSpPr/>
          <p:nvPr/>
        </p:nvGrpSpPr>
        <p:grpSpPr>
          <a:xfrm>
            <a:off x="5547767" y="3573016"/>
            <a:ext cx="2348635" cy="1584176"/>
            <a:chOff x="5547763" y="3573016"/>
            <a:chExt cx="2348635" cy="1584176"/>
          </a:xfrm>
        </p:grpSpPr>
        <p:pic>
          <p:nvPicPr>
            <p:cNvPr id="2052" name="Picture 4" descr="L:\2017NCS\project02\ppt\database_white\database_clr.bmp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5547763" y="3573016"/>
              <a:ext cx="2348635" cy="1152128"/>
            </a:xfrm>
            <a:prstGeom prst="rect">
              <a:avLst/>
            </a:prstGeom>
            <a:noFill/>
          </p:spPr>
        </p:pic>
        <p:sp>
          <p:nvSpPr>
            <p:cNvPr id="13" name="직사각형 12"/>
            <p:cNvSpPr/>
            <p:nvPr/>
          </p:nvSpPr>
          <p:spPr>
            <a:xfrm>
              <a:off x="5724128" y="4725144"/>
              <a:ext cx="2016224" cy="43204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 smtClean="0"/>
                <a:t>Database</a:t>
              </a:r>
              <a:endParaRPr lang="ko-KR" altLang="en-US" dirty="0"/>
            </a:p>
          </p:txBody>
        </p:sp>
      </p:grpSp>
      <p:sp>
        <p:nvSpPr>
          <p:cNvPr id="18" name="직사각형 17"/>
          <p:cNvSpPr/>
          <p:nvPr/>
        </p:nvSpPr>
        <p:spPr>
          <a:xfrm>
            <a:off x="-9520" y="1022"/>
            <a:ext cx="9153520" cy="619666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TextBox 18"/>
          <p:cNvSpPr txBox="1"/>
          <p:nvPr/>
        </p:nvSpPr>
        <p:spPr>
          <a:xfrm>
            <a:off x="-14476" y="80022"/>
            <a:ext cx="91535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 smtClean="0">
                <a:solidFill>
                  <a:schemeClr val="bg1"/>
                </a:solidFill>
              </a:rPr>
              <a:t>개발 환경</a:t>
            </a:r>
            <a:endParaRPr lang="ko-KR" altLang="en-US" sz="2400" b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14402569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다이어그램 3"/>
          <p:cNvGraphicFramePr/>
          <p:nvPr>
            <p:extLst>
              <p:ext uri="{D42A27DB-BD31-4B8C-83A1-F6EECF244321}">
                <p14:modId xmlns="" xmlns:p14="http://schemas.microsoft.com/office/powerpoint/2010/main" val="2766714576"/>
              </p:ext>
            </p:extLst>
          </p:nvPr>
        </p:nvGraphicFramePr>
        <p:xfrm>
          <a:off x="395536" y="1071546"/>
          <a:ext cx="8280920" cy="47744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직사각형 5"/>
          <p:cNvSpPr/>
          <p:nvPr/>
        </p:nvSpPr>
        <p:spPr>
          <a:xfrm>
            <a:off x="-9520" y="1022"/>
            <a:ext cx="9153520" cy="619666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-14476" y="80022"/>
            <a:ext cx="91535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 smtClean="0">
                <a:solidFill>
                  <a:schemeClr val="bg1"/>
                </a:solidFill>
              </a:rPr>
              <a:t>렌탈 서비스 기대 효과</a:t>
            </a:r>
            <a:endParaRPr lang="ko-KR" altLang="en-US" sz="2400" b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26935228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AsOne/>
      </p:bldGraphic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다이어그램 3"/>
          <p:cNvGraphicFramePr/>
          <p:nvPr>
            <p:extLst>
              <p:ext uri="{D42A27DB-BD31-4B8C-83A1-F6EECF244321}">
                <p14:modId xmlns="" xmlns:p14="http://schemas.microsoft.com/office/powerpoint/2010/main" val="3316820804"/>
              </p:ext>
            </p:extLst>
          </p:nvPr>
        </p:nvGraphicFramePr>
        <p:xfrm>
          <a:off x="28153" y="620688"/>
          <a:ext cx="8856984" cy="571601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직사각형 4"/>
          <p:cNvSpPr/>
          <p:nvPr/>
        </p:nvSpPr>
        <p:spPr>
          <a:xfrm>
            <a:off x="-9520" y="1022"/>
            <a:ext cx="9153520" cy="619666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/>
          <p:cNvSpPr txBox="1"/>
          <p:nvPr/>
        </p:nvSpPr>
        <p:spPr>
          <a:xfrm>
            <a:off x="-14476" y="80022"/>
            <a:ext cx="91535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b="1" smtClean="0">
                <a:solidFill>
                  <a:schemeClr val="bg1"/>
                </a:solidFill>
              </a:rPr>
              <a:t>SWOT </a:t>
            </a:r>
            <a:r>
              <a:rPr lang="ko-KR" altLang="en-US" sz="2400" b="1" smtClean="0">
                <a:solidFill>
                  <a:schemeClr val="bg1"/>
                </a:solidFill>
              </a:rPr>
              <a:t>분석</a:t>
            </a:r>
            <a:endParaRPr lang="ko-KR" altLang="en-US" sz="2400" b="1">
              <a:solidFill>
                <a:schemeClr val="bg1"/>
              </a:solidFill>
            </a:endParaRPr>
          </a:p>
        </p:txBody>
      </p:sp>
      <p:graphicFrame>
        <p:nvGraphicFramePr>
          <p:cNvPr id="7" name="다이어그램 6"/>
          <p:cNvGraphicFramePr/>
          <p:nvPr>
            <p:extLst>
              <p:ext uri="{D42A27DB-BD31-4B8C-83A1-F6EECF244321}">
                <p14:modId xmlns="" xmlns:p14="http://schemas.microsoft.com/office/powerpoint/2010/main" val="2698981168"/>
              </p:ext>
            </p:extLst>
          </p:nvPr>
        </p:nvGraphicFramePr>
        <p:xfrm>
          <a:off x="323528" y="1124744"/>
          <a:ext cx="8384032" cy="5272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6" r:lo="rId7" r:qs="rId8" r:cs="rId9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67544" y="1144588"/>
            <a:ext cx="144016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altLang="ko-KR" sz="4400" b="1">
                <a:solidFill>
                  <a:schemeClr val="bg1"/>
                </a:solidFill>
              </a:rPr>
              <a:t>S</a:t>
            </a:r>
            <a:r>
              <a:rPr lang="en-US" altLang="ko-KR" b="1">
                <a:solidFill>
                  <a:schemeClr val="bg1"/>
                </a:solidFill>
              </a:rPr>
              <a:t>trengths</a:t>
            </a:r>
            <a:endParaRPr lang="ko-KR" altLang="en-US" b="1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948264" y="1144588"/>
            <a:ext cx="208823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altLang="ko-KR" sz="4400" b="1" smtClean="0">
                <a:solidFill>
                  <a:schemeClr val="bg1"/>
                </a:solidFill>
              </a:rPr>
              <a:t>W</a:t>
            </a:r>
            <a:r>
              <a:rPr lang="en-US" altLang="ko-KR" b="1" smtClean="0">
                <a:solidFill>
                  <a:schemeClr val="bg1"/>
                </a:solidFill>
              </a:rPr>
              <a:t>eaknesses</a:t>
            </a:r>
            <a:endParaRPr lang="ko-KR" altLang="en-US" b="1">
              <a:solidFill>
                <a:schemeClr val="bg1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95536" y="3785759"/>
            <a:ext cx="223224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altLang="ko-KR" sz="4400" b="1" smtClean="0">
                <a:solidFill>
                  <a:schemeClr val="bg1"/>
                </a:solidFill>
              </a:rPr>
              <a:t>O</a:t>
            </a:r>
            <a:r>
              <a:rPr lang="en-US" altLang="ko-KR" b="1" smtClean="0">
                <a:solidFill>
                  <a:schemeClr val="bg1"/>
                </a:solidFill>
              </a:rPr>
              <a:t>pportunities</a:t>
            </a:r>
            <a:endParaRPr lang="ko-KR" altLang="en-US" b="1">
              <a:solidFill>
                <a:schemeClr val="bg1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573713" y="3789039"/>
            <a:ext cx="156533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altLang="ko-KR" sz="4400" b="1" smtClean="0">
                <a:solidFill>
                  <a:schemeClr val="bg1"/>
                </a:solidFill>
              </a:rPr>
              <a:t>T</a:t>
            </a:r>
            <a:r>
              <a:rPr lang="en-US" altLang="ko-KR" b="1" smtClean="0">
                <a:solidFill>
                  <a:schemeClr val="bg1"/>
                </a:solidFill>
              </a:rPr>
              <a:t>hreats</a:t>
            </a:r>
            <a:endParaRPr lang="ko-KR" altLang="en-US" sz="1050" b="1">
              <a:solidFill>
                <a:schemeClr val="bg1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31862" y="4563695"/>
            <a:ext cx="417646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smtClean="0">
                <a:solidFill>
                  <a:schemeClr val="bg1"/>
                </a:solidFill>
              </a:rPr>
              <a:t>상품 대여에서 구입까지 추가 이익 창출</a:t>
            </a:r>
            <a:endParaRPr lang="en-US" altLang="ko-KR" sz="1400" smtClean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140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smtClean="0">
                <a:solidFill>
                  <a:schemeClr val="bg1"/>
                </a:solidFill>
              </a:rPr>
              <a:t>명품 대여는 단순 대여뿐아니라 누구나 쉽고 빠르게 배송 서비스 사업 확장 및 상호 만족</a:t>
            </a:r>
            <a:endParaRPr lang="en-US" altLang="ko-KR" sz="1400" smtClean="0">
              <a:solidFill>
                <a:schemeClr val="bg1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59532" y="1901478"/>
            <a:ext cx="4104456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smtClean="0">
                <a:solidFill>
                  <a:schemeClr val="bg1"/>
                </a:solidFill>
              </a:rPr>
              <a:t>저렴한 가격의 명품 백 대여로 소비자 만족</a:t>
            </a:r>
            <a:endParaRPr lang="en-US" altLang="ko-KR" sz="1400" smtClean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140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smtClean="0">
                <a:solidFill>
                  <a:schemeClr val="bg1"/>
                </a:solidFill>
              </a:rPr>
              <a:t>새로운 패션 공유의 문화가 생겨나서 경직된 내수 경제 활성화로 사업 성장 기대</a:t>
            </a:r>
            <a:endParaRPr lang="en-US" altLang="ko-KR" sz="1400" smtClean="0">
              <a:solidFill>
                <a:schemeClr val="bg1"/>
              </a:solidFill>
            </a:endParaRPr>
          </a:p>
          <a:p>
            <a:endParaRPr lang="ko-KR" altLang="en-US" sz="1400">
              <a:solidFill>
                <a:schemeClr val="bg1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486807" y="1901478"/>
            <a:ext cx="415757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smtClean="0">
                <a:solidFill>
                  <a:schemeClr val="bg1"/>
                </a:solidFill>
              </a:rPr>
              <a:t>비싼 명품백 대여를 위한 많은 자금 확보 필수</a:t>
            </a:r>
            <a:endParaRPr lang="en-US" altLang="ko-KR" sz="1400" smtClean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1400" smtClean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smtClean="0">
                <a:solidFill>
                  <a:schemeClr val="bg1"/>
                </a:solidFill>
              </a:rPr>
              <a:t>명품이 다수의 공유로 인해 브랜드 가치를 훼손시켜 패션 업계와 차질이 생길 수 있음</a:t>
            </a:r>
            <a:endParaRPr lang="en-US" altLang="ko-KR" sz="1400" smtClean="0">
              <a:solidFill>
                <a:schemeClr val="bg1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567240" y="4550175"/>
            <a:ext cx="410445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smtClean="0">
                <a:solidFill>
                  <a:schemeClr val="bg1"/>
                </a:solidFill>
              </a:rPr>
              <a:t>동종 업계 과잉 경쟁으로 치열한 마케팅 싸움</a:t>
            </a:r>
            <a:endParaRPr lang="en-US" altLang="ko-KR" sz="1400" smtClean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1400" smtClean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smtClean="0">
                <a:solidFill>
                  <a:schemeClr val="bg1"/>
                </a:solidFill>
              </a:rPr>
              <a:t>명품 백 훼손시 고객과의 법적 책임 문제</a:t>
            </a:r>
            <a:endParaRPr lang="ko-KR" altLang="en-US" sz="14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6463569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내용 개체 틀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="" xmlns:p14="http://schemas.microsoft.com/office/powerpoint/2010/main" val="3465753615"/>
              </p:ext>
            </p:extLst>
          </p:nvPr>
        </p:nvGraphicFramePr>
        <p:xfrm>
          <a:off x="395536" y="1600203"/>
          <a:ext cx="8280474" cy="489613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936104"/>
                <a:gridCol w="1008112"/>
                <a:gridCol w="582864"/>
                <a:gridCol w="639266"/>
                <a:gridCol w="639266"/>
                <a:gridCol w="639266"/>
                <a:gridCol w="639266"/>
                <a:gridCol w="639266"/>
                <a:gridCol w="639266"/>
                <a:gridCol w="639266"/>
                <a:gridCol w="639266"/>
                <a:gridCol w="639266"/>
              </a:tblGrid>
              <a:tr h="46763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smtClean="0"/>
                        <a:t>구분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smtClean="0"/>
                        <a:t>주요업무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/>
                        <a:t>1</a:t>
                      </a:r>
                      <a:r>
                        <a:rPr lang="ko-KR" altLang="en-US" sz="1200" dirty="0" smtClean="0"/>
                        <a:t>일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/>
                        <a:t>2</a:t>
                      </a:r>
                      <a:r>
                        <a:rPr lang="ko-KR" altLang="en-US" sz="1200" dirty="0" smtClean="0"/>
                        <a:t>일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/>
                        <a:t>3</a:t>
                      </a:r>
                      <a:r>
                        <a:rPr lang="ko-KR" altLang="en-US" sz="1200" dirty="0" smtClean="0"/>
                        <a:t>일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/>
                        <a:t>4</a:t>
                      </a:r>
                      <a:r>
                        <a:rPr lang="ko-KR" altLang="en-US" sz="1200" dirty="0" smtClean="0"/>
                        <a:t>일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/>
                        <a:t>5</a:t>
                      </a:r>
                      <a:r>
                        <a:rPr lang="ko-KR" altLang="en-US" sz="1200" dirty="0" smtClean="0"/>
                        <a:t>일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/>
                        <a:t>6</a:t>
                      </a:r>
                      <a:r>
                        <a:rPr lang="ko-KR" altLang="en-US" sz="1200" dirty="0" smtClean="0"/>
                        <a:t>일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/>
                        <a:t>7</a:t>
                      </a:r>
                      <a:r>
                        <a:rPr lang="ko-KR" altLang="en-US" sz="1200" dirty="0" smtClean="0"/>
                        <a:t>일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/>
                        <a:t>8</a:t>
                      </a:r>
                      <a:r>
                        <a:rPr lang="ko-KR" altLang="en-US" sz="1200" dirty="0" smtClean="0"/>
                        <a:t>일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/>
                        <a:t>9</a:t>
                      </a:r>
                      <a:r>
                        <a:rPr lang="ko-KR" altLang="en-US" sz="1200" dirty="0" smtClean="0"/>
                        <a:t>일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/>
                        <a:t>10</a:t>
                      </a:r>
                      <a:r>
                        <a:rPr lang="ko-KR" altLang="en-US" sz="1200" dirty="0" smtClean="0"/>
                        <a:t>일</a:t>
                      </a:r>
                      <a:endParaRPr lang="ko-KR" altLang="en-US" sz="1200" dirty="0"/>
                    </a:p>
                  </a:txBody>
                  <a:tcPr anchor="ctr"/>
                </a:tc>
              </a:tr>
              <a:tr h="43189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smtClean="0"/>
                        <a:t>기획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/>
                        <a:t>-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</a:tr>
              <a:tr h="360000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smtClean="0"/>
                        <a:t>메인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smtClean="0"/>
                        <a:t>디자인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</a:tr>
              <a:tr h="3600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smtClean="0"/>
                        <a:t>실제설계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</a:tr>
              <a:tr h="463415"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smtClean="0"/>
                        <a:t>고객정보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smtClean="0"/>
                        <a:t>DB</a:t>
                      </a:r>
                      <a:r>
                        <a:rPr lang="en-US" altLang="ko-KR" sz="1200" baseline="0" smtClean="0"/>
                        <a:t> </a:t>
                      </a:r>
                      <a:r>
                        <a:rPr lang="ko-KR" altLang="en-US" sz="1200" baseline="0" smtClean="0"/>
                        <a:t>설계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</a:tr>
              <a:tr h="46341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smtClean="0"/>
                        <a:t>디자인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</a:tr>
              <a:tr h="46341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smtClean="0"/>
                        <a:t>실제설계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</a:tr>
              <a:tr h="484824"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smtClean="0"/>
                        <a:t>상품정보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smtClean="0"/>
                        <a:t>DB </a:t>
                      </a:r>
                      <a:r>
                        <a:rPr lang="ko-KR" altLang="en-US" sz="1200" smtClean="0"/>
                        <a:t>설계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</a:tr>
              <a:tr h="48482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smtClean="0"/>
                        <a:t>디자인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</a:tr>
              <a:tr h="48482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smtClean="0"/>
                        <a:t>실제설계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>
                    <a:solidFill>
                      <a:schemeClr val="accent3"/>
                    </a:solidFill>
                  </a:tcPr>
                </a:tc>
              </a:tr>
              <a:tr h="43189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smtClean="0"/>
                        <a:t>시연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/>
                        <a:t>-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10" name="직사각형 9"/>
          <p:cNvSpPr/>
          <p:nvPr/>
        </p:nvSpPr>
        <p:spPr>
          <a:xfrm>
            <a:off x="-9520" y="1022"/>
            <a:ext cx="9153520" cy="619666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/>
          <p:cNvSpPr txBox="1"/>
          <p:nvPr/>
        </p:nvSpPr>
        <p:spPr>
          <a:xfrm>
            <a:off x="-14476" y="80022"/>
            <a:ext cx="91535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 smtClean="0">
                <a:solidFill>
                  <a:schemeClr val="bg1"/>
                </a:solidFill>
              </a:rPr>
              <a:t>일정 및 목표</a:t>
            </a:r>
            <a:endParaRPr lang="ko-KR" altLang="en-US" sz="2400" b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20429907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타원 14"/>
          <p:cNvSpPr/>
          <p:nvPr/>
        </p:nvSpPr>
        <p:spPr>
          <a:xfrm>
            <a:off x="2542974" y="1340768"/>
            <a:ext cx="4032448" cy="3744416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3600" b="1" smtClean="0"/>
              <a:t>기획 및 설계</a:t>
            </a:r>
            <a:endParaRPr lang="ko-KR" altLang="en-US" sz="3600" b="1"/>
          </a:p>
        </p:txBody>
      </p:sp>
    </p:spTree>
    <p:extLst>
      <p:ext uri="{BB962C8B-B14F-4D97-AF65-F5344CB8AC3E}">
        <p14:creationId xmlns="" xmlns:p14="http://schemas.microsoft.com/office/powerpoint/2010/main" val="15624849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모서리가 둥근 직사각형 6"/>
          <p:cNvSpPr/>
          <p:nvPr/>
        </p:nvSpPr>
        <p:spPr>
          <a:xfrm>
            <a:off x="539552" y="1124744"/>
            <a:ext cx="7992888" cy="1296144"/>
          </a:xfrm>
          <a:prstGeom prst="roundRect">
            <a:avLst>
              <a:gd name="adj" fmla="val 5123"/>
            </a:avLst>
          </a:prstGeom>
          <a:solidFill>
            <a:srgbClr val="00206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600" dirty="0">
                <a:solidFill>
                  <a:schemeClr val="bg1"/>
                </a:solidFill>
              </a:rPr>
              <a:t>CREATE TABLE COUPON(</a:t>
            </a:r>
            <a:endParaRPr lang="en-US" altLang="ko-KR" sz="1600" b="0" dirty="0" smtClean="0">
              <a:solidFill>
                <a:schemeClr val="bg1"/>
              </a:solidFill>
            </a:endParaRPr>
          </a:p>
          <a:p>
            <a:r>
              <a:rPr lang="en-US" altLang="ko-KR" sz="1600" dirty="0">
                <a:solidFill>
                  <a:schemeClr val="bg1"/>
                </a:solidFill>
              </a:rPr>
              <a:t> </a:t>
            </a:r>
            <a:r>
              <a:rPr lang="en-US" altLang="ko-KR" sz="1600" dirty="0" smtClean="0">
                <a:solidFill>
                  <a:schemeClr val="bg1"/>
                </a:solidFill>
              </a:rPr>
              <a:t>COUPON_NUM	VARCHAR2(30</a:t>
            </a:r>
            <a:r>
              <a:rPr lang="en-US" altLang="ko-KR" sz="1600" dirty="0">
                <a:solidFill>
                  <a:schemeClr val="bg1"/>
                </a:solidFill>
              </a:rPr>
              <a:t>)     PRIMARY KEY,</a:t>
            </a:r>
            <a:endParaRPr lang="en-US" altLang="ko-KR" sz="1600" b="0" dirty="0" smtClean="0">
              <a:solidFill>
                <a:schemeClr val="bg1"/>
              </a:solidFill>
            </a:endParaRPr>
          </a:p>
          <a:p>
            <a:r>
              <a:rPr lang="en-US" altLang="ko-KR" sz="1600" dirty="0">
                <a:solidFill>
                  <a:schemeClr val="bg1"/>
                </a:solidFill>
              </a:rPr>
              <a:t> </a:t>
            </a:r>
            <a:r>
              <a:rPr lang="en-US" altLang="ko-KR" sz="1600" dirty="0" smtClean="0">
                <a:solidFill>
                  <a:schemeClr val="bg1"/>
                </a:solidFill>
              </a:rPr>
              <a:t>COUPON_INFO	VARCHAR2(30</a:t>
            </a:r>
            <a:r>
              <a:rPr lang="en-US" altLang="ko-KR" sz="1600" dirty="0">
                <a:solidFill>
                  <a:schemeClr val="bg1"/>
                </a:solidFill>
              </a:rPr>
              <a:t>)     NOT NULL</a:t>
            </a:r>
            <a:endParaRPr lang="en-US" altLang="ko-KR" sz="1600" b="0" dirty="0" smtClean="0">
              <a:solidFill>
                <a:schemeClr val="bg1"/>
              </a:solidFill>
            </a:endParaRPr>
          </a:p>
          <a:p>
            <a:r>
              <a:rPr lang="en-US" altLang="ko-KR" sz="1600" dirty="0" smtClean="0">
                <a:solidFill>
                  <a:schemeClr val="bg1"/>
                </a:solidFill>
              </a:rPr>
              <a:t>);</a:t>
            </a:r>
            <a:endParaRPr lang="en-US" altLang="ko-KR" sz="1600" b="0" dirty="0" smtClean="0">
              <a:solidFill>
                <a:schemeClr val="bg1"/>
              </a:solidFill>
            </a:endParaRPr>
          </a:p>
        </p:txBody>
      </p:sp>
      <p:sp>
        <p:nvSpPr>
          <p:cNvPr id="8" name="모서리가 둥근 직사각형 7"/>
          <p:cNvSpPr/>
          <p:nvPr/>
        </p:nvSpPr>
        <p:spPr>
          <a:xfrm>
            <a:off x="539552" y="2708920"/>
            <a:ext cx="7992888" cy="3600400"/>
          </a:xfrm>
          <a:prstGeom prst="roundRect">
            <a:avLst>
              <a:gd name="adj" fmla="val 2814"/>
            </a:avLst>
          </a:prstGeom>
          <a:solidFill>
            <a:srgbClr val="00206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600" dirty="0" smtClean="0"/>
              <a:t>CREATE TABLE CUSTOM(</a:t>
            </a:r>
            <a:endParaRPr lang="en-US" altLang="ko-KR" sz="1600" b="0" dirty="0" smtClean="0"/>
          </a:p>
          <a:p>
            <a:r>
              <a:rPr lang="en-US" altLang="ko-KR" sz="1600" dirty="0" smtClean="0"/>
              <a:t> PRODUCT_NUM	NUMBER(10),</a:t>
            </a:r>
            <a:endParaRPr lang="en-US" altLang="ko-KR" sz="1600" b="0" dirty="0" smtClean="0"/>
          </a:p>
          <a:p>
            <a:r>
              <a:rPr lang="en-US" altLang="ko-KR" sz="1600" dirty="0" smtClean="0"/>
              <a:t> NAME		VARCHAR2(30)	 NOT NULL,</a:t>
            </a:r>
            <a:endParaRPr lang="en-US" altLang="ko-KR" sz="1600" b="0" dirty="0" smtClean="0"/>
          </a:p>
          <a:p>
            <a:r>
              <a:rPr lang="en-US" altLang="ko-KR" sz="1600" dirty="0" smtClean="0"/>
              <a:t> TEL		VARCHAR2(15)	 PRIMARY KEY,</a:t>
            </a:r>
            <a:endParaRPr lang="en-US" altLang="ko-KR" sz="1600" b="0" dirty="0" smtClean="0"/>
          </a:p>
          <a:p>
            <a:r>
              <a:rPr lang="en-US" altLang="ko-KR" sz="1600" dirty="0" smtClean="0"/>
              <a:t> GENDER		VARCHAR2(6)	 NOT NULL,</a:t>
            </a:r>
            <a:endParaRPr lang="en-US" altLang="ko-KR" sz="1600" b="0" dirty="0" smtClean="0"/>
          </a:p>
          <a:p>
            <a:r>
              <a:rPr lang="en-US" altLang="ko-KR" sz="1600" dirty="0" smtClean="0"/>
              <a:t> AGE		NUMBER(3)	 NOT NULL,</a:t>
            </a:r>
            <a:endParaRPr lang="en-US" altLang="ko-KR" sz="1600" b="0" dirty="0" smtClean="0"/>
          </a:p>
          <a:p>
            <a:r>
              <a:rPr lang="en-US" altLang="ko-KR" sz="1600" dirty="0" smtClean="0"/>
              <a:t> ADDRESS	VARCHAR2(350) 	 NOT NULL,</a:t>
            </a:r>
            <a:endParaRPr lang="en-US" altLang="ko-KR" sz="1600" b="0" dirty="0" smtClean="0"/>
          </a:p>
          <a:p>
            <a:r>
              <a:rPr lang="en-US" altLang="ko-KR" sz="1600" dirty="0" smtClean="0"/>
              <a:t> COUPON_NUM	VARCHAR2(35),</a:t>
            </a:r>
            <a:endParaRPr lang="en-US" altLang="ko-KR" sz="1600" b="0" dirty="0" smtClean="0"/>
          </a:p>
          <a:p>
            <a:r>
              <a:rPr lang="en-US" altLang="ko-KR" sz="1600" dirty="0" smtClean="0"/>
              <a:t> START_DATE	VARCHAR2(35),</a:t>
            </a:r>
            <a:endParaRPr lang="en-US" altLang="ko-KR" sz="1600" b="0" dirty="0" smtClean="0"/>
          </a:p>
          <a:p>
            <a:r>
              <a:rPr lang="en-US" altLang="ko-KR" sz="1600" dirty="0" smtClean="0"/>
              <a:t> END_DATE	VARCHAR2(35),</a:t>
            </a:r>
            <a:endParaRPr lang="en-US" altLang="ko-KR" sz="1600" b="0" dirty="0" smtClean="0"/>
          </a:p>
          <a:p>
            <a:r>
              <a:rPr lang="en-US" altLang="ko-KR" sz="1600" dirty="0" smtClean="0"/>
              <a:t> CONSTRAINT NUM_FK FOREIGN KEY(COUPON_NUM) REFERENCES COUPON(COUPON_NUM),</a:t>
            </a:r>
            <a:endParaRPr lang="en-US" altLang="ko-KR" sz="1600" b="0" dirty="0" smtClean="0"/>
          </a:p>
          <a:p>
            <a:r>
              <a:rPr lang="en-US" altLang="ko-KR" sz="1600" dirty="0" smtClean="0"/>
              <a:t> CONSTRAINT GENDER_CK CHECK(GENDER IN('M','W'))</a:t>
            </a:r>
            <a:endParaRPr lang="en-US" altLang="ko-KR" sz="1600" b="0" dirty="0" smtClean="0"/>
          </a:p>
          <a:p>
            <a:r>
              <a:rPr lang="en-US" altLang="ko-KR" sz="1600" dirty="0" smtClean="0"/>
              <a:t>);</a:t>
            </a:r>
            <a:endParaRPr lang="en-US" altLang="ko-KR" sz="1600" b="0" dirty="0" smtClean="0"/>
          </a:p>
        </p:txBody>
      </p:sp>
      <p:sp>
        <p:nvSpPr>
          <p:cNvPr id="6" name="직사각형 5"/>
          <p:cNvSpPr/>
          <p:nvPr/>
        </p:nvSpPr>
        <p:spPr>
          <a:xfrm>
            <a:off x="-9520" y="1022"/>
            <a:ext cx="9153520" cy="619666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/>
          <p:cNvSpPr txBox="1"/>
          <p:nvPr/>
        </p:nvSpPr>
        <p:spPr>
          <a:xfrm>
            <a:off x="-14476" y="80022"/>
            <a:ext cx="91535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b="1" smtClean="0">
                <a:solidFill>
                  <a:schemeClr val="bg1"/>
                </a:solidFill>
              </a:rPr>
              <a:t>DB </a:t>
            </a:r>
            <a:r>
              <a:rPr lang="ko-KR" altLang="en-US" sz="2400" b="1" smtClean="0">
                <a:solidFill>
                  <a:schemeClr val="bg1"/>
                </a:solidFill>
              </a:rPr>
              <a:t>설계</a:t>
            </a:r>
            <a:endParaRPr lang="ko-KR" altLang="en-US" sz="2400" b="1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모서리가 둥근 직사각형 7"/>
          <p:cNvSpPr/>
          <p:nvPr/>
        </p:nvSpPr>
        <p:spPr>
          <a:xfrm>
            <a:off x="571472" y="2428868"/>
            <a:ext cx="7992888" cy="2592288"/>
          </a:xfrm>
          <a:prstGeom prst="roundRect">
            <a:avLst>
              <a:gd name="adj" fmla="val 2814"/>
            </a:avLst>
          </a:prstGeom>
          <a:solidFill>
            <a:srgbClr val="00206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600" dirty="0" smtClean="0"/>
              <a:t> CREATE TABLE PRODUCT(</a:t>
            </a:r>
            <a:endParaRPr lang="en-US" altLang="ko-KR" sz="1600" b="0" dirty="0" smtClean="0"/>
          </a:p>
          <a:p>
            <a:r>
              <a:rPr lang="en-US" altLang="ko-KR" sz="1600" dirty="0" smtClean="0"/>
              <a:t>  NUM	 NUMBER(10)	 PRIMARY KEY,</a:t>
            </a:r>
            <a:endParaRPr lang="en-US" altLang="ko-KR" sz="1600" b="0" dirty="0" smtClean="0"/>
          </a:p>
          <a:p>
            <a:r>
              <a:rPr lang="en-US" altLang="ko-KR" sz="1600" dirty="0" smtClean="0"/>
              <a:t>  TITLE 	VARCHAR2(50) 	NOT NULL,</a:t>
            </a:r>
            <a:endParaRPr lang="en-US" altLang="ko-KR" sz="1600" b="0" dirty="0" smtClean="0"/>
          </a:p>
          <a:p>
            <a:r>
              <a:rPr lang="en-US" altLang="ko-KR" sz="1600" dirty="0" smtClean="0"/>
              <a:t>  INFO 	VARCHAR2(4000)	 NOT NULL,</a:t>
            </a:r>
            <a:endParaRPr lang="en-US" altLang="ko-KR" sz="1600" b="0" dirty="0" smtClean="0"/>
          </a:p>
          <a:p>
            <a:r>
              <a:rPr lang="en-US" altLang="ko-KR" sz="1600" dirty="0" smtClean="0"/>
              <a:t>  STATE 	VARCHAR2(10)	 NOT NULL,</a:t>
            </a:r>
            <a:endParaRPr lang="en-US" altLang="ko-KR" sz="1600" b="0" dirty="0" smtClean="0"/>
          </a:p>
          <a:p>
            <a:r>
              <a:rPr lang="en-US" altLang="ko-KR" sz="1600" dirty="0" smtClean="0"/>
              <a:t>  IMAGE 	VARCHAR2(25) 	NOT NULL,</a:t>
            </a:r>
            <a:endParaRPr lang="en-US" altLang="ko-KR" sz="1600" b="0" dirty="0" smtClean="0"/>
          </a:p>
          <a:p>
            <a:r>
              <a:rPr lang="en-US" altLang="ko-KR" sz="1600" dirty="0" smtClean="0"/>
              <a:t>  CONSTRAINT T_STATE_CK CHECK(STATE IN('</a:t>
            </a:r>
            <a:r>
              <a:rPr lang="ko-KR" altLang="en-US" sz="1600" dirty="0" err="1" smtClean="0"/>
              <a:t>대여중</a:t>
            </a:r>
            <a:r>
              <a:rPr lang="en-US" altLang="ko-KR" sz="1600" dirty="0" smtClean="0"/>
              <a:t>','</a:t>
            </a:r>
            <a:r>
              <a:rPr lang="ko-KR" altLang="en-US" sz="1600" dirty="0" smtClean="0"/>
              <a:t>미대여</a:t>
            </a:r>
            <a:r>
              <a:rPr lang="en-US" altLang="ko-KR" sz="1600" dirty="0" smtClean="0"/>
              <a:t>'))</a:t>
            </a:r>
            <a:endParaRPr lang="ko-KR" altLang="en-US" sz="1600" b="0" dirty="0" smtClean="0"/>
          </a:p>
          <a:p>
            <a:r>
              <a:rPr lang="en-US" altLang="ko-KR" sz="1600" dirty="0" smtClean="0"/>
              <a:t>);</a:t>
            </a:r>
            <a:endParaRPr lang="en-US" altLang="ko-KR" sz="1600" b="0" dirty="0" smtClean="0"/>
          </a:p>
        </p:txBody>
      </p:sp>
      <p:sp>
        <p:nvSpPr>
          <p:cNvPr id="5" name="직사각형 4"/>
          <p:cNvSpPr/>
          <p:nvPr/>
        </p:nvSpPr>
        <p:spPr>
          <a:xfrm>
            <a:off x="-9520" y="1022"/>
            <a:ext cx="9153520" cy="619666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/>
          <p:cNvSpPr txBox="1"/>
          <p:nvPr/>
        </p:nvSpPr>
        <p:spPr>
          <a:xfrm>
            <a:off x="-14476" y="80022"/>
            <a:ext cx="91535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b="1" smtClean="0">
                <a:solidFill>
                  <a:schemeClr val="bg1"/>
                </a:solidFill>
              </a:rPr>
              <a:t>DB </a:t>
            </a:r>
            <a:r>
              <a:rPr lang="ko-KR" altLang="en-US" sz="2400" b="1" smtClean="0">
                <a:solidFill>
                  <a:schemeClr val="bg1"/>
                </a:solidFill>
              </a:rPr>
              <a:t>설계</a:t>
            </a:r>
            <a:endParaRPr lang="ko-KR" altLang="en-US" sz="2400" b="1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81113" y="1443038"/>
            <a:ext cx="6581775" cy="3971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직사각형 3"/>
          <p:cNvSpPr/>
          <p:nvPr/>
        </p:nvSpPr>
        <p:spPr>
          <a:xfrm>
            <a:off x="-9520" y="1022"/>
            <a:ext cx="9153520" cy="619666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/>
          <p:cNvSpPr txBox="1"/>
          <p:nvPr/>
        </p:nvSpPr>
        <p:spPr>
          <a:xfrm>
            <a:off x="-14476" y="80022"/>
            <a:ext cx="91535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b="1" smtClean="0">
                <a:solidFill>
                  <a:schemeClr val="bg1"/>
                </a:solidFill>
              </a:rPr>
              <a:t>DB Modeling</a:t>
            </a:r>
            <a:endParaRPr lang="ko-KR" altLang="en-US" sz="2400" b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23744431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kitcoop\Pictures\main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55576" y="1196752"/>
            <a:ext cx="7679269" cy="4733181"/>
          </a:xfrm>
          <a:prstGeom prst="rect">
            <a:avLst/>
          </a:prstGeom>
          <a:noFill/>
        </p:spPr>
      </p:pic>
      <p:sp>
        <p:nvSpPr>
          <p:cNvPr id="5" name="직사각형 4"/>
          <p:cNvSpPr/>
          <p:nvPr/>
        </p:nvSpPr>
        <p:spPr>
          <a:xfrm>
            <a:off x="-9520" y="1022"/>
            <a:ext cx="9153520" cy="619666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/>
          <p:cNvSpPr txBox="1"/>
          <p:nvPr/>
        </p:nvSpPr>
        <p:spPr>
          <a:xfrm>
            <a:off x="-14476" y="80022"/>
            <a:ext cx="91535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b="1" smtClean="0">
                <a:solidFill>
                  <a:schemeClr val="bg1"/>
                </a:solidFill>
              </a:rPr>
              <a:t>Main </a:t>
            </a:r>
            <a:r>
              <a:rPr lang="ko-KR" altLang="en-US" sz="2400" b="1" smtClean="0">
                <a:solidFill>
                  <a:schemeClr val="bg1"/>
                </a:solidFill>
              </a:rPr>
              <a:t>화면 설계도</a:t>
            </a:r>
            <a:endParaRPr lang="ko-KR" altLang="en-US" sz="2400" b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36758513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1" name="Picture 3" descr="C:\Users\kitcoop\Pictures\member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55576" y="1196752"/>
            <a:ext cx="7783513" cy="4886325"/>
          </a:xfrm>
          <a:prstGeom prst="rect">
            <a:avLst/>
          </a:prstGeom>
          <a:noFill/>
        </p:spPr>
      </p:pic>
      <p:sp>
        <p:nvSpPr>
          <p:cNvPr id="5" name="직사각형 4"/>
          <p:cNvSpPr/>
          <p:nvPr/>
        </p:nvSpPr>
        <p:spPr>
          <a:xfrm>
            <a:off x="-9520" y="1022"/>
            <a:ext cx="9153520" cy="619666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/>
          <p:cNvSpPr txBox="1"/>
          <p:nvPr/>
        </p:nvSpPr>
        <p:spPr>
          <a:xfrm>
            <a:off x="-14476" y="80022"/>
            <a:ext cx="91535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 smtClean="0">
                <a:solidFill>
                  <a:schemeClr val="bg1"/>
                </a:solidFill>
              </a:rPr>
              <a:t>회원 화면 설계도</a:t>
            </a:r>
            <a:endParaRPr lang="ko-KR" altLang="en-US" sz="2400" b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24709689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C:\Users\kitcoop\Pictures\product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7544" y="1196752"/>
            <a:ext cx="8120041" cy="5021395"/>
          </a:xfrm>
          <a:prstGeom prst="rect">
            <a:avLst/>
          </a:prstGeom>
          <a:noFill/>
        </p:spPr>
      </p:pic>
      <p:sp>
        <p:nvSpPr>
          <p:cNvPr id="5" name="직사각형 4"/>
          <p:cNvSpPr/>
          <p:nvPr/>
        </p:nvSpPr>
        <p:spPr>
          <a:xfrm>
            <a:off x="-9520" y="1022"/>
            <a:ext cx="9153520" cy="619666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/>
          <p:cNvSpPr txBox="1"/>
          <p:nvPr/>
        </p:nvSpPr>
        <p:spPr>
          <a:xfrm>
            <a:off x="-14476" y="80022"/>
            <a:ext cx="91535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 smtClean="0">
                <a:solidFill>
                  <a:schemeClr val="bg1"/>
                </a:solidFill>
              </a:rPr>
              <a:t>상품 화면 설계도</a:t>
            </a:r>
            <a:endParaRPr lang="ko-KR" altLang="en-US" sz="2400" b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20693363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C:\Users\kitcoop\Pictures\상품등록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9551" y="1132091"/>
            <a:ext cx="8208913" cy="5049799"/>
          </a:xfrm>
          <a:prstGeom prst="rect">
            <a:avLst/>
          </a:prstGeom>
          <a:noFill/>
        </p:spPr>
      </p:pic>
      <p:sp>
        <p:nvSpPr>
          <p:cNvPr id="5" name="직사각형 4"/>
          <p:cNvSpPr/>
          <p:nvPr/>
        </p:nvSpPr>
        <p:spPr>
          <a:xfrm>
            <a:off x="-9520" y="1022"/>
            <a:ext cx="9153520" cy="619666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/>
          <p:cNvSpPr txBox="1"/>
          <p:nvPr/>
        </p:nvSpPr>
        <p:spPr>
          <a:xfrm>
            <a:off x="-14476" y="80022"/>
            <a:ext cx="91535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 smtClean="0">
                <a:solidFill>
                  <a:schemeClr val="bg1"/>
                </a:solidFill>
              </a:rPr>
              <a:t>상품 등록 화면 설계도</a:t>
            </a:r>
            <a:endParaRPr lang="ko-KR" altLang="en-US" sz="2400" b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6966095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C:\Users\kitcoop\Pictures\상품검색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95736" y="1124744"/>
            <a:ext cx="4453705" cy="5256584"/>
          </a:xfrm>
          <a:prstGeom prst="rect">
            <a:avLst/>
          </a:prstGeom>
          <a:noFill/>
        </p:spPr>
      </p:pic>
      <p:sp>
        <p:nvSpPr>
          <p:cNvPr id="5" name="직사각형 4"/>
          <p:cNvSpPr/>
          <p:nvPr/>
        </p:nvSpPr>
        <p:spPr>
          <a:xfrm>
            <a:off x="-9520" y="1022"/>
            <a:ext cx="9153520" cy="619666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/>
          <p:cNvSpPr txBox="1"/>
          <p:nvPr/>
        </p:nvSpPr>
        <p:spPr>
          <a:xfrm>
            <a:off x="-14476" y="80022"/>
            <a:ext cx="91535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 smtClean="0">
                <a:solidFill>
                  <a:schemeClr val="bg1"/>
                </a:solidFill>
              </a:rPr>
              <a:t>상품 검색 화면 설계도</a:t>
            </a:r>
            <a:endParaRPr lang="ko-KR" altLang="en-US" sz="2400" b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14963710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타원 14"/>
          <p:cNvSpPr/>
          <p:nvPr/>
        </p:nvSpPr>
        <p:spPr>
          <a:xfrm>
            <a:off x="2542974" y="1340768"/>
            <a:ext cx="4032448" cy="3744416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3600" b="1" smtClean="0"/>
              <a:t>기술 구현</a:t>
            </a:r>
            <a:endParaRPr lang="ko-KR" altLang="en-US" sz="3600" b="1"/>
          </a:p>
        </p:txBody>
      </p:sp>
    </p:spTree>
    <p:extLst>
      <p:ext uri="{BB962C8B-B14F-4D97-AF65-F5344CB8AC3E}">
        <p14:creationId xmlns="" xmlns:p14="http://schemas.microsoft.com/office/powerpoint/2010/main" val="11508792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>
          <a:xfrm>
            <a:off x="-9520" y="1022"/>
            <a:ext cx="9153520" cy="619666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/>
          <p:cNvSpPr txBox="1"/>
          <p:nvPr/>
        </p:nvSpPr>
        <p:spPr>
          <a:xfrm>
            <a:off x="-14476" y="80022"/>
            <a:ext cx="91535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 smtClean="0">
                <a:solidFill>
                  <a:schemeClr val="bg1"/>
                </a:solidFill>
              </a:rPr>
              <a:t>상품 추가 화면</a:t>
            </a:r>
            <a:endParaRPr lang="ko-KR" altLang="en-US" sz="2400" b="1">
              <a:solidFill>
                <a:schemeClr val="bg1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285984" y="5715016"/>
            <a:ext cx="42862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mtClean="0">
                <a:hlinkClick r:id="rId2"/>
              </a:rPr>
              <a:t>명품 백 렌탈 프로젝트 영상 </a:t>
            </a:r>
            <a:r>
              <a:rPr lang="ko-KR" altLang="en-US" smtClean="0"/>
              <a:t>←클릭</a:t>
            </a:r>
            <a:endParaRPr lang="ko-KR" altLang="en-US"/>
          </a:p>
        </p:txBody>
      </p:sp>
      <p:pic>
        <p:nvPicPr>
          <p:cNvPr id="1027" name="Picture 3" descr="C:\Users\kitcoop\Desktop\asdasd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90646" y="928670"/>
            <a:ext cx="7910444" cy="453392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="" xmlns:p14="http://schemas.microsoft.com/office/powerpoint/2010/main" val="14963710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C:\Users\kitcoop\Desktop\12345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642918"/>
            <a:ext cx="9144000" cy="6215082"/>
          </a:xfrm>
          <a:prstGeom prst="rect">
            <a:avLst/>
          </a:prstGeom>
          <a:noFill/>
        </p:spPr>
      </p:pic>
      <p:sp>
        <p:nvSpPr>
          <p:cNvPr id="4" name="직사각형 3"/>
          <p:cNvSpPr/>
          <p:nvPr/>
        </p:nvSpPr>
        <p:spPr>
          <a:xfrm>
            <a:off x="-9520" y="1022"/>
            <a:ext cx="9153520" cy="619666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/>
          <p:cNvSpPr txBox="1"/>
          <p:nvPr/>
        </p:nvSpPr>
        <p:spPr>
          <a:xfrm>
            <a:off x="-14476" y="80022"/>
            <a:ext cx="91535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b="1" smtClean="0">
                <a:solidFill>
                  <a:schemeClr val="bg1"/>
                </a:solidFill>
              </a:rPr>
              <a:t>ClassDiagram</a:t>
            </a:r>
            <a:endParaRPr lang="ko-KR" altLang="en-US" sz="2400" b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23744431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857232"/>
            <a:ext cx="9001156" cy="60007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직사각형 2"/>
          <p:cNvSpPr/>
          <p:nvPr/>
        </p:nvSpPr>
        <p:spPr>
          <a:xfrm>
            <a:off x="-9520" y="1022"/>
            <a:ext cx="9153520" cy="619666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/>
          <p:cNvSpPr txBox="1"/>
          <p:nvPr/>
        </p:nvSpPr>
        <p:spPr>
          <a:xfrm>
            <a:off x="-14476" y="80022"/>
            <a:ext cx="91535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b="1" smtClean="0">
                <a:solidFill>
                  <a:schemeClr val="bg1"/>
                </a:solidFill>
              </a:rPr>
              <a:t>FlowChart</a:t>
            </a:r>
            <a:endParaRPr lang="ko-KR" altLang="en-US" sz="2400" b="1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2" y="0"/>
            <a:ext cx="2627782" cy="6858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/>
          <p:cNvSpPr txBox="1"/>
          <p:nvPr/>
        </p:nvSpPr>
        <p:spPr>
          <a:xfrm>
            <a:off x="0" y="1428736"/>
            <a:ext cx="264317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 smtClean="0">
                <a:solidFill>
                  <a:schemeClr val="bg1"/>
                </a:solidFill>
              </a:rPr>
              <a:t>플러그인</a:t>
            </a:r>
            <a:endParaRPr lang="en-US" altLang="ko-KR" sz="2400" b="1" smtClean="0">
              <a:solidFill>
                <a:schemeClr val="bg1"/>
              </a:solidFill>
            </a:endParaRPr>
          </a:p>
          <a:p>
            <a:pPr algn="ctr"/>
            <a:r>
              <a:rPr lang="en-US" altLang="ko-KR" sz="2400" b="1" smtClean="0">
                <a:solidFill>
                  <a:schemeClr val="bg1"/>
                </a:solidFill>
              </a:rPr>
              <a:t>&amp; </a:t>
            </a:r>
          </a:p>
          <a:p>
            <a:pPr algn="ctr"/>
            <a:r>
              <a:rPr lang="ko-KR" altLang="en-US" sz="2400" b="1" smtClean="0">
                <a:solidFill>
                  <a:schemeClr val="bg1"/>
                </a:solidFill>
              </a:rPr>
              <a:t>라이브러리</a:t>
            </a:r>
            <a:endParaRPr lang="en-US" altLang="ko-KR" sz="2400" b="1" smtClean="0">
              <a:solidFill>
                <a:schemeClr val="bg1"/>
              </a:solidFill>
            </a:endParaRPr>
          </a:p>
        </p:txBody>
      </p:sp>
      <p:sp>
        <p:nvSpPr>
          <p:cNvPr id="4" name="직사각형 3"/>
          <p:cNvSpPr/>
          <p:nvPr/>
        </p:nvSpPr>
        <p:spPr>
          <a:xfrm>
            <a:off x="2636502" y="2204864"/>
            <a:ext cx="6507498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400" b="1" smtClean="0">
                <a:hlinkClick r:id="rId2"/>
              </a:rPr>
              <a:t>http://www.oracle.com/technetwork/apps-tech/jdbc-112010-090769.html</a:t>
            </a:r>
            <a:endParaRPr lang="en-US" altLang="ko-KR" sz="1400" b="1" smtClean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1400" b="1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smtClean="0">
                <a:hlinkClick r:id="rId3"/>
              </a:rPr>
              <a:t>http://www.objectaid.com/download</a:t>
            </a:r>
            <a:endParaRPr lang="en-US" sz="1400" b="1" smtClean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b="1" smtClean="0"/>
          </a:p>
        </p:txBody>
      </p:sp>
    </p:spTree>
    <p:extLst>
      <p:ext uri="{BB962C8B-B14F-4D97-AF65-F5344CB8AC3E}">
        <p14:creationId xmlns="" xmlns:p14="http://schemas.microsoft.com/office/powerpoint/2010/main" val="32631793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자유형 4"/>
          <p:cNvSpPr/>
          <p:nvPr/>
        </p:nvSpPr>
        <p:spPr>
          <a:xfrm>
            <a:off x="580036" y="3730992"/>
            <a:ext cx="7879404" cy="0"/>
          </a:xfrm>
          <a:custGeom>
            <a:avLst/>
            <a:gdLst>
              <a:gd name="connsiteX0" fmla="*/ 0 w 7879404"/>
              <a:gd name="connsiteY0" fmla="*/ 0 h 0"/>
              <a:gd name="connsiteX1" fmla="*/ 7879404 w 7879404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879404">
                <a:moveTo>
                  <a:pt x="0" y="0"/>
                </a:moveTo>
                <a:lnTo>
                  <a:pt x="7879404" y="0"/>
                </a:lnTo>
              </a:path>
            </a:pathLst>
          </a:custGeom>
          <a:noFill/>
          <a:ln w="317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grpSp>
        <p:nvGrpSpPr>
          <p:cNvPr id="2" name="그룹 10"/>
          <p:cNvGrpSpPr/>
          <p:nvPr/>
        </p:nvGrpSpPr>
        <p:grpSpPr>
          <a:xfrm>
            <a:off x="589068" y="2924944"/>
            <a:ext cx="8015380" cy="727060"/>
            <a:chOff x="589068" y="3278004"/>
            <a:chExt cx="8015380" cy="727060"/>
          </a:xfrm>
        </p:grpSpPr>
        <p:sp>
          <p:nvSpPr>
            <p:cNvPr id="19" name="직사각형 18"/>
            <p:cNvSpPr/>
            <p:nvPr/>
          </p:nvSpPr>
          <p:spPr>
            <a:xfrm>
              <a:off x="589068" y="3297178"/>
              <a:ext cx="8015380" cy="707886"/>
            </a:xfrm>
            <a:prstGeom prst="rect">
              <a:avLst/>
            </a:prstGeo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square">
              <a:spAutoFit/>
            </a:bodyPr>
            <a:lstStyle/>
            <a:p>
              <a:pPr algn="ctr" defTabSz="1330325" eaLnBrk="0" latinLnBrk="0" hangingPunct="0">
                <a:buSzPct val="100000"/>
                <a:defRPr/>
              </a:pPr>
              <a:r>
                <a:rPr lang="en-US" altLang="ko-KR" sz="4000" b="1" kern="0" spc="-150" smtClean="0">
                  <a:gradFill>
                    <a:gsLst>
                      <a:gs pos="0">
                        <a:srgbClr val="1F497D">
                          <a:lumMod val="50000"/>
                        </a:srgbClr>
                      </a:gs>
                      <a:gs pos="100000">
                        <a:srgbClr val="004D86"/>
                      </a:gs>
                    </a:gsLst>
                    <a:lin ang="5400000" scaled="0"/>
                  </a:gradFill>
                  <a:effectLst>
                    <a:outerShdw blurRad="60007" dist="310007" dir="7680000" sy="30000" kx="1300200" algn="ctr" rotWithShape="0">
                      <a:prstClr val="black">
                        <a:alpha val="32000"/>
                      </a:prstClr>
                    </a:outerShdw>
                  </a:effectLst>
                  <a:latin typeface="Arial" panose="020B0604020202020204" pitchFamily="34" charset="0"/>
                  <a:ea typeface="양재소슬체S" panose="02020603020101020101" pitchFamily="18" charset="-127"/>
                  <a:cs typeface="Arial" panose="020B0604020202020204" pitchFamily="34" charset="0"/>
                </a:rPr>
                <a:t>Thanks for Viewing &amp; Reading</a:t>
              </a:r>
              <a:endParaRPr lang="ko-KR" altLang="en-US" sz="3600" b="1" kern="0" spc="-150">
                <a:gradFill>
                  <a:gsLst>
                    <a:gs pos="0">
                      <a:srgbClr val="1F497D">
                        <a:lumMod val="50000"/>
                      </a:srgbClr>
                    </a:gs>
                    <a:gs pos="100000">
                      <a:srgbClr val="004D86"/>
                    </a:gs>
                  </a:gsLst>
                  <a:lin ang="5400000" scaled="0"/>
                </a:gradFill>
                <a:effectLst>
                  <a:outerShdw blurRad="60007" dist="310007" dir="7680000" sy="30000" kx="1300200" algn="ctr" rotWithShape="0">
                    <a:prstClr val="black">
                      <a:alpha val="32000"/>
                    </a:prstClr>
                  </a:outerShdw>
                </a:effectLst>
                <a:latin typeface="Arial" panose="020B0604020202020204" pitchFamily="34" charset="0"/>
                <a:ea typeface="양재소슬체S" panose="02020603020101020101" pitchFamily="18" charset="-127"/>
                <a:cs typeface="Arial" panose="020B0604020202020204" pitchFamily="34" charset="0"/>
              </a:endParaRPr>
            </a:p>
          </p:txBody>
        </p:sp>
        <p:sp>
          <p:nvSpPr>
            <p:cNvPr id="22" name="직사각형 21"/>
            <p:cNvSpPr/>
            <p:nvPr/>
          </p:nvSpPr>
          <p:spPr>
            <a:xfrm>
              <a:off x="899592" y="3278004"/>
              <a:ext cx="598556" cy="6463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defTabSz="1330325" eaLnBrk="0" latinLnBrk="0" hangingPunct="0">
                <a:buSzPct val="100000"/>
                <a:defRPr/>
              </a:pPr>
              <a:endParaRPr lang="ko-KR" altLang="en-US" sz="3600" kern="0" spc="-150">
                <a:gradFill>
                  <a:gsLst>
                    <a:gs pos="0">
                      <a:srgbClr val="1F497D">
                        <a:lumMod val="50000"/>
                      </a:srgbClr>
                    </a:gs>
                    <a:gs pos="100000">
                      <a:srgbClr val="004D86"/>
                    </a:gs>
                  </a:gsLst>
                  <a:lin ang="5400000" scaled="0"/>
                </a:gradFill>
                <a:latin typeface="-윤고딕330" panose="02030504000101010101" pitchFamily="18" charset="-127"/>
                <a:ea typeface="-윤고딕330" panose="02030504000101010101" pitchFamily="18" charset="-127"/>
              </a:endParaRPr>
            </a:p>
          </p:txBody>
        </p:sp>
      </p:grpSp>
    </p:spTree>
    <p:extLst>
      <p:ext uri="{BB962C8B-B14F-4D97-AF65-F5344CB8AC3E}">
        <p14:creationId xmlns="" xmlns:p14="http://schemas.microsoft.com/office/powerpoint/2010/main" val="3983894244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1361</TotalTime>
  <Words>523</Words>
  <Application>Microsoft Office PowerPoint</Application>
  <PresentationFormat>화면 슬라이드 쇼(4:3)</PresentationFormat>
  <Paragraphs>153</Paragraphs>
  <Slides>24</Slides>
  <Notes>6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24</vt:i4>
      </vt:variant>
    </vt:vector>
  </HeadingPairs>
  <TitlesOfParts>
    <vt:vector size="25" baseType="lpstr">
      <vt:lpstr>Office 테마</vt:lpstr>
      <vt:lpstr>슬라이드 1</vt:lpstr>
      <vt:lpstr>슬라이드 2</vt:lpstr>
      <vt:lpstr>슬라이드 3</vt:lpstr>
      <vt:lpstr>슬라이드 4</vt:lpstr>
      <vt:lpstr>슬라이드 5</vt:lpstr>
      <vt:lpstr>슬라이드 6</vt:lpstr>
      <vt:lpstr>슬라이드 7</vt:lpstr>
      <vt:lpstr>슬라이드 8</vt:lpstr>
      <vt:lpstr>슬라이드 9</vt:lpstr>
      <vt:lpstr>슬라이드 10</vt:lpstr>
      <vt:lpstr>슬라이드 11</vt:lpstr>
      <vt:lpstr>슬라이드 12</vt:lpstr>
      <vt:lpstr>슬라이드 13</vt:lpstr>
      <vt:lpstr>슬라이드 14</vt:lpstr>
      <vt:lpstr>슬라이드 15</vt:lpstr>
      <vt:lpstr>슬라이드 16</vt:lpstr>
      <vt:lpstr>슬라이드 17</vt:lpstr>
      <vt:lpstr>슬라이드 18</vt:lpstr>
      <vt:lpstr>슬라이드 19</vt:lpstr>
      <vt:lpstr>슬라이드 20</vt:lpstr>
      <vt:lpstr>슬라이드 21</vt:lpstr>
      <vt:lpstr>슬라이드 22</vt:lpstr>
      <vt:lpstr>슬라이드 23</vt:lpstr>
      <vt:lpstr>슬라이드 24</vt:lpstr>
    </vt:vector>
  </TitlesOfParts>
  <Company>R&amp;D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Microsoft Corporation</dc:creator>
  <cp:lastModifiedBy>kitcoop</cp:lastModifiedBy>
  <cp:revision>237</cp:revision>
  <dcterms:created xsi:type="dcterms:W3CDTF">2006-10-05T04:04:58Z</dcterms:created>
  <dcterms:modified xsi:type="dcterms:W3CDTF">2017-07-05T08:43:08Z</dcterms:modified>
</cp:coreProperties>
</file>