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82" r:id="rId3"/>
    <p:sldId id="279" r:id="rId4"/>
    <p:sldId id="297" r:id="rId5"/>
    <p:sldId id="283" r:id="rId6"/>
    <p:sldId id="301" r:id="rId7"/>
    <p:sldId id="323" r:id="rId8"/>
    <p:sldId id="317" r:id="rId9"/>
    <p:sldId id="324" r:id="rId10"/>
    <p:sldId id="308" r:id="rId11"/>
    <p:sldId id="319" r:id="rId12"/>
    <p:sldId id="321" r:id="rId13"/>
    <p:sldId id="329" r:id="rId14"/>
    <p:sldId id="298" r:id="rId15"/>
    <p:sldId id="322" r:id="rId16"/>
    <p:sldId id="326" r:id="rId17"/>
    <p:sldId id="299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="" xmlns:p15="http://schemas.microsoft.com/office/powerpoint/2012/main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</p:showPr>
  <p:clrMru>
    <a:srgbClr val="FF0000"/>
    <a:srgbClr val="CC0000"/>
    <a:srgbClr val="0D0D0D"/>
    <a:srgbClr val="002060"/>
    <a:srgbClr val="85CDBE"/>
    <a:srgbClr val="043264"/>
    <a:srgbClr val="053075"/>
    <a:srgbClr val="5864D8"/>
    <a:srgbClr val="D6EEE9"/>
    <a:srgbClr val="A2DDF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25" autoAdjust="0"/>
    <p:restoredTop sz="91813" autoAdjust="0"/>
  </p:normalViewPr>
  <p:slideViewPr>
    <p:cSldViewPr snapToGrid="0">
      <p:cViewPr>
        <p:scale>
          <a:sx n="66" d="100"/>
          <a:sy n="66" d="100"/>
        </p:scale>
        <p:origin x="258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https://ovenapp.io/login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="" xmlns:p14="http://schemas.microsoft.com/office/powerpoint/2010/main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="" xmlns:p14="http://schemas.microsoft.com/office/powerpoint/2010/main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#5.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화면 디자인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2017.09.01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60043840"/>
              </p:ext>
            </p:extLst>
          </p:nvPr>
        </p:nvGraphicFramePr>
        <p:xfrm>
          <a:off x="426640" y="2072641"/>
          <a:ext cx="8294029" cy="4093150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– 3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v.0.4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4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2017.08.17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v.0.5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3(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퍼블리싱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5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2017.08.25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V.0.6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디자인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4(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퍼블리싱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프로토타입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– 6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발표용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2017.09.01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31200112"/>
              </p:ext>
            </p:extLst>
          </p:nvPr>
        </p:nvGraphicFramePr>
        <p:xfrm>
          <a:off x="386821" y="1207010"/>
          <a:ext cx="8321757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0202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  <a:gridCol w="449437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4757127" y="484610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업무분담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00821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err="1" smtClean="0"/>
              <a:t>퍼블리싱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69851" y="1949891"/>
          <a:ext cx="7963786" cy="40256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50822"/>
                <a:gridCol w="2270988"/>
                <a:gridCol w="2270988"/>
                <a:gridCol w="2270988"/>
              </a:tblGrid>
              <a:tr h="8051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주요 역할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디자인 업무분담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진행율</a:t>
                      </a:r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석근용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백엔드</a:t>
                      </a:r>
                      <a:r>
                        <a:rPr lang="ko-KR" altLang="en-US" sz="1400" dirty="0" smtClean="0"/>
                        <a:t> 총괄</a:t>
                      </a:r>
                      <a:endParaRPr lang="en-US" altLang="ko-KR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회원가입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탈퇴 폼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윤선아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프론트엔드</a:t>
                      </a:r>
                      <a:r>
                        <a:rPr lang="ko-KR" altLang="en-US" sz="1400" dirty="0" smtClean="0"/>
                        <a:t> 총괄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로그인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찜 목록 게시판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박지희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인트로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  <a:tr h="8051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이고운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DB/</a:t>
                      </a:r>
                      <a:r>
                        <a:rPr lang="ko-KR" altLang="en-US" sz="1400" dirty="0" smtClean="0"/>
                        <a:t>자료</a:t>
                      </a:r>
                      <a:r>
                        <a:rPr lang="en-US" altLang="ko-KR" sz="1400" dirty="0" smtClean="0"/>
                        <a:t> </a:t>
                      </a:r>
                      <a:r>
                        <a:rPr lang="ko-KR" altLang="en-US" sz="1400" dirty="0" smtClean="0"/>
                        <a:t>수집 및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지도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월 다섯째 주 진행상황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443290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8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grpSp>
        <p:nvGrpSpPr>
          <p:cNvPr id="10" name="그룹 15"/>
          <p:cNvGrpSpPr/>
          <p:nvPr/>
        </p:nvGrpSpPr>
        <p:grpSpPr>
          <a:xfrm>
            <a:off x="3077077" y="1775653"/>
            <a:ext cx="2989846" cy="2664532"/>
            <a:chOff x="3120612" y="1714409"/>
            <a:chExt cx="2989846" cy="2664532"/>
          </a:xfrm>
        </p:grpSpPr>
        <p:sp>
          <p:nvSpPr>
            <p:cNvPr id="11" name="TextBox 10"/>
            <p:cNvSpPr txBox="1"/>
            <p:nvPr/>
          </p:nvSpPr>
          <p:spPr>
            <a:xfrm>
              <a:off x="3946121" y="4009609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/>
                <a:t>화면디자인</a:t>
              </a:r>
              <a:endParaRPr lang="ko-KR" altLang="en-US" b="1" dirty="0"/>
            </a:p>
          </p:txBody>
        </p:sp>
        <p:pic>
          <p:nvPicPr>
            <p:cNvPr id="13" name="Picture 2" descr="C:\Users\kitcoop\Downloads\68747470733a2f2f73332d75732d776573742d322e616d617a6f6e6177732e636f6d2f7465737464726976656e6c6561726e696e676275636b65742f68746d6c637373626c61636b2e6a7067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120612" y="1714409"/>
              <a:ext cx="2989846" cy="19942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5122" name="Picture 2" descr="C:\Users\kitcoop\Downloads\aaa\01_intro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3135" y="824548"/>
            <a:ext cx="1917065" cy="1078350"/>
          </a:xfrm>
          <a:prstGeom prst="rect">
            <a:avLst/>
          </a:prstGeom>
          <a:noFill/>
        </p:spPr>
      </p:pic>
      <p:pic>
        <p:nvPicPr>
          <p:cNvPr id="5123" name="Picture 3" descr="C:\Users\kitcoop\Desktop\aaa\01_intro_2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8990" y="2104430"/>
            <a:ext cx="2152650" cy="1210866"/>
          </a:xfrm>
          <a:prstGeom prst="rect">
            <a:avLst/>
          </a:prstGeom>
          <a:noFill/>
        </p:spPr>
      </p:pic>
      <p:pic>
        <p:nvPicPr>
          <p:cNvPr id="5124" name="Picture 4" descr="C:\Users\kitcoop\Desktop\aaa\01_intro_2-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2635" y="3622357"/>
            <a:ext cx="1640205" cy="922616"/>
          </a:xfrm>
          <a:prstGeom prst="rect">
            <a:avLst/>
          </a:prstGeom>
          <a:noFill/>
        </p:spPr>
      </p:pic>
      <p:pic>
        <p:nvPicPr>
          <p:cNvPr id="5125" name="Picture 5" descr="C:\Users\kitcoop\Desktop\aaa\01_intro_2-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76850" y="3600450"/>
            <a:ext cx="1771650" cy="996554"/>
          </a:xfrm>
          <a:prstGeom prst="rect">
            <a:avLst/>
          </a:prstGeom>
          <a:noFill/>
        </p:spPr>
      </p:pic>
      <p:pic>
        <p:nvPicPr>
          <p:cNvPr id="5126" name="Picture 6" descr="C:\Users\kitcoop\Desktop\aaa\02_level_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00101" y="4972050"/>
            <a:ext cx="2476500" cy="1393031"/>
          </a:xfrm>
          <a:prstGeom prst="rect">
            <a:avLst/>
          </a:prstGeom>
          <a:noFill/>
        </p:spPr>
      </p:pic>
      <p:pic>
        <p:nvPicPr>
          <p:cNvPr id="5127" name="Picture 7" descr="C:\Users\kitcoop\Desktop\aaa\02_level_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24500" y="5048250"/>
            <a:ext cx="2476500" cy="13930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5124" name="Picture 4" descr="C:\Users\kitcoop\Desktop\aaa\01_intro_2-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2635" y="3622357"/>
            <a:ext cx="1640205" cy="922616"/>
          </a:xfrm>
          <a:prstGeom prst="rect">
            <a:avLst/>
          </a:prstGeom>
          <a:noFill/>
        </p:spPr>
      </p:pic>
      <p:pic>
        <p:nvPicPr>
          <p:cNvPr id="5125" name="Picture 5" descr="C:\Users\kitcoop\Desktop\aaa\01_intro_2-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76850" y="3600450"/>
            <a:ext cx="1771650" cy="996554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11539" y="490539"/>
            <a:ext cx="1922461" cy="137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365500" y="2119499"/>
            <a:ext cx="2160588" cy="122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2641" y="4864100"/>
            <a:ext cx="2396147" cy="168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58841" y="4876800"/>
            <a:ext cx="2396147" cy="168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1856648" cy="333173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인트로</a:t>
            </a:r>
            <a:r>
              <a:rPr lang="ko-KR" altLang="en-US" dirty="0" smtClean="0"/>
              <a:t> 진행 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02599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93029" y="2778708"/>
            <a:ext cx="4695145" cy="3542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4171" y="924154"/>
            <a:ext cx="4196598" cy="31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20099" y="4384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58963" y="2143011"/>
            <a:ext cx="5240337" cy="2632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43089" y="2164292"/>
            <a:ext cx="2665412" cy="2624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2" y="355601"/>
            <a:ext cx="2026178" cy="333173"/>
          </a:xfrm>
        </p:spPr>
        <p:txBody>
          <a:bodyPr>
            <a:normAutofit fontScale="90000"/>
          </a:bodyPr>
          <a:lstStyle/>
          <a:p>
            <a:r>
              <a:rPr lang="ko-KR" altLang="en-US" sz="1600" dirty="0" smtClean="0"/>
              <a:t>로그인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찜 목록 게시판</a:t>
            </a:r>
            <a:endParaRPr lang="ko-KR" altLang="en-US" sz="16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20099" y="4384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ko-KR" altLang="en-US" dirty="0" smtClean="0"/>
              <a:t>디자인</a:t>
            </a:r>
            <a:endParaRPr lang="ko-KR" altLang="en-US" dirty="0"/>
          </a:p>
        </p:txBody>
      </p:sp>
      <p:pic>
        <p:nvPicPr>
          <p:cNvPr id="4098" name="Picture 2" descr="C:\Users\kitcoop\Downloads\IMG_020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27033" y="798285"/>
            <a:ext cx="2994092" cy="5624739"/>
          </a:xfrm>
          <a:prstGeom prst="rect">
            <a:avLst/>
          </a:prstGeom>
          <a:noFill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64" y="2519363"/>
            <a:ext cx="4313390" cy="216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1188" y="2541588"/>
            <a:ext cx="2229485" cy="219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8165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Map API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8165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en-US" altLang="ko-KR" dirty="0" err="1" smtClean="0"/>
              <a:t>api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선택</a:t>
            </a:r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4469" y="957943"/>
            <a:ext cx="3515619" cy="4098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8138" y="1049792"/>
            <a:ext cx="420052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8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946" y="1727201"/>
            <a:ext cx="7769126" cy="394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51400" y="1174976"/>
            <a:ext cx="1106278" cy="83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2903" y="1141185"/>
            <a:ext cx="241935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8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467" y="1166813"/>
            <a:ext cx="2419350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5055602" y="1007907"/>
            <a:ext cx="29322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Model1,2</a:t>
            </a:r>
            <a:endParaRPr lang="en-US" altLang="ko-KR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563603" y="2589963"/>
            <a:ext cx="20008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Spring</a:t>
            </a:r>
            <a:endParaRPr lang="en-US" altLang="ko-KR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447489" y="4404239"/>
            <a:ext cx="25282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 smtClean="0">
                <a:ln w="1905"/>
                <a:gradFill flip="none" rotWithShape="1">
                  <a:gsLst>
                    <a:gs pos="0">
                      <a:schemeClr val="accent2">
                        <a:shade val="30000"/>
                        <a:satMod val="115000"/>
                      </a:schemeClr>
                    </a:gs>
                    <a:gs pos="50000">
                      <a:schemeClr val="accent2">
                        <a:shade val="67500"/>
                        <a:satMod val="115000"/>
                      </a:schemeClr>
                    </a:gs>
                    <a:gs pos="100000">
                      <a:schemeClr val="accent2"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MyBatis</a:t>
            </a:r>
            <a:endParaRPr lang="en-US" altLang="ko-KR" sz="5400" b="1" cap="none" spc="0" dirty="0">
              <a:ln w="1905"/>
              <a:gradFill flip="none" rotWithShape="1">
                <a:gsLst>
                  <a:gs pos="0">
                    <a:schemeClr val="accent2">
                      <a:shade val="30000"/>
                      <a:satMod val="115000"/>
                    </a:schemeClr>
                  </a:gs>
                  <a:gs pos="50000">
                    <a:schemeClr val="accent2">
                      <a:shade val="67500"/>
                      <a:satMod val="115000"/>
                    </a:schemeClr>
                  </a:gs>
                  <a:gs pos="100000">
                    <a:schemeClr val="accent2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다섯째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8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0117" y="1393372"/>
            <a:ext cx="5816700" cy="4412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5005" y="1450749"/>
            <a:ext cx="2718481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8286" y="4364718"/>
            <a:ext cx="27432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1253671" y="661311"/>
            <a:ext cx="48006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err="1" smtClean="0">
                <a:solidFill>
                  <a:schemeClr val="bg1"/>
                </a:solidFill>
                <a:latin typeface="+mj-ea"/>
                <a:ea typeface="+mj-ea"/>
              </a:rPr>
              <a:t>Apiktour.co.kr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부제목 2"/>
          <p:cNvSpPr txBox="1">
            <a:spLocks/>
          </p:cNvSpPr>
          <p:nvPr/>
        </p:nvSpPr>
        <p:spPr>
          <a:xfrm>
            <a:off x="0" y="3465301"/>
            <a:ext cx="9144000" cy="526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2400" b="1" noProof="0" dirty="0" smtClean="0">
                <a:solidFill>
                  <a:schemeClr val="bg1"/>
                </a:solidFill>
                <a:latin typeface="+mj-ea"/>
                <a:ea typeface="+mj-ea"/>
              </a:rPr>
              <a:t>Thank you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0" y="4570201"/>
            <a:ext cx="9144000" cy="526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-End-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3720</TotalTime>
  <Words>282</Words>
  <Application>Microsoft Office PowerPoint</Application>
  <PresentationFormat>화면 슬라이드 쇼(4:3)</PresentationFormat>
  <Paragraphs>108</Paragraphs>
  <Slides>17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슬라이드 1</vt:lpstr>
      <vt:lpstr>Document History</vt:lpstr>
      <vt:lpstr>프로젝트 일정</vt:lpstr>
      <vt:lpstr>업무분담</vt:lpstr>
      <vt:lpstr>8월 다섯째 주 진행상황</vt:lpstr>
      <vt:lpstr>인트로 진행 상황</vt:lpstr>
      <vt:lpstr>인트로 진행 상황</vt:lpstr>
      <vt:lpstr>인트로 진행 상황</vt:lpstr>
      <vt:lpstr>인트로 진행 상황</vt:lpstr>
      <vt:lpstr>로그인/찜 목록 게시판</vt:lpstr>
      <vt:lpstr>로그인/찜 목록 게시판</vt:lpstr>
      <vt:lpstr>Map API</vt:lpstr>
      <vt:lpstr>Map API</vt:lpstr>
      <vt:lpstr>향후 계획</vt:lpstr>
      <vt:lpstr>향후 계획</vt:lpstr>
      <vt:lpstr>향후 계획</vt:lpstr>
      <vt:lpstr>슬라이드 17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FrozenHeart</cp:lastModifiedBy>
  <cp:revision>383</cp:revision>
  <dcterms:created xsi:type="dcterms:W3CDTF">2017-07-23T05:44:46Z</dcterms:created>
  <dcterms:modified xsi:type="dcterms:W3CDTF">2017-08-31T22:16:52Z</dcterms:modified>
</cp:coreProperties>
</file>