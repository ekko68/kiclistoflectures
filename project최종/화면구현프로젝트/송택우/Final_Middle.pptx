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D07D48-AF4B-4ABC-8496-E75FED7E9B6E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F39E8-AA34-4189-859A-7FAE839A3890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9052B-8ACB-4F99-9149-3505F7890FBC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9E794-4EC1-4A75-B319-E865A766B34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9052B-8ACB-4F99-9149-3505F7890FBC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9E794-4EC1-4A75-B319-E865A766B34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9052B-8ACB-4F99-9149-3505F7890FBC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9E794-4EC1-4A75-B319-E865A766B34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9052B-8ACB-4F99-9149-3505F7890FBC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9E794-4EC1-4A75-B319-E865A766B34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9052B-8ACB-4F99-9149-3505F7890FBC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9E794-4EC1-4A75-B319-E865A766B34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9052B-8ACB-4F99-9149-3505F7890FBC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9E794-4EC1-4A75-B319-E865A766B34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9052B-8ACB-4F99-9149-3505F7890FBC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9E794-4EC1-4A75-B319-E865A766B34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9052B-8ACB-4F99-9149-3505F7890FBC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9E794-4EC1-4A75-B319-E865A766B34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한쪽 모서리는 잘리고 다른 쪽 모서리는 둥근 사각형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직각 삼각형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9052B-8ACB-4F99-9149-3505F7890FBC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9099E794-4EC1-4A75-B319-E865A766B34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10" name="자유형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자유형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9052B-8ACB-4F99-9149-3505F7890FBC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9E794-4EC1-4A75-B319-E865A766B34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9052B-8ACB-4F99-9149-3505F7890FBC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9E794-4EC1-4A75-B319-E865A766B34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AD9052B-8ACB-4F99-9149-3505F7890FBC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099E794-4EC1-4A75-B319-E865A766B345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2" name="그룹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자유형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자유형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1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1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1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1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1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1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1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1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1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1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mtClean="0"/>
              <a:t>Final Middle Report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smtClean="0"/>
              <a:t>송택</a:t>
            </a:r>
            <a:r>
              <a:rPr lang="ko-KR" altLang="en-US" smtClean="0"/>
              <a:t>우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4714908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4714876" y="1785926"/>
            <a:ext cx="3757610" cy="418352"/>
          </a:xfrm>
        </p:spPr>
        <p:txBody>
          <a:bodyPr>
            <a:normAutofit/>
          </a:bodyPr>
          <a:lstStyle/>
          <a:p>
            <a:r>
              <a:rPr lang="ko-KR" altLang="en-US" sz="1400" smtClean="0"/>
              <a:t>메인이지</a:t>
            </a:r>
            <a:r>
              <a:rPr lang="en-US" altLang="ko-KR" sz="1400" smtClean="0"/>
              <a:t>(main.jsp)</a:t>
            </a:r>
            <a:endParaRPr lang="ko-KR" altLang="en-US" sz="140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29158" y="5000636"/>
            <a:ext cx="4214842" cy="1026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4857760"/>
            <a:ext cx="4752975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제목 1"/>
          <p:cNvSpPr txBox="1">
            <a:spLocks/>
          </p:cNvSpPr>
          <p:nvPr/>
        </p:nvSpPr>
        <p:spPr>
          <a:xfrm>
            <a:off x="2500298" y="4357694"/>
            <a:ext cx="3757610" cy="418352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메인이지</a:t>
            </a:r>
            <a:r>
              <a:rPr lang="ko-KR" altLang="en-US" sz="140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의 주요기술인 페럴럭스 </a:t>
            </a: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42900"/>
            <a:ext cx="5719774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643570" y="285728"/>
            <a:ext cx="3328982" cy="1143000"/>
          </a:xfrm>
        </p:spPr>
        <p:txBody>
          <a:bodyPr>
            <a:normAutofit/>
          </a:bodyPr>
          <a:lstStyle/>
          <a:p>
            <a:r>
              <a:rPr lang="ko-KR" altLang="en-US" sz="1400" smtClean="0"/>
              <a:t>회원가입 버튼을 눌럿을때 나오는 화면</a:t>
            </a:r>
            <a:r>
              <a:rPr lang="en-US" altLang="ko-KR" sz="1400" smtClean="0"/>
              <a:t/>
            </a:r>
            <a:br>
              <a:rPr lang="en-US" altLang="ko-KR" sz="1400" smtClean="0"/>
            </a:br>
            <a:r>
              <a:rPr lang="en-US" altLang="ko-KR" sz="1400" smtClean="0"/>
              <a:t>(join_first.jsp)</a:t>
            </a:r>
            <a:endParaRPr lang="ko-KR" altLang="en-US" sz="140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000504"/>
            <a:ext cx="5643570" cy="285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제목 1"/>
          <p:cNvSpPr txBox="1">
            <a:spLocks/>
          </p:cNvSpPr>
          <p:nvPr/>
        </p:nvSpPr>
        <p:spPr>
          <a:xfrm>
            <a:off x="5643570" y="4714884"/>
            <a:ext cx="3328982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전체 동의 눌렀을때 나오는 화면</a:t>
            </a: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14290"/>
            <a:ext cx="5429256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5643570" y="285728"/>
            <a:ext cx="3328982" cy="1143000"/>
          </a:xfrm>
        </p:spPr>
        <p:txBody>
          <a:bodyPr>
            <a:normAutofit/>
          </a:bodyPr>
          <a:lstStyle/>
          <a:p>
            <a:r>
              <a:rPr lang="ko-KR" altLang="en-US" sz="1400" smtClean="0"/>
              <a:t>동의하고 가입버튼을 눌렀을때 다음으로 나오는화면</a:t>
            </a:r>
            <a:r>
              <a:rPr lang="en-US" altLang="ko-KR" sz="1400" smtClean="0"/>
              <a:t/>
            </a:r>
            <a:br>
              <a:rPr lang="en-US" altLang="ko-KR" sz="1400" smtClean="0"/>
            </a:br>
            <a:r>
              <a:rPr lang="en-US" altLang="ko-KR" sz="1400" smtClean="0"/>
              <a:t>(join_second.jsp)</a:t>
            </a:r>
            <a:endParaRPr lang="ko-KR" altLang="en-US" sz="140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3429000"/>
            <a:ext cx="5072065" cy="3205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제목 1"/>
          <p:cNvSpPr txBox="1">
            <a:spLocks/>
          </p:cNvSpPr>
          <p:nvPr/>
        </p:nvSpPr>
        <p:spPr>
          <a:xfrm>
            <a:off x="5072066" y="4572008"/>
            <a:ext cx="3643338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정보를 입력할때 실시간으로 값유효성 체크</a:t>
            </a:r>
            <a:r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(join_second.jsp)</a:t>
            </a: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42852"/>
            <a:ext cx="4500561" cy="364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4714876" y="785794"/>
            <a:ext cx="3328982" cy="1143000"/>
          </a:xfrm>
        </p:spPr>
        <p:txBody>
          <a:bodyPr>
            <a:normAutofit/>
          </a:bodyPr>
          <a:lstStyle/>
          <a:p>
            <a:r>
              <a:rPr lang="ko-KR" altLang="en-US" sz="1400" smtClean="0"/>
              <a:t>모든정보를 올바르게 입력후 가입버튼을 눌렀을때 나오는 화면</a:t>
            </a:r>
            <a:r>
              <a:rPr lang="en-US" altLang="ko-KR" sz="1400" smtClean="0"/>
              <a:t/>
            </a:r>
            <a:br>
              <a:rPr lang="en-US" altLang="ko-KR" sz="1400" smtClean="0"/>
            </a:br>
            <a:r>
              <a:rPr lang="en-US" altLang="ko-KR" sz="1400" smtClean="0"/>
              <a:t>(join_success.jsp)</a:t>
            </a:r>
            <a:endParaRPr lang="ko-KR" altLang="en-US" sz="140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143380"/>
            <a:ext cx="4286248" cy="2714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6248" y="4357694"/>
            <a:ext cx="4857752" cy="2500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제목 1"/>
          <p:cNvSpPr txBox="1">
            <a:spLocks/>
          </p:cNvSpPr>
          <p:nvPr/>
        </p:nvSpPr>
        <p:spPr>
          <a:xfrm>
            <a:off x="5072066" y="3071810"/>
            <a:ext cx="3328982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값 유효성 체크하는 자바스크립트</a:t>
            </a:r>
            <a:r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(join_second.jsp)</a:t>
            </a: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4929190" cy="3795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43504" y="785794"/>
            <a:ext cx="3328982" cy="1143000"/>
          </a:xfrm>
        </p:spPr>
        <p:txBody>
          <a:bodyPr>
            <a:normAutofit/>
          </a:bodyPr>
          <a:lstStyle/>
          <a:p>
            <a:r>
              <a:rPr lang="ko-KR" altLang="en-US" sz="1400" smtClean="0"/>
              <a:t>로그인버튼을 눌렀을때 나오는 화면</a:t>
            </a:r>
            <a:r>
              <a:rPr lang="en-US" altLang="ko-KR" sz="1400" smtClean="0"/>
              <a:t/>
            </a:r>
            <a:br>
              <a:rPr lang="en-US" altLang="ko-KR" sz="1400" smtClean="0"/>
            </a:br>
            <a:r>
              <a:rPr lang="en-US" altLang="ko-KR" sz="1400" smtClean="0"/>
              <a:t>(login.jsp)</a:t>
            </a:r>
            <a:endParaRPr lang="ko-KR" altLang="en-US" sz="140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714752"/>
            <a:ext cx="4833945" cy="3143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제목 1"/>
          <p:cNvSpPr txBox="1">
            <a:spLocks/>
          </p:cNvSpPr>
          <p:nvPr/>
        </p:nvSpPr>
        <p:spPr>
          <a:xfrm>
            <a:off x="5143504" y="4714884"/>
            <a:ext cx="3328982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altLang="ko-KR" sz="1400" smtClean="0">
                <a:solidFill>
                  <a:schemeClr val="tx2"/>
                </a:solidFill>
              </a:rPr>
              <a:t>login.jsp</a:t>
            </a:r>
            <a:r>
              <a:rPr lang="ko-KR" altLang="en-US" sz="1400" smtClean="0">
                <a:solidFill>
                  <a:schemeClr val="tx2"/>
                </a:solidFill>
              </a:rPr>
              <a:t>소스코드</a:t>
            </a:r>
            <a:r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(login.jsp)</a:t>
            </a: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4357686" cy="3929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43504" y="785794"/>
            <a:ext cx="3328982" cy="1143000"/>
          </a:xfrm>
        </p:spPr>
        <p:txBody>
          <a:bodyPr>
            <a:normAutofit/>
          </a:bodyPr>
          <a:lstStyle/>
          <a:p>
            <a:r>
              <a:rPr lang="ko-KR" altLang="en-US" sz="1400" smtClean="0"/>
              <a:t>고객센터</a:t>
            </a:r>
            <a:r>
              <a:rPr lang="en-US" altLang="ko-KR" sz="1400" smtClean="0"/>
              <a:t>-F&amp;Q</a:t>
            </a:r>
            <a:r>
              <a:rPr lang="ko-KR" altLang="en-US" sz="1400" smtClean="0"/>
              <a:t>를 눌렀을때 나오는화면</a:t>
            </a:r>
            <a:r>
              <a:rPr lang="en-US" altLang="ko-KR" sz="1400" smtClean="0"/>
              <a:t/>
            </a:r>
            <a:br>
              <a:rPr lang="en-US" altLang="ko-KR" sz="1400" smtClean="0"/>
            </a:br>
            <a:r>
              <a:rPr lang="en-US" altLang="ko-KR" sz="1400" smtClean="0"/>
              <a:t>(fre_question.jsp)</a:t>
            </a:r>
            <a:endParaRPr lang="ko-KR" altLang="en-US" sz="140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4000504"/>
            <a:ext cx="4143372" cy="26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제목 1"/>
          <p:cNvSpPr txBox="1">
            <a:spLocks/>
          </p:cNvSpPr>
          <p:nvPr/>
        </p:nvSpPr>
        <p:spPr>
          <a:xfrm>
            <a:off x="4572000" y="4143380"/>
            <a:ext cx="3328982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이용관련</a:t>
            </a:r>
            <a:r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1~4</a:t>
            </a:r>
            <a:r>
              <a:rPr kumimoji="0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중 클릭했을때 밑에 답변이 생성되는 자바스크립트</a:t>
            </a:r>
            <a:r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(fre_question.jsp)</a:t>
            </a: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57818" y="0"/>
            <a:ext cx="3257544" cy="1143000"/>
          </a:xfrm>
        </p:spPr>
        <p:txBody>
          <a:bodyPr>
            <a:normAutofit/>
          </a:bodyPr>
          <a:lstStyle/>
          <a:p>
            <a:r>
              <a:rPr lang="en-US" altLang="ko-KR" sz="1200" smtClean="0"/>
              <a:t>Footer.jsp</a:t>
            </a:r>
            <a:endParaRPr lang="ko-KR" altLang="en-US" sz="120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5214942" cy="605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785926"/>
            <a:ext cx="6429424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제목 1"/>
          <p:cNvSpPr txBox="1">
            <a:spLocks/>
          </p:cNvSpPr>
          <p:nvPr/>
        </p:nvSpPr>
        <p:spPr>
          <a:xfrm>
            <a:off x="6500826" y="3143248"/>
            <a:ext cx="3257544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개인정보취급방안</a:t>
            </a:r>
            <a:endParaRPr lang="en-US" altLang="ko-KR" sz="120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(footer_inform.j</a:t>
            </a: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네</a:t>
            </a:r>
            <a:r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14290"/>
            <a:ext cx="5619734" cy="628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제목 1"/>
          <p:cNvSpPr txBox="1">
            <a:spLocks/>
          </p:cNvSpPr>
          <p:nvPr/>
        </p:nvSpPr>
        <p:spPr>
          <a:xfrm>
            <a:off x="5886456" y="3071810"/>
            <a:ext cx="3257544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pPr lvl="0">
              <a:spcBef>
                <a:spcPct val="0"/>
              </a:spcBef>
            </a:pP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이용약관</a:t>
            </a:r>
            <a:r>
              <a:rPr lang="en-US" altLang="ko-KR" sz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/>
            </a:r>
            <a:br>
              <a:rPr lang="en-US" altLang="ko-KR" sz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altLang="ko-KR" sz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(footer_agree.jsp)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43646" y="2214554"/>
            <a:ext cx="2900354" cy="1143000"/>
          </a:xfrm>
        </p:spPr>
        <p:txBody>
          <a:bodyPr>
            <a:normAutofit/>
          </a:bodyPr>
          <a:lstStyle/>
          <a:p>
            <a:r>
              <a:rPr lang="ko-KR" altLang="en-US" sz="1400" smtClean="0"/>
              <a:t>이메일 무단수집 거부</a:t>
            </a:r>
            <a:r>
              <a:rPr lang="en-US" altLang="ko-KR" sz="1400" smtClean="0"/>
              <a:t/>
            </a:r>
            <a:br>
              <a:rPr lang="en-US" altLang="ko-KR" sz="1400" smtClean="0"/>
            </a:br>
            <a:r>
              <a:rPr lang="en-US" altLang="ko-KR" sz="1400" smtClean="0"/>
              <a:t/>
            </a:r>
            <a:br>
              <a:rPr lang="en-US" altLang="ko-KR" sz="1400" smtClean="0"/>
            </a:br>
            <a:r>
              <a:rPr lang="en-US" altLang="ko-KR" sz="1400" smtClean="0"/>
              <a:t> footer_email.jsp</a:t>
            </a:r>
            <a:endParaRPr lang="ko-KR" altLang="en-US" sz="140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5929322" cy="517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572264" y="1428736"/>
            <a:ext cx="2114536" cy="2714644"/>
          </a:xfrm>
        </p:spPr>
        <p:txBody>
          <a:bodyPr>
            <a:normAutofit/>
          </a:bodyPr>
          <a:lstStyle/>
          <a:p>
            <a:r>
              <a:rPr lang="ko-KR" altLang="en-US" sz="1400" smtClean="0"/>
              <a:t>법적고지</a:t>
            </a:r>
            <a:r>
              <a:rPr lang="en-US" altLang="ko-KR" sz="1400" smtClean="0"/>
              <a:t/>
            </a:r>
            <a:br>
              <a:rPr lang="en-US" altLang="ko-KR" sz="1400" smtClean="0"/>
            </a:br>
            <a:r>
              <a:rPr lang="en-US" altLang="ko-KR" sz="1400" smtClean="0"/>
              <a:t/>
            </a:r>
            <a:br>
              <a:rPr lang="en-US" altLang="ko-KR" sz="1400" smtClean="0"/>
            </a:br>
            <a:r>
              <a:rPr lang="en-US" altLang="ko-KR" sz="1400" smtClean="0"/>
              <a:t> footer_legal.jsp</a:t>
            </a:r>
            <a:endParaRPr lang="ko-KR" altLang="en-US" sz="140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14290"/>
            <a:ext cx="6215074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흐름">
  <a:themeElements>
    <a:clrScheme name="흐름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흐름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흐름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148</TotalTime>
  <Words>73</Words>
  <Application>Microsoft Office PowerPoint</Application>
  <PresentationFormat>화면 슬라이드 쇼(4:3)</PresentationFormat>
  <Paragraphs>20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흐름</vt:lpstr>
      <vt:lpstr>Final Middle Report</vt:lpstr>
      <vt:lpstr>메인이지(main.jsp)</vt:lpstr>
      <vt:lpstr>회원가입 버튼을 눌럿을때 나오는 화면 (join_first.jsp)</vt:lpstr>
      <vt:lpstr>동의하고 가입버튼을 눌렀을때 다음으로 나오는화면 (join_second.jsp)</vt:lpstr>
      <vt:lpstr>모든정보를 올바르게 입력후 가입버튼을 눌렀을때 나오는 화면 (join_success.jsp)</vt:lpstr>
      <vt:lpstr>로그인버튼을 눌렀을때 나오는 화면 (login.jsp)</vt:lpstr>
      <vt:lpstr>고객센터-F&amp;Q를 눌렀을때 나오는화면 (fre_question.jsp)</vt:lpstr>
      <vt:lpstr>Footer.jsp</vt:lpstr>
      <vt:lpstr>슬라이드 9</vt:lpstr>
      <vt:lpstr>이메일 무단수집 거부   footer_email.jsp</vt:lpstr>
      <vt:lpstr>법적고지   footer_legal.jsp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kitcoop</dc:creator>
  <cp:lastModifiedBy>kitcoop</cp:lastModifiedBy>
  <cp:revision>5</cp:revision>
  <dcterms:created xsi:type="dcterms:W3CDTF">2017-10-20T00:41:49Z</dcterms:created>
  <dcterms:modified xsi:type="dcterms:W3CDTF">2017-10-20T03:10:29Z</dcterms:modified>
</cp:coreProperties>
</file>