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82" r:id="rId3"/>
    <p:sldId id="279" r:id="rId4"/>
    <p:sldId id="283" r:id="rId5"/>
    <p:sldId id="294" r:id="rId6"/>
    <p:sldId id="295" r:id="rId7"/>
    <p:sldId id="296" r:id="rId8"/>
    <p:sldId id="298" r:id="rId9"/>
    <p:sldId id="297" r:id="rId10"/>
    <p:sldId id="299" r:id="rId1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ney" initials="a" lastIdx="1" clrIdx="0">
    <p:extLst>
      <p:ext uri="{19B8F6BF-5375-455C-9EA6-DF929625EA0E}">
        <p15:presenceInfo xmlns:p15="http://schemas.microsoft.com/office/powerpoint/2012/main" xmlns="" userId="aune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0D0D"/>
    <a:srgbClr val="002060"/>
    <a:srgbClr val="85CDBE"/>
    <a:srgbClr val="043264"/>
    <a:srgbClr val="053075"/>
    <a:srgbClr val="5864D8"/>
    <a:srgbClr val="CC0000"/>
    <a:srgbClr val="D6EEE9"/>
    <a:srgbClr val="A2DDF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2843" autoAdjust="0"/>
    <p:restoredTop sz="91813" autoAdjust="0"/>
  </p:normalViewPr>
  <p:slideViewPr>
    <p:cSldViewPr snapToGrid="0">
      <p:cViewPr>
        <p:scale>
          <a:sx n="90" d="100"/>
          <a:sy n="90" d="100"/>
        </p:scale>
        <p:origin x="-1458" y="3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-3288" y="-120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539E21-6053-4106-AF6E-92B66E735516}" type="datetimeFigureOut">
              <a:rPr lang="ko-KR" altLang="en-US" smtClean="0"/>
              <a:pPr/>
              <a:t>2017-08-18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A4DCB5-C091-4F2F-89DC-5946777846F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334439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mtClean="0"/>
              <a:t>https://ovenapp.io/login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4036822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0381520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76"/>
          <p:cNvSpPr/>
          <p:nvPr userDrawn="1"/>
        </p:nvSpPr>
        <p:spPr>
          <a:xfrm>
            <a:off x="265176" y="265175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546" y="0"/>
                </a:moveTo>
                <a:lnTo>
                  <a:pt x="130346" y="6342"/>
                </a:lnTo>
                <a:lnTo>
                  <a:pt x="87934" y="24242"/>
                </a:lnTo>
                <a:lnTo>
                  <a:pt x="52001" y="52006"/>
                </a:lnTo>
                <a:lnTo>
                  <a:pt x="24240" y="87940"/>
                </a:lnTo>
                <a:lnTo>
                  <a:pt x="6342" y="130351"/>
                </a:lnTo>
                <a:lnTo>
                  <a:pt x="0" y="177546"/>
                </a:lnTo>
                <a:lnTo>
                  <a:pt x="6342" y="224740"/>
                </a:lnTo>
                <a:lnTo>
                  <a:pt x="24240" y="267151"/>
                </a:lnTo>
                <a:lnTo>
                  <a:pt x="52001" y="303085"/>
                </a:lnTo>
                <a:lnTo>
                  <a:pt x="87934" y="330849"/>
                </a:lnTo>
                <a:lnTo>
                  <a:pt x="130346" y="348749"/>
                </a:lnTo>
                <a:lnTo>
                  <a:pt x="177546" y="355091"/>
                </a:lnTo>
                <a:lnTo>
                  <a:pt x="224745" y="348749"/>
                </a:lnTo>
                <a:lnTo>
                  <a:pt x="267157" y="330849"/>
                </a:lnTo>
                <a:lnTo>
                  <a:pt x="303090" y="303085"/>
                </a:lnTo>
                <a:lnTo>
                  <a:pt x="330851" y="267151"/>
                </a:lnTo>
                <a:lnTo>
                  <a:pt x="348749" y="224740"/>
                </a:lnTo>
                <a:lnTo>
                  <a:pt x="355092" y="177546"/>
                </a:lnTo>
                <a:lnTo>
                  <a:pt x="348749" y="130351"/>
                </a:lnTo>
                <a:lnTo>
                  <a:pt x="330851" y="87940"/>
                </a:lnTo>
                <a:lnTo>
                  <a:pt x="303090" y="52006"/>
                </a:lnTo>
                <a:lnTo>
                  <a:pt x="267157" y="24242"/>
                </a:lnTo>
                <a:lnTo>
                  <a:pt x="224745" y="6342"/>
                </a:lnTo>
                <a:lnTo>
                  <a:pt x="17754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0" tIns="0" rIns="0" bIns="0" rtlCol="0"/>
          <a:lstStyle/>
          <a:p>
            <a:endParaRPr sz="1800">
              <a:latin typeface="+mj-ea"/>
              <a:ea typeface="+mj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823" y="355601"/>
            <a:ext cx="2986998" cy="333173"/>
          </a:xfrm>
        </p:spPr>
        <p:txBody>
          <a:bodyPr anchor="b">
            <a:normAutofit/>
          </a:bodyPr>
          <a:lstStyle>
            <a:lvl1pPr>
              <a:defRPr sz="1500" b="1">
                <a:latin typeface="+mj-ea"/>
                <a:ea typeface="+mj-ea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082862" y="400378"/>
            <a:ext cx="3228445" cy="245798"/>
          </a:xfrm>
        </p:spPr>
        <p:txBody>
          <a:bodyPr>
            <a:noAutofit/>
          </a:bodyPr>
          <a:lstStyle>
            <a:lvl1pPr marL="0" indent="0">
              <a:buNone/>
              <a:defRPr sz="1200" b="1" i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 smtClean="0"/>
              <a:t>_</a:t>
            </a:r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6741384"/>
            <a:ext cx="9144000" cy="144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9173729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76"/>
          <p:cNvSpPr/>
          <p:nvPr userDrawn="1"/>
        </p:nvSpPr>
        <p:spPr>
          <a:xfrm>
            <a:off x="265176" y="265175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546" y="0"/>
                </a:moveTo>
                <a:lnTo>
                  <a:pt x="130346" y="6342"/>
                </a:lnTo>
                <a:lnTo>
                  <a:pt x="87934" y="24242"/>
                </a:lnTo>
                <a:lnTo>
                  <a:pt x="52001" y="52006"/>
                </a:lnTo>
                <a:lnTo>
                  <a:pt x="24240" y="87940"/>
                </a:lnTo>
                <a:lnTo>
                  <a:pt x="6342" y="130351"/>
                </a:lnTo>
                <a:lnTo>
                  <a:pt x="0" y="177546"/>
                </a:lnTo>
                <a:lnTo>
                  <a:pt x="6342" y="224740"/>
                </a:lnTo>
                <a:lnTo>
                  <a:pt x="24240" y="267151"/>
                </a:lnTo>
                <a:lnTo>
                  <a:pt x="52001" y="303085"/>
                </a:lnTo>
                <a:lnTo>
                  <a:pt x="87934" y="330849"/>
                </a:lnTo>
                <a:lnTo>
                  <a:pt x="130346" y="348749"/>
                </a:lnTo>
                <a:lnTo>
                  <a:pt x="177546" y="355091"/>
                </a:lnTo>
                <a:lnTo>
                  <a:pt x="224745" y="348749"/>
                </a:lnTo>
                <a:lnTo>
                  <a:pt x="267157" y="330849"/>
                </a:lnTo>
                <a:lnTo>
                  <a:pt x="303090" y="303085"/>
                </a:lnTo>
                <a:lnTo>
                  <a:pt x="330851" y="267151"/>
                </a:lnTo>
                <a:lnTo>
                  <a:pt x="348749" y="224740"/>
                </a:lnTo>
                <a:lnTo>
                  <a:pt x="355092" y="177546"/>
                </a:lnTo>
                <a:lnTo>
                  <a:pt x="348749" y="130351"/>
                </a:lnTo>
                <a:lnTo>
                  <a:pt x="330851" y="87940"/>
                </a:lnTo>
                <a:lnTo>
                  <a:pt x="303090" y="52006"/>
                </a:lnTo>
                <a:lnTo>
                  <a:pt x="267157" y="24242"/>
                </a:lnTo>
                <a:lnTo>
                  <a:pt x="224745" y="6342"/>
                </a:lnTo>
                <a:lnTo>
                  <a:pt x="177546" y="0"/>
                </a:lnTo>
                <a:close/>
              </a:path>
            </a:pathLst>
          </a:custGeom>
          <a:solidFill>
            <a:srgbClr val="D6EEE9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4" name="TextBox 23"/>
          <p:cNvSpPr txBox="1"/>
          <p:nvPr userDrawn="1"/>
        </p:nvSpPr>
        <p:spPr>
          <a:xfrm>
            <a:off x="391885" y="315685"/>
            <a:ext cx="1611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Noto Sans CJK KR Medium" pitchFamily="34" charset="-127"/>
                <a:ea typeface="Noto Sans CJK KR Medium" pitchFamily="34" charset="-127"/>
              </a:rPr>
              <a:t>스토리보드</a:t>
            </a:r>
            <a:endParaRPr lang="ko-KR" altLang="en-US" dirty="0">
              <a:latin typeface="Noto Sans CJK KR Medium" pitchFamily="34" charset="-127"/>
              <a:ea typeface="Noto Sans CJK KR Medium" pitchFamily="34" charset="-127"/>
            </a:endParaRPr>
          </a:p>
        </p:txBody>
      </p:sp>
      <p:sp>
        <p:nvSpPr>
          <p:cNvPr id="31" name="직사각형 30"/>
          <p:cNvSpPr/>
          <p:nvPr userDrawn="1"/>
        </p:nvSpPr>
        <p:spPr>
          <a:xfrm>
            <a:off x="382420" y="905694"/>
            <a:ext cx="889789" cy="27744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화면 </a:t>
            </a:r>
            <a:r>
              <a:rPr lang="en-US" altLang="ko-KR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ID</a:t>
            </a:r>
            <a:endParaRPr lang="ko-KR" altLang="en-US" sz="1050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464622" y="400378"/>
            <a:ext cx="3228445" cy="245798"/>
          </a:xfrm>
        </p:spPr>
        <p:txBody>
          <a:bodyPr>
            <a:noAutofit/>
          </a:bodyPr>
          <a:lstStyle>
            <a:lvl1pPr marL="0" indent="0">
              <a:buNone/>
              <a:defRPr sz="1200" b="1" i="1">
                <a:solidFill>
                  <a:schemeClr val="bg1">
                    <a:lumMod val="7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 smtClean="0"/>
              <a:t>_</a:t>
            </a:r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2017-08-18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15" name="직선 연결선 14"/>
          <p:cNvCxnSpPr/>
          <p:nvPr userDrawn="1"/>
        </p:nvCxnSpPr>
        <p:spPr>
          <a:xfrm>
            <a:off x="382420" y="1164111"/>
            <a:ext cx="6365513" cy="0"/>
          </a:xfrm>
          <a:prstGeom prst="line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/>
          <p:cNvSpPr/>
          <p:nvPr userDrawn="1"/>
        </p:nvSpPr>
        <p:spPr>
          <a:xfrm>
            <a:off x="382420" y="1443505"/>
            <a:ext cx="6365513" cy="5033495"/>
          </a:xfrm>
          <a:prstGeom prst="rect">
            <a:avLst/>
          </a:prstGeom>
          <a:noFill/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연결선 26"/>
          <p:cNvCxnSpPr/>
          <p:nvPr userDrawn="1"/>
        </p:nvCxnSpPr>
        <p:spPr>
          <a:xfrm>
            <a:off x="6828183" y="1164111"/>
            <a:ext cx="195800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 userDrawn="1"/>
        </p:nvCxnSpPr>
        <p:spPr>
          <a:xfrm>
            <a:off x="382420" y="905693"/>
            <a:ext cx="6365513" cy="0"/>
          </a:xfrm>
          <a:prstGeom prst="line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 userDrawn="1"/>
        </p:nvCxnSpPr>
        <p:spPr>
          <a:xfrm>
            <a:off x="6828183" y="905693"/>
            <a:ext cx="195800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 userDrawn="1"/>
        </p:nvSpPr>
        <p:spPr>
          <a:xfrm>
            <a:off x="3525788" y="905692"/>
            <a:ext cx="889789" cy="2584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화면 명</a:t>
            </a:r>
            <a:endParaRPr lang="ko-KR" altLang="en-US" sz="1050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38" name="직사각형 37"/>
          <p:cNvSpPr/>
          <p:nvPr userDrawn="1"/>
        </p:nvSpPr>
        <p:spPr>
          <a:xfrm>
            <a:off x="382420" y="1174051"/>
            <a:ext cx="889789" cy="27744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화면 경로</a:t>
            </a:r>
            <a:endParaRPr lang="ko-KR" altLang="en-US" sz="1050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39" name="직사각형 38"/>
          <p:cNvSpPr/>
          <p:nvPr userDrawn="1"/>
        </p:nvSpPr>
        <p:spPr>
          <a:xfrm>
            <a:off x="6828182" y="905691"/>
            <a:ext cx="1957250" cy="2584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Description</a:t>
            </a:r>
            <a:endParaRPr lang="ko-KR" altLang="en-US" sz="1050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cxnSp>
        <p:nvCxnSpPr>
          <p:cNvPr id="44" name="직선 연결선 43"/>
          <p:cNvCxnSpPr/>
          <p:nvPr userDrawn="1"/>
        </p:nvCxnSpPr>
        <p:spPr>
          <a:xfrm>
            <a:off x="6745357" y="905692"/>
            <a:ext cx="0" cy="545807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/>
          <p:cNvSpPr/>
          <p:nvPr userDrawn="1"/>
        </p:nvSpPr>
        <p:spPr>
          <a:xfrm>
            <a:off x="6827425" y="905691"/>
            <a:ext cx="1958008" cy="5585012"/>
          </a:xfrm>
          <a:prstGeom prst="rect">
            <a:avLst/>
          </a:prstGeom>
          <a:noFill/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텍스트 개체 틀 50"/>
          <p:cNvSpPr>
            <a:spLocks noGrp="1"/>
          </p:cNvSpPr>
          <p:nvPr>
            <p:ph type="body" sz="quarter" idx="13"/>
          </p:nvPr>
        </p:nvSpPr>
        <p:spPr>
          <a:xfrm>
            <a:off x="1278463" y="1208090"/>
            <a:ext cx="2032000" cy="214439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52" name="텍스트 개체 틀 50"/>
          <p:cNvSpPr>
            <a:spLocks noGrp="1"/>
          </p:cNvSpPr>
          <p:nvPr>
            <p:ph type="body" sz="quarter" idx="14"/>
          </p:nvPr>
        </p:nvSpPr>
        <p:spPr>
          <a:xfrm>
            <a:off x="1278463" y="937156"/>
            <a:ext cx="2032000" cy="214439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53" name="텍스트 개체 틀 50"/>
          <p:cNvSpPr>
            <a:spLocks noGrp="1"/>
          </p:cNvSpPr>
          <p:nvPr>
            <p:ph type="body" sz="quarter" idx="15"/>
          </p:nvPr>
        </p:nvSpPr>
        <p:spPr>
          <a:xfrm>
            <a:off x="4394196" y="937156"/>
            <a:ext cx="2032000" cy="214439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54" name="텍스트 개체 틀 50"/>
          <p:cNvSpPr>
            <a:spLocks noGrp="1"/>
          </p:cNvSpPr>
          <p:nvPr>
            <p:ph type="body" sz="quarter" idx="16"/>
          </p:nvPr>
        </p:nvSpPr>
        <p:spPr>
          <a:xfrm>
            <a:off x="6908797" y="1208090"/>
            <a:ext cx="1794937" cy="5031844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xmlns="" val="13255869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878600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2017-08-18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721969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76"/>
          <p:cNvSpPr/>
          <p:nvPr userDrawn="1"/>
        </p:nvSpPr>
        <p:spPr>
          <a:xfrm>
            <a:off x="265176" y="265175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546" y="0"/>
                </a:moveTo>
                <a:lnTo>
                  <a:pt x="130346" y="6342"/>
                </a:lnTo>
                <a:lnTo>
                  <a:pt x="87934" y="24242"/>
                </a:lnTo>
                <a:lnTo>
                  <a:pt x="52001" y="52006"/>
                </a:lnTo>
                <a:lnTo>
                  <a:pt x="24240" y="87940"/>
                </a:lnTo>
                <a:lnTo>
                  <a:pt x="6342" y="130351"/>
                </a:lnTo>
                <a:lnTo>
                  <a:pt x="0" y="177546"/>
                </a:lnTo>
                <a:lnTo>
                  <a:pt x="6342" y="224740"/>
                </a:lnTo>
                <a:lnTo>
                  <a:pt x="24240" y="267151"/>
                </a:lnTo>
                <a:lnTo>
                  <a:pt x="52001" y="303085"/>
                </a:lnTo>
                <a:lnTo>
                  <a:pt x="87934" y="330849"/>
                </a:lnTo>
                <a:lnTo>
                  <a:pt x="130346" y="348749"/>
                </a:lnTo>
                <a:lnTo>
                  <a:pt x="177546" y="355091"/>
                </a:lnTo>
                <a:lnTo>
                  <a:pt x="224745" y="348749"/>
                </a:lnTo>
                <a:lnTo>
                  <a:pt x="267157" y="330849"/>
                </a:lnTo>
                <a:lnTo>
                  <a:pt x="303090" y="303085"/>
                </a:lnTo>
                <a:lnTo>
                  <a:pt x="330851" y="267151"/>
                </a:lnTo>
                <a:lnTo>
                  <a:pt x="348749" y="224740"/>
                </a:lnTo>
                <a:lnTo>
                  <a:pt x="355092" y="177546"/>
                </a:lnTo>
                <a:lnTo>
                  <a:pt x="348749" y="130351"/>
                </a:lnTo>
                <a:lnTo>
                  <a:pt x="330851" y="87940"/>
                </a:lnTo>
                <a:lnTo>
                  <a:pt x="303090" y="52006"/>
                </a:lnTo>
                <a:lnTo>
                  <a:pt x="267157" y="24242"/>
                </a:lnTo>
                <a:lnTo>
                  <a:pt x="224745" y="6342"/>
                </a:lnTo>
                <a:lnTo>
                  <a:pt x="177546" y="0"/>
                </a:lnTo>
                <a:close/>
              </a:path>
            </a:pathLst>
          </a:custGeom>
          <a:solidFill>
            <a:srgbClr val="D6EEE9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2017-08-18</a:t>
            </a:fld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826" y="321374"/>
            <a:ext cx="2712508" cy="422274"/>
          </a:xfrm>
        </p:spPr>
        <p:txBody>
          <a:bodyPr>
            <a:normAutofit/>
          </a:bodyPr>
          <a:lstStyle>
            <a:lvl1pPr>
              <a:defRPr sz="1800" b="1" i="0">
                <a:solidFill>
                  <a:schemeClr val="tx1">
                    <a:lumMod val="75000"/>
                    <a:lumOff val="25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633404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2017-08-18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object 276"/>
          <p:cNvSpPr/>
          <p:nvPr userDrawn="1"/>
        </p:nvSpPr>
        <p:spPr>
          <a:xfrm>
            <a:off x="265176" y="265175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546" y="0"/>
                </a:moveTo>
                <a:lnTo>
                  <a:pt x="130346" y="6342"/>
                </a:lnTo>
                <a:lnTo>
                  <a:pt x="87934" y="24242"/>
                </a:lnTo>
                <a:lnTo>
                  <a:pt x="52001" y="52006"/>
                </a:lnTo>
                <a:lnTo>
                  <a:pt x="24240" y="87940"/>
                </a:lnTo>
                <a:lnTo>
                  <a:pt x="6342" y="130351"/>
                </a:lnTo>
                <a:lnTo>
                  <a:pt x="0" y="177546"/>
                </a:lnTo>
                <a:lnTo>
                  <a:pt x="6342" y="224740"/>
                </a:lnTo>
                <a:lnTo>
                  <a:pt x="24240" y="267151"/>
                </a:lnTo>
                <a:lnTo>
                  <a:pt x="52001" y="303085"/>
                </a:lnTo>
                <a:lnTo>
                  <a:pt x="87934" y="330849"/>
                </a:lnTo>
                <a:lnTo>
                  <a:pt x="130346" y="348749"/>
                </a:lnTo>
                <a:lnTo>
                  <a:pt x="177546" y="355091"/>
                </a:lnTo>
                <a:lnTo>
                  <a:pt x="224745" y="348749"/>
                </a:lnTo>
                <a:lnTo>
                  <a:pt x="267157" y="330849"/>
                </a:lnTo>
                <a:lnTo>
                  <a:pt x="303090" y="303085"/>
                </a:lnTo>
                <a:lnTo>
                  <a:pt x="330851" y="267151"/>
                </a:lnTo>
                <a:lnTo>
                  <a:pt x="348749" y="224740"/>
                </a:lnTo>
                <a:lnTo>
                  <a:pt x="355092" y="177546"/>
                </a:lnTo>
                <a:lnTo>
                  <a:pt x="348749" y="130351"/>
                </a:lnTo>
                <a:lnTo>
                  <a:pt x="330851" y="87940"/>
                </a:lnTo>
                <a:lnTo>
                  <a:pt x="303090" y="52006"/>
                </a:lnTo>
                <a:lnTo>
                  <a:pt x="267157" y="24242"/>
                </a:lnTo>
                <a:lnTo>
                  <a:pt x="224745" y="6342"/>
                </a:lnTo>
                <a:lnTo>
                  <a:pt x="177546" y="0"/>
                </a:lnTo>
                <a:close/>
              </a:path>
            </a:pathLst>
          </a:custGeom>
          <a:solidFill>
            <a:srgbClr val="D6EEE9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</p:spTree>
    <p:extLst>
      <p:ext uri="{BB962C8B-B14F-4D97-AF65-F5344CB8AC3E}">
        <p14:creationId xmlns:p14="http://schemas.microsoft.com/office/powerpoint/2010/main" xmlns="" val="3041359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80175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658138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8132736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466399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4C1297-0EFD-4176-9865-89945A83B4EA}" type="datetimeFigureOut">
              <a:rPr lang="ko-KR" altLang="en-US" smtClean="0"/>
              <a:pPr/>
              <a:t>2017-08-18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814935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7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oo.gl/6naEcS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2036551"/>
            <a:ext cx="9144000" cy="526617"/>
          </a:xfrm>
        </p:spPr>
        <p:txBody>
          <a:bodyPr/>
          <a:lstStyle/>
          <a:p>
            <a:r>
              <a:rPr lang="en-US" altLang="ko-KR" b="1" dirty="0" smtClean="0">
                <a:solidFill>
                  <a:schemeClr val="bg1"/>
                </a:solidFill>
                <a:latin typeface="+mj-ea"/>
                <a:ea typeface="+mj-ea"/>
              </a:rPr>
              <a:t>KIC Final Project</a:t>
            </a:r>
            <a:endParaRPr lang="ko-KR" altLang="en-US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1373" y="2678006"/>
            <a:ext cx="7561263" cy="315982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 defTabSz="914377" latinLnBrk="0">
              <a:defRPr/>
            </a:pPr>
            <a:r>
              <a:rPr lang="en-US" altLang="ko-KR" sz="1400" b="1" kern="0" dirty="0" smtClean="0">
                <a:solidFill>
                  <a:schemeClr val="bg1"/>
                </a:solidFill>
                <a:latin typeface="+mn-ea"/>
                <a:cs typeface="나눔고딕"/>
              </a:rPr>
              <a:t>#4.</a:t>
            </a:r>
            <a:r>
              <a:rPr lang="ko-KR" altLang="en-US" sz="1400" b="1" kern="0" dirty="0" smtClean="0">
                <a:solidFill>
                  <a:schemeClr val="bg1"/>
                </a:solidFill>
                <a:latin typeface="+mn-ea"/>
                <a:cs typeface="나눔고딕"/>
              </a:rPr>
              <a:t>  화면 디자인</a:t>
            </a:r>
            <a:endParaRPr lang="ko-KR" altLang="en-US" sz="1400" b="1" kern="0" dirty="0">
              <a:solidFill>
                <a:schemeClr val="bg1"/>
              </a:solidFill>
              <a:latin typeface="+mn-ea"/>
              <a:cs typeface="나눔고딕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465666" y="3454400"/>
            <a:ext cx="8255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91373" y="3789040"/>
            <a:ext cx="7561263" cy="315982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 defTabSz="914377" latinLnBrk="0">
              <a:defRPr/>
            </a:pPr>
            <a:r>
              <a:rPr lang="en-US" altLang="ko-KR" sz="1400" kern="0" smtClean="0">
                <a:solidFill>
                  <a:schemeClr val="bg1"/>
                </a:solidFill>
                <a:latin typeface="+mn-ea"/>
                <a:cs typeface="나눔고딕"/>
              </a:rPr>
              <a:t>2017.08.18</a:t>
            </a:r>
            <a:endParaRPr lang="ko-KR" altLang="en-US" sz="1400" kern="0" dirty="0">
              <a:solidFill>
                <a:schemeClr val="bg1"/>
              </a:solidFill>
              <a:latin typeface="+mn-ea"/>
              <a:cs typeface="나눔고딕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55109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4" y="355601"/>
            <a:ext cx="1882243" cy="333173"/>
          </a:xfrm>
        </p:spPr>
        <p:txBody>
          <a:bodyPr>
            <a:noAutofit/>
          </a:bodyPr>
          <a:lstStyle/>
          <a:p>
            <a:r>
              <a:rPr lang="en-US" altLang="ko-KR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Document History</a:t>
            </a:r>
            <a:endParaRPr lang="ko-KR" altLang="en-US" sz="1500" b="1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aphicFrame>
        <p:nvGraphicFramePr>
          <p:cNvPr id="6" name="Group 7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560043840"/>
              </p:ext>
            </p:extLst>
          </p:nvPr>
        </p:nvGraphicFramePr>
        <p:xfrm>
          <a:off x="426640" y="2072641"/>
          <a:ext cx="8294029" cy="4093150"/>
        </p:xfrm>
        <a:graphic>
          <a:graphicData uri="http://schemas.openxmlformats.org/drawingml/2006/table">
            <a:tbl>
              <a:tblPr/>
              <a:tblGrid>
                <a:gridCol w="898812"/>
                <a:gridCol w="5178205"/>
                <a:gridCol w="1310585"/>
                <a:gridCol w="906427"/>
              </a:tblGrid>
              <a:tr h="469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Version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Updates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Date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Written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530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 0.1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초안작성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1</a:t>
                      </a:r>
                      <a:r>
                        <a:rPr kumimoji="1" lang="ko-KR" altLang="en-US" sz="11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차발표주제발표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2017.07.23</a:t>
                      </a:r>
                      <a:endParaRPr kumimoji="1" lang="ko-KR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kumimoji="1" lang="ko-KR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30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v.0.2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DB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및 화면설계 추가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2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 발표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2017.08.03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30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v.0.3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디자인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 – 3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 발표용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2017.08.11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30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v.0.4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디자인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4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 발표용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2017.08.17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30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30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30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30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301192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4" y="355601"/>
            <a:ext cx="3085719" cy="333173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프로젝트 일정</a:t>
            </a: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431200112"/>
              </p:ext>
            </p:extLst>
          </p:nvPr>
        </p:nvGraphicFramePr>
        <p:xfrm>
          <a:off x="386821" y="1207010"/>
          <a:ext cx="8321744" cy="510689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34830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</a:tblGrid>
              <a:tr h="430359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200" dirty="0" smtClean="0"/>
                        <a:t>7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200" dirty="0" smtClean="0"/>
                        <a:t>8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200" dirty="0" smtClean="0"/>
                        <a:t>9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200" dirty="0" smtClean="0"/>
                        <a:t>10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79126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8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9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12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13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14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프로젝트 제안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프로젝트 주제 확정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자료 수집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분석 </a:t>
                      </a:r>
                      <a:r>
                        <a:rPr lang="en-US" altLang="ko-KR" sz="1200" dirty="0" smtClean="0"/>
                        <a:t>/ </a:t>
                      </a:r>
                      <a:r>
                        <a:rPr lang="ko-KR" altLang="en-US" sz="1200" dirty="0" smtClean="0"/>
                        <a:t>설계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화면 설계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디자인</a:t>
                      </a:r>
                      <a:r>
                        <a:rPr lang="en-US" altLang="ko-KR" sz="1200" dirty="0" smtClean="0"/>
                        <a:t>&amp;</a:t>
                      </a:r>
                      <a:r>
                        <a:rPr lang="ko-KR" altLang="en-US" sz="1200" dirty="0" smtClean="0"/>
                        <a:t>개발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검토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시연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cxnSp>
        <p:nvCxnSpPr>
          <p:cNvPr id="7" name="직선 화살표 연결선 6"/>
          <p:cNvCxnSpPr/>
          <p:nvPr/>
        </p:nvCxnSpPr>
        <p:spPr>
          <a:xfrm>
            <a:off x="3641653" y="4991670"/>
            <a:ext cx="2807915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/>
          <p:nvPr/>
        </p:nvCxnSpPr>
        <p:spPr>
          <a:xfrm>
            <a:off x="2248281" y="2280260"/>
            <a:ext cx="473148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/>
          <p:nvPr/>
        </p:nvCxnSpPr>
        <p:spPr>
          <a:xfrm>
            <a:off x="2248281" y="2821366"/>
            <a:ext cx="897690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/>
          <p:nvPr/>
        </p:nvCxnSpPr>
        <p:spPr>
          <a:xfrm>
            <a:off x="2248281" y="3372449"/>
            <a:ext cx="897690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/>
          <p:nvPr/>
        </p:nvCxnSpPr>
        <p:spPr>
          <a:xfrm>
            <a:off x="2694595" y="3927448"/>
            <a:ext cx="1409319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/>
          <p:nvPr/>
        </p:nvCxnSpPr>
        <p:spPr>
          <a:xfrm>
            <a:off x="2694595" y="4421488"/>
            <a:ext cx="1409319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/>
          <p:nvPr/>
        </p:nvCxnSpPr>
        <p:spPr>
          <a:xfrm>
            <a:off x="6434763" y="5539763"/>
            <a:ext cx="1371600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/>
          <p:nvPr/>
        </p:nvCxnSpPr>
        <p:spPr>
          <a:xfrm>
            <a:off x="7805057" y="6055576"/>
            <a:ext cx="914400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타원 38"/>
          <p:cNvSpPr/>
          <p:nvPr/>
        </p:nvSpPr>
        <p:spPr>
          <a:xfrm>
            <a:off x="4197738" y="4846107"/>
            <a:ext cx="266121" cy="26886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/>
          <p:cNvSpPr/>
          <p:nvPr/>
        </p:nvSpPr>
        <p:spPr>
          <a:xfrm>
            <a:off x="7457151" y="987470"/>
            <a:ext cx="138857" cy="14029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7595616" y="902208"/>
            <a:ext cx="1341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mtClean="0"/>
              <a:t>현재 진행 상황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xmlns="" val="3869550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8</a:t>
            </a:r>
            <a:r>
              <a:rPr lang="ko-KR" altLang="en-US" dirty="0" smtClean="0"/>
              <a:t>월 셋째 주 진행상황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278190" y="400378"/>
            <a:ext cx="3228445" cy="245798"/>
          </a:xfrm>
        </p:spPr>
        <p:txBody>
          <a:bodyPr/>
          <a:lstStyle/>
          <a:p>
            <a:r>
              <a:rPr lang="en-US" altLang="ko-KR" dirty="0" smtClean="0"/>
              <a:t>_ </a:t>
            </a:r>
            <a:r>
              <a:rPr lang="ko-KR" altLang="en-US" dirty="0" smtClean="0"/>
              <a:t>프로젝트 </a:t>
            </a:r>
            <a:r>
              <a:rPr lang="en-US" altLang="ko-KR" dirty="0" smtClean="0"/>
              <a:t>5</a:t>
            </a:r>
            <a:r>
              <a:rPr lang="ko-KR" altLang="en-US" dirty="0" smtClean="0"/>
              <a:t>주차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867550" y="3456432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화면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디자인</a:t>
            </a:r>
            <a:endParaRPr lang="ko-KR" alt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965060" y="3883152"/>
            <a:ext cx="31967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1600" dirty="0" smtClean="0"/>
              <a:t>와이어 프레임을 토대로 </a:t>
            </a:r>
            <a:r>
              <a:rPr lang="ko-KR" altLang="en-US" sz="1600" dirty="0" err="1" smtClean="0"/>
              <a:t>웹디자인</a:t>
            </a:r>
            <a:endParaRPr lang="en-US" altLang="ko-KR" sz="1600" dirty="0" smtClean="0"/>
          </a:p>
        </p:txBody>
      </p:sp>
      <p:pic>
        <p:nvPicPr>
          <p:cNvPr id="10251" name="Picture 11" descr="C:\Users\kitcoop\Downloads\icn\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50614" y="1552766"/>
            <a:ext cx="1625600" cy="1625600"/>
          </a:xfrm>
          <a:prstGeom prst="rect">
            <a:avLst/>
          </a:prstGeom>
          <a:noFill/>
        </p:spPr>
      </p:pic>
      <p:sp>
        <p:nvSpPr>
          <p:cNvPr id="7" name="직사각형 6"/>
          <p:cNvSpPr/>
          <p:nvPr/>
        </p:nvSpPr>
        <p:spPr>
          <a:xfrm>
            <a:off x="3429123" y="4562771"/>
            <a:ext cx="22857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smtClean="0">
                <a:hlinkClick r:id="rId4"/>
              </a:rPr>
              <a:t>https://goo.gl/6naEcS</a:t>
            </a:r>
            <a:endParaRPr lang="ko-KR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스타일 가이드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26" name="Picture 2" descr="G:\0.Final Project\4.화면디자인\UI-kit.png"/>
          <p:cNvPicPr>
            <a:picLocks noChangeAspect="1" noChangeArrowheads="1"/>
          </p:cNvPicPr>
          <p:nvPr/>
        </p:nvPicPr>
        <p:blipFill>
          <a:blip r:embed="rId3"/>
          <a:srcRect r="50286"/>
          <a:stretch>
            <a:fillRect/>
          </a:stretch>
        </p:blipFill>
        <p:spPr bwMode="auto">
          <a:xfrm>
            <a:off x="201880" y="997984"/>
            <a:ext cx="5026916" cy="3501505"/>
          </a:xfrm>
          <a:prstGeom prst="rect">
            <a:avLst/>
          </a:prstGeom>
          <a:noFill/>
        </p:spPr>
      </p:pic>
      <p:pic>
        <p:nvPicPr>
          <p:cNvPr id="5" name="Picture 2" descr="G:\0.Final Project\4.화면디자인\UI-kit.png"/>
          <p:cNvPicPr>
            <a:picLocks noChangeAspect="1" noChangeArrowheads="1"/>
          </p:cNvPicPr>
          <p:nvPr/>
        </p:nvPicPr>
        <p:blipFill>
          <a:blip r:embed="rId3"/>
          <a:srcRect l="51731" r="-822"/>
          <a:stretch>
            <a:fillRect/>
          </a:stretch>
        </p:blipFill>
        <p:spPr bwMode="auto">
          <a:xfrm>
            <a:off x="4180115" y="3181064"/>
            <a:ext cx="4963885" cy="350150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디자인 시안 </a:t>
            </a:r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2050" name="Picture 2" descr="G:\0.Final Project\4.화면디자인\시안_박지희\ph_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63203" y="1382232"/>
            <a:ext cx="3840000" cy="2160000"/>
          </a:xfrm>
          <a:prstGeom prst="rect">
            <a:avLst/>
          </a:prstGeom>
          <a:noFill/>
        </p:spPr>
      </p:pic>
      <p:pic>
        <p:nvPicPr>
          <p:cNvPr id="2051" name="Picture 3" descr="G:\0.Final Project\4.화면디자인\시안_박지희\ph_4-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9747" y="3898530"/>
            <a:ext cx="3840000" cy="2160000"/>
          </a:xfrm>
          <a:prstGeom prst="rect">
            <a:avLst/>
          </a:prstGeom>
          <a:noFill/>
        </p:spPr>
      </p:pic>
      <p:pic>
        <p:nvPicPr>
          <p:cNvPr id="2052" name="Picture 4" descr="G:\0.Final Project\4.화면디자인\시안_박지희\ph_1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29747" y="1382232"/>
            <a:ext cx="3840000" cy="2160000"/>
          </a:xfrm>
          <a:prstGeom prst="rect">
            <a:avLst/>
          </a:prstGeom>
          <a:noFill/>
        </p:spPr>
      </p:pic>
      <p:pic>
        <p:nvPicPr>
          <p:cNvPr id="2053" name="Picture 5" descr="G:\0.Final Project\4.화면디자인\시안_박지희\ph_5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663203" y="3898530"/>
            <a:ext cx="3840000" cy="2160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디자인 시안 </a:t>
            </a:r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074" name="Picture 2" descr="G:\0.Final Project\4.화면디자인\시안\03_map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02877" y="4054584"/>
            <a:ext cx="3840000" cy="2160000"/>
          </a:xfrm>
          <a:prstGeom prst="rect">
            <a:avLst/>
          </a:prstGeom>
          <a:noFill/>
        </p:spPr>
      </p:pic>
      <p:pic>
        <p:nvPicPr>
          <p:cNvPr id="3075" name="Picture 3" descr="G:\0.Final Project\4.화면디자인\시안\01_intro_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3713" y="1460094"/>
            <a:ext cx="3840000" cy="2160000"/>
          </a:xfrm>
          <a:prstGeom prst="rect">
            <a:avLst/>
          </a:prstGeom>
          <a:noFill/>
        </p:spPr>
      </p:pic>
      <p:pic>
        <p:nvPicPr>
          <p:cNvPr id="3076" name="Picture 4" descr="G:\0.Final Project\4.화면디자인\시안\01_intro_2-1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02877" y="1460094"/>
            <a:ext cx="3840000" cy="2160000"/>
          </a:xfrm>
          <a:prstGeom prst="rect">
            <a:avLst/>
          </a:prstGeom>
          <a:noFill/>
        </p:spPr>
      </p:pic>
      <p:pic>
        <p:nvPicPr>
          <p:cNvPr id="3077" name="Picture 5" descr="G:\0.Final Project\4.화면디자인\시안\02_level_1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53713" y="4054584"/>
            <a:ext cx="3840000" cy="2160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향후 계획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51598" y="400378"/>
            <a:ext cx="3228445" cy="245798"/>
          </a:xfrm>
        </p:spPr>
        <p:txBody>
          <a:bodyPr/>
          <a:lstStyle/>
          <a:p>
            <a:r>
              <a:rPr lang="en-US" altLang="ko-KR" dirty="0" smtClean="0"/>
              <a:t>_ 8</a:t>
            </a:r>
            <a:r>
              <a:rPr lang="ko-KR" altLang="en-US" dirty="0" smtClean="0"/>
              <a:t>월 넷째 주</a:t>
            </a:r>
            <a:r>
              <a:rPr lang="en-US" altLang="ko-KR" dirty="0" smtClean="0"/>
              <a:t>(</a:t>
            </a:r>
            <a:r>
              <a:rPr lang="ko-KR" altLang="en-US" dirty="0" smtClean="0"/>
              <a:t>프로젝트 </a:t>
            </a:r>
            <a:r>
              <a:rPr lang="en-US" altLang="ko-KR" dirty="0" smtClean="0"/>
              <a:t>6</a:t>
            </a:r>
            <a:r>
              <a:rPr lang="ko-KR" altLang="en-US" dirty="0" smtClean="0"/>
              <a:t>주차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grpSp>
        <p:nvGrpSpPr>
          <p:cNvPr id="16" name="그룹 15"/>
          <p:cNvGrpSpPr/>
          <p:nvPr/>
        </p:nvGrpSpPr>
        <p:grpSpPr>
          <a:xfrm>
            <a:off x="3077077" y="1775653"/>
            <a:ext cx="2989846" cy="3306695"/>
            <a:chOff x="3120612" y="1714409"/>
            <a:chExt cx="2989846" cy="3306695"/>
          </a:xfrm>
        </p:grpSpPr>
        <p:sp>
          <p:nvSpPr>
            <p:cNvPr id="5" name="TextBox 4"/>
            <p:cNvSpPr txBox="1"/>
            <p:nvPr/>
          </p:nvSpPr>
          <p:spPr>
            <a:xfrm>
              <a:off x="3946121" y="4009609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/>
                <a:t>화면디자인</a:t>
              </a:r>
              <a:endParaRPr lang="ko-KR" altLang="en-US" b="1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222366" y="4436329"/>
              <a:ext cx="278633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200000"/>
                </a:lnSpc>
              </a:pPr>
              <a:r>
                <a:rPr lang="ko-KR" altLang="en-US" sz="1600" dirty="0" err="1" smtClean="0"/>
                <a:t>웹표준을</a:t>
              </a:r>
              <a:r>
                <a:rPr lang="ko-KR" altLang="en-US" sz="1600" dirty="0" smtClean="0"/>
                <a:t> 준수하여 </a:t>
              </a:r>
              <a:r>
                <a:rPr lang="ko-KR" altLang="en-US" sz="1600" dirty="0" err="1" smtClean="0"/>
                <a:t>퍼블리싱</a:t>
              </a:r>
              <a:r>
                <a:rPr lang="ko-KR" altLang="en-US" sz="1600" dirty="0" smtClean="0"/>
                <a:t> </a:t>
              </a:r>
              <a:endParaRPr lang="ko-KR" altLang="en-US" sz="1600" dirty="0"/>
            </a:p>
          </p:txBody>
        </p:sp>
        <p:pic>
          <p:nvPicPr>
            <p:cNvPr id="1026" name="Picture 2" descr="C:\Users\kitcoop\Downloads\68747470733a2f2f73332d75732d776573742d322e616d617a6f6e6177732e636f6d2f7465737464726976656e6c6561726e696e676275636b65742f68746d6c637373626c61636b2e6a7067.jp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120612" y="1714409"/>
              <a:ext cx="2989846" cy="1994227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업무분담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669851" y="1949891"/>
          <a:ext cx="7963786" cy="402560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32282"/>
                <a:gridCol w="2999758"/>
                <a:gridCol w="3331746"/>
              </a:tblGrid>
              <a:tr h="805121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주요 역할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디자인 업무분담</a:t>
                      </a:r>
                      <a:endParaRPr lang="ko-KR" altLang="en-US" sz="1400" dirty="0"/>
                    </a:p>
                  </a:txBody>
                  <a:tcPr anchor="ctr"/>
                </a:tc>
              </a:tr>
              <a:tr h="8051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 smtClean="0"/>
                        <a:t>석근용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 smtClean="0"/>
                        <a:t>백엔드</a:t>
                      </a:r>
                      <a:r>
                        <a:rPr lang="ko-KR" altLang="en-US" sz="1400" dirty="0" smtClean="0"/>
                        <a:t> 총괄</a:t>
                      </a:r>
                      <a:endParaRPr lang="en-US" altLang="ko-KR" sz="1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회원가입</a:t>
                      </a:r>
                      <a:r>
                        <a:rPr lang="en-US" altLang="ko-KR" sz="1400" dirty="0" smtClean="0"/>
                        <a:t>/</a:t>
                      </a:r>
                      <a:r>
                        <a:rPr lang="ko-KR" altLang="en-US" sz="1400" dirty="0" smtClean="0"/>
                        <a:t>수정</a:t>
                      </a:r>
                      <a:r>
                        <a:rPr lang="en-US" altLang="ko-KR" sz="1400" dirty="0" smtClean="0"/>
                        <a:t>/</a:t>
                      </a:r>
                      <a:r>
                        <a:rPr lang="ko-KR" altLang="en-US" sz="1400" dirty="0" smtClean="0"/>
                        <a:t>탈퇴 폼</a:t>
                      </a:r>
                      <a:endParaRPr lang="ko-KR" altLang="en-US" sz="1400" dirty="0"/>
                    </a:p>
                  </a:txBody>
                  <a:tcPr anchor="ctr"/>
                </a:tc>
              </a:tr>
              <a:tr h="8051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윤선아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 smtClean="0"/>
                        <a:t>프론트엔드</a:t>
                      </a:r>
                      <a:r>
                        <a:rPr lang="ko-KR" altLang="en-US" sz="1400" dirty="0" smtClean="0"/>
                        <a:t> 총괄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로그인</a:t>
                      </a:r>
                      <a:r>
                        <a:rPr lang="en-US" altLang="ko-KR" sz="1400" dirty="0" smtClean="0"/>
                        <a:t>/</a:t>
                      </a:r>
                      <a:r>
                        <a:rPr lang="ko-KR" altLang="en-US" sz="1400" dirty="0" smtClean="0"/>
                        <a:t>찜 목록 게시판</a:t>
                      </a:r>
                      <a:endParaRPr lang="ko-KR" altLang="en-US" sz="1400" dirty="0"/>
                    </a:p>
                  </a:txBody>
                  <a:tcPr anchor="ctr"/>
                </a:tc>
              </a:tr>
              <a:tr h="8051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박지희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DB/</a:t>
                      </a:r>
                      <a:r>
                        <a:rPr lang="ko-KR" altLang="en-US" sz="1400" dirty="0" smtClean="0"/>
                        <a:t>자료</a:t>
                      </a:r>
                      <a:r>
                        <a:rPr lang="en-US" altLang="ko-KR" sz="1400" dirty="0" smtClean="0"/>
                        <a:t> </a:t>
                      </a:r>
                      <a:r>
                        <a:rPr lang="ko-KR" altLang="en-US" sz="1400" dirty="0" smtClean="0"/>
                        <a:t>수집 및 디자인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 smtClean="0"/>
                        <a:t>인트로</a:t>
                      </a:r>
                      <a:endParaRPr lang="ko-KR" altLang="en-US" sz="1400" dirty="0"/>
                    </a:p>
                  </a:txBody>
                  <a:tcPr anchor="ctr"/>
                </a:tc>
              </a:tr>
              <a:tr h="8051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이고운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DB/</a:t>
                      </a:r>
                      <a:r>
                        <a:rPr lang="ko-KR" altLang="en-US" sz="1400" dirty="0" smtClean="0"/>
                        <a:t>자료</a:t>
                      </a:r>
                      <a:r>
                        <a:rPr lang="en-US" altLang="ko-KR" sz="1400" dirty="0" smtClean="0"/>
                        <a:t> </a:t>
                      </a:r>
                      <a:r>
                        <a:rPr lang="ko-KR" altLang="en-US" sz="1400" dirty="0" smtClean="0"/>
                        <a:t>수집 및 디자인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지도</a:t>
                      </a:r>
                      <a:endParaRPr lang="ko-KR" altLang="en-US" sz="14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055109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3204</TotalTime>
  <Words>194</Words>
  <Application>Microsoft Office PowerPoint</Application>
  <PresentationFormat>화면 슬라이드 쇼(4:3)</PresentationFormat>
  <Paragraphs>79</Paragraphs>
  <Slides>10</Slides>
  <Notes>2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1" baseType="lpstr">
      <vt:lpstr>Office 테마</vt:lpstr>
      <vt:lpstr>슬라이드 1</vt:lpstr>
      <vt:lpstr>Document History</vt:lpstr>
      <vt:lpstr>프로젝트 일정</vt:lpstr>
      <vt:lpstr>8월 셋째 주 진행상황</vt:lpstr>
      <vt:lpstr>스타일 가이드</vt:lpstr>
      <vt:lpstr>디자인 시안 1</vt:lpstr>
      <vt:lpstr>디자인 시안 2</vt:lpstr>
      <vt:lpstr>향후 계획</vt:lpstr>
      <vt:lpstr>업무분담</vt:lpstr>
      <vt:lpstr>슬라이드 10</vt:lpstr>
    </vt:vector>
  </TitlesOfParts>
  <Company>auney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auney</dc:creator>
  <cp:lastModifiedBy>kitcoop</cp:lastModifiedBy>
  <cp:revision>351</cp:revision>
  <dcterms:created xsi:type="dcterms:W3CDTF">2017-07-23T05:44:46Z</dcterms:created>
  <dcterms:modified xsi:type="dcterms:W3CDTF">2017-08-18T07:31:48Z</dcterms:modified>
</cp:coreProperties>
</file>