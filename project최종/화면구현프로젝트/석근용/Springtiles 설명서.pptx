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78" r:id="rId10"/>
    <p:sldId id="263" r:id="rId11"/>
    <p:sldId id="264" r:id="rId12"/>
    <p:sldId id="279" r:id="rId13"/>
    <p:sldId id="280" r:id="rId14"/>
    <p:sldId id="266" r:id="rId15"/>
    <p:sldId id="267" r:id="rId16"/>
    <p:sldId id="268" r:id="rId17"/>
    <p:sldId id="271" r:id="rId18"/>
    <p:sldId id="269" r:id="rId19"/>
    <p:sldId id="281" r:id="rId20"/>
    <p:sldId id="270" r:id="rId21"/>
    <p:sldId id="284" r:id="rId22"/>
    <p:sldId id="272" r:id="rId23"/>
    <p:sldId id="273" r:id="rId24"/>
    <p:sldId id="274" r:id="rId25"/>
    <p:sldId id="285" r:id="rId26"/>
    <p:sldId id="275" r:id="rId27"/>
    <p:sldId id="276" r:id="rId28"/>
    <p:sldId id="286" r:id="rId29"/>
    <p:sldId id="265" r:id="rId30"/>
    <p:sldId id="283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08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D69FD-2F05-4DD7-A077-B9B67DCACD85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6D7C8-4357-4BAE-868C-AA321B07E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503062" y="2177569"/>
            <a:ext cx="6061403" cy="707886"/>
          </a:xfrm>
          <a:prstGeom prst="rect">
            <a:avLst/>
          </a:prstGeom>
          <a:noFill/>
          <a:effectLst>
            <a:outerShdw blurRad="50800" dist="50800" dir="5400000" sx="65000" sy="65000" algn="ctr" rotWithShape="0">
              <a:schemeClr val="bg1">
                <a:lumMod val="50000"/>
              </a:scheme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r>
              <a:rPr lang="ko-KR" altLang="en-US" sz="40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 설명서</a:t>
            </a:r>
            <a:r>
              <a:rPr lang="en-US" altLang="ko-KR" sz="40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ko-KR" altLang="en-US" sz="40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직선 연결선 3"/>
          <p:cNvCxnSpPr/>
          <p:nvPr/>
        </p:nvCxnSpPr>
        <p:spPr>
          <a:xfrm>
            <a:off x="2195736" y="5517232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3848" y="5157192"/>
            <a:ext cx="10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Web.xml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0" y="267027"/>
            <a:ext cx="478273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Web.xml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이 파일에서는</a:t>
            </a:r>
            <a:endParaRPr lang="en-US" altLang="ko-KR" dirty="0" smtClean="0"/>
          </a:p>
          <a:p>
            <a:r>
              <a:rPr lang="en-US" altLang="ko-KR" dirty="0" smtClean="0"/>
              <a:t>Web </a:t>
            </a:r>
            <a:r>
              <a:rPr lang="ko-KR" altLang="en-US" dirty="0" smtClean="0"/>
              <a:t>상에서 요청이 들어왔을 시</a:t>
            </a:r>
            <a:endParaRPr lang="en-US" altLang="ko-KR" dirty="0" smtClean="0"/>
          </a:p>
          <a:p>
            <a:r>
              <a:rPr lang="ko-KR" altLang="en-US" dirty="0" smtClean="0"/>
              <a:t>어느 요청을 인식 할 것이며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해당 요청이 들어왔다면</a:t>
            </a:r>
            <a:endParaRPr lang="en-US" altLang="ko-KR" dirty="0" smtClean="0"/>
          </a:p>
          <a:p>
            <a:r>
              <a:rPr lang="ko-KR" altLang="en-US" dirty="0" smtClean="0"/>
              <a:t>그 요청을 처리할 파일 위치를</a:t>
            </a:r>
            <a:endParaRPr lang="en-US" altLang="ko-KR" dirty="0" smtClean="0"/>
          </a:p>
          <a:p>
            <a:r>
              <a:rPr lang="ko-KR" altLang="en-US" dirty="0" smtClean="0"/>
              <a:t>알려 주는 역할을 합니다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현재는</a:t>
            </a:r>
            <a:endParaRPr lang="en-US" altLang="ko-KR" dirty="0" smtClean="0"/>
          </a:p>
          <a:p>
            <a:r>
              <a:rPr lang="en-US" altLang="ko-KR" dirty="0" smtClean="0"/>
              <a:t>*.do </a:t>
            </a:r>
            <a:r>
              <a:rPr lang="ko-KR" altLang="en-US" dirty="0" smtClean="0"/>
              <a:t>라는 요청이 왔을 경우</a:t>
            </a:r>
            <a:endParaRPr lang="en-US" altLang="ko-KR" dirty="0" smtClean="0"/>
          </a:p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servlet</a:t>
            </a:r>
            <a:r>
              <a:rPr lang="en-US" altLang="ko-KR" dirty="0" smtClean="0"/>
              <a:t>-name&gt;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&lt;/</a:t>
            </a:r>
            <a:r>
              <a:rPr lang="en-US" altLang="ko-KR" dirty="0" err="1" smtClean="0"/>
              <a:t>servlet</a:t>
            </a:r>
            <a:r>
              <a:rPr lang="en-US" altLang="ko-KR" dirty="0" smtClean="0"/>
              <a:t>-name&gt;</a:t>
            </a:r>
          </a:p>
          <a:p>
            <a:r>
              <a:rPr lang="ko-KR" altLang="en-US" dirty="0" smtClean="0"/>
              <a:t>을 통해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이름을 </a:t>
            </a:r>
            <a:r>
              <a:rPr lang="en-US" altLang="ko-KR" dirty="0" err="1" smtClean="0"/>
              <a:t>web.xml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자기 자신 안에서 찾게 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servlet</a:t>
            </a:r>
            <a:r>
              <a:rPr lang="en-US" altLang="ko-KR" dirty="0" smtClean="0"/>
              <a:t>-name&gt;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&lt;/</a:t>
            </a:r>
            <a:r>
              <a:rPr lang="en-US" altLang="ko-KR" dirty="0" err="1" smtClean="0"/>
              <a:t>servlet</a:t>
            </a:r>
            <a:r>
              <a:rPr lang="en-US" altLang="ko-KR" dirty="0" smtClean="0"/>
              <a:t>-name&gt;</a:t>
            </a:r>
          </a:p>
          <a:p>
            <a:r>
              <a:rPr lang="ko-KR" altLang="en-US" dirty="0" smtClean="0"/>
              <a:t>을 찾고</a:t>
            </a:r>
            <a:r>
              <a:rPr lang="en-US" altLang="ko-KR" dirty="0" smtClean="0"/>
              <a:t>, </a:t>
            </a:r>
          </a:p>
          <a:p>
            <a:r>
              <a:rPr lang="en-US" altLang="ko-KR" dirty="0" smtClean="0"/>
              <a:t>Default </a:t>
            </a:r>
            <a:r>
              <a:rPr lang="ko-KR" altLang="en-US" dirty="0" smtClean="0"/>
              <a:t>설정상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이름</a:t>
            </a:r>
            <a:r>
              <a:rPr lang="en-US" altLang="ko-KR" dirty="0" smtClean="0"/>
              <a:t>-</a:t>
            </a:r>
            <a:r>
              <a:rPr lang="en-US" altLang="ko-KR" dirty="0" err="1" smtClean="0"/>
              <a:t>servlet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이라는 파일명을 가진 파일을 찾아갑니다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827420"/>
            <a:ext cx="266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본 </a:t>
            </a:r>
            <a:r>
              <a:rPr lang="en-US" altLang="ko-KR" dirty="0" err="1" smtClean="0"/>
              <a:t>web.xml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</a:t>
            </a:r>
            <a:endParaRPr lang="ko-KR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441" y="1484784"/>
            <a:ext cx="62007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23528" y="3429000"/>
            <a:ext cx="4755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1.</a:t>
            </a:r>
            <a:r>
              <a:rPr lang="en-US" altLang="ko-KR" dirty="0" smtClean="0"/>
              <a:t> Web</a:t>
            </a:r>
            <a:r>
              <a:rPr lang="ko-KR" altLang="en-US" dirty="0" smtClean="0"/>
              <a:t>상에서 </a:t>
            </a:r>
            <a:r>
              <a:rPr lang="en-US" altLang="ko-KR" dirty="0" smtClean="0"/>
              <a:t>*.do </a:t>
            </a:r>
            <a:r>
              <a:rPr lang="ko-KR" altLang="en-US" dirty="0" smtClean="0"/>
              <a:t>라는 요청을 받았을 경우</a:t>
            </a:r>
            <a:endParaRPr lang="en-US" altLang="ko-KR" dirty="0" smtClean="0"/>
          </a:p>
          <a:p>
            <a:r>
              <a:rPr lang="ko-KR" altLang="en-US" dirty="0" smtClean="0"/>
              <a:t>   이름을 찾습니다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23528" y="4293096"/>
            <a:ext cx="5864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2.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web.xml</a:t>
            </a:r>
            <a:r>
              <a:rPr lang="en-US" altLang="ko-KR" dirty="0" smtClean="0"/>
              <a:t> </a:t>
            </a:r>
            <a:r>
              <a:rPr lang="ko-KR" altLang="en-US" dirty="0" smtClean="0"/>
              <a:t>안에서 </a:t>
            </a:r>
            <a:r>
              <a:rPr lang="en-US" altLang="ko-KR" dirty="0" smtClean="0"/>
              <a:t>[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]</a:t>
            </a:r>
            <a:r>
              <a:rPr lang="ko-KR" altLang="en-US" dirty="0" smtClean="0"/>
              <a:t> 이라는 동일한 문자가 </a:t>
            </a:r>
            <a:r>
              <a:rPr lang="ko-KR" altLang="en-US" dirty="0" err="1" smtClean="0"/>
              <a:t>적혀진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곳을 찾습니다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3528" y="5229200"/>
            <a:ext cx="6282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3.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동일한 </a:t>
            </a:r>
            <a:r>
              <a:rPr lang="en-US" altLang="ko-KR" dirty="0" smtClean="0"/>
              <a:t>[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]</a:t>
            </a:r>
            <a:r>
              <a:rPr lang="ko-KR" altLang="en-US" dirty="0" smtClean="0"/>
              <a:t>을 찾았다면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</a:t>
            </a:r>
            <a:r>
              <a:rPr lang="ko-KR" altLang="en-US" dirty="0" err="1" smtClean="0"/>
              <a:t>설정사항을</a:t>
            </a:r>
            <a:r>
              <a:rPr lang="ko-KR" altLang="en-US" dirty="0" smtClean="0"/>
              <a:t> 확인합니다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</a:t>
            </a:r>
            <a:r>
              <a:rPr lang="ko-KR" altLang="en-US" dirty="0" smtClean="0"/>
              <a:t>기본적으로  </a:t>
            </a:r>
            <a:r>
              <a:rPr lang="en-US" altLang="ko-KR" dirty="0" smtClean="0"/>
              <a:t>dispatcher </a:t>
            </a:r>
            <a:r>
              <a:rPr lang="ko-KR" altLang="en-US" dirty="0" smtClean="0"/>
              <a:t>를 해줄 설정 파일로 </a:t>
            </a:r>
            <a:r>
              <a:rPr lang="ko-KR" altLang="en-US" dirty="0" err="1" smtClean="0"/>
              <a:t>정해줍니다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23528" y="5877272"/>
            <a:ext cx="8442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4.</a:t>
            </a:r>
            <a:r>
              <a:rPr lang="en-US" altLang="ko-KR" dirty="0" smtClean="0"/>
              <a:t> Default </a:t>
            </a:r>
            <a:r>
              <a:rPr lang="ko-KR" altLang="en-US" dirty="0" smtClean="0"/>
              <a:t>값으로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동일한 경로의 </a:t>
            </a:r>
            <a:r>
              <a:rPr lang="en-US" altLang="ko-KR" dirty="0" smtClean="0"/>
              <a:t>[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-</a:t>
            </a:r>
            <a:r>
              <a:rPr lang="en-US" altLang="ko-KR" dirty="0" err="1" smtClean="0"/>
              <a:t>servlet</a:t>
            </a:r>
            <a:r>
              <a:rPr lang="en-US" altLang="ko-KR" dirty="0" smtClean="0"/>
              <a:t>] </a:t>
            </a:r>
            <a:r>
              <a:rPr lang="ko-KR" altLang="en-US" dirty="0" smtClean="0"/>
              <a:t>이름을 가진 파일을 찾아 갑니다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직선 연결선 3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88413" y="476672"/>
            <a:ext cx="500964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web.xml</a:t>
            </a:r>
            <a:r>
              <a:rPr lang="ko-KR" altLang="en-US" dirty="0" smtClean="0"/>
              <a:t>에서  요청을 받아 찾아온 파일입니다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 이 파일 안에서는</a:t>
            </a:r>
            <a:endParaRPr lang="en-US" altLang="ko-KR" dirty="0" smtClean="0"/>
          </a:p>
          <a:p>
            <a:r>
              <a:rPr lang="ko-KR" altLang="en-US" dirty="0" smtClean="0"/>
              <a:t>현재 </a:t>
            </a:r>
            <a:r>
              <a:rPr lang="en-US" altLang="ko-KR" dirty="0" smtClean="0"/>
              <a:t>project</a:t>
            </a:r>
            <a:r>
              <a:rPr lang="ko-KR" altLang="en-US" dirty="0" smtClean="0"/>
              <a:t>에서 실행 시키고자 하는 동작들에</a:t>
            </a:r>
            <a:endParaRPr lang="en-US" altLang="ko-KR" dirty="0" smtClean="0"/>
          </a:p>
          <a:p>
            <a:r>
              <a:rPr lang="ko-KR" altLang="en-US" dirty="0" smtClean="0"/>
              <a:t>대한 파일들을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err="1" smtClean="0"/>
              <a:t>시켜주는</a:t>
            </a:r>
            <a:r>
              <a:rPr lang="ko-KR" altLang="en-US" dirty="0" smtClean="0"/>
              <a:t> 파일입니다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처리할 파일을 생성하더라도</a:t>
            </a:r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</a:t>
            </a:r>
            <a:r>
              <a:rPr lang="ko-KR" altLang="en-US" dirty="0" smtClean="0"/>
              <a:t>이 되어있지 않다면 인식이 되지 않아</a:t>
            </a:r>
            <a:endParaRPr lang="en-US" altLang="ko-KR" dirty="0" smtClean="0"/>
          </a:p>
          <a:p>
            <a:r>
              <a:rPr lang="ko-KR" altLang="en-US" dirty="0" smtClean="0"/>
              <a:t>정상적인 실행이 되지 않습니다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따라서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파일에는 </a:t>
            </a:r>
            <a:r>
              <a:rPr lang="en-US" altLang="ko-KR" dirty="0" smtClean="0"/>
              <a:t>Controller </a:t>
            </a:r>
            <a:r>
              <a:rPr lang="ko-KR" altLang="en-US" dirty="0" smtClean="0"/>
              <a:t>파일</a:t>
            </a:r>
            <a:endParaRPr lang="en-US" altLang="ko-KR" dirty="0" smtClean="0"/>
          </a:p>
          <a:p>
            <a:r>
              <a:rPr lang="en-US" altLang="ko-KR" dirty="0" smtClean="0"/>
              <a:t>tiles </a:t>
            </a:r>
            <a:r>
              <a:rPr lang="ko-KR" altLang="en-US" dirty="0" smtClean="0"/>
              <a:t>설정 파일</a:t>
            </a:r>
            <a:endParaRPr lang="en-US" altLang="ko-KR" dirty="0" smtClean="0"/>
          </a:p>
          <a:p>
            <a:r>
              <a:rPr lang="ko-KR" altLang="en-US" dirty="0" smtClean="0"/>
              <a:t>등등</a:t>
            </a:r>
            <a:r>
              <a:rPr lang="en-US" altLang="ko-KR" dirty="0" smtClean="0"/>
              <a:t>, project </a:t>
            </a:r>
            <a:r>
              <a:rPr lang="ko-KR" altLang="en-US" dirty="0" smtClean="0"/>
              <a:t>동작에 필요한 설정들을</a:t>
            </a:r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err="1" smtClean="0"/>
              <a:t>시켜주는</a:t>
            </a:r>
            <a:r>
              <a:rPr lang="ko-KR" altLang="en-US" dirty="0" smtClean="0"/>
              <a:t> 역할을 담당하고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@Annotation </a:t>
            </a:r>
            <a:r>
              <a:rPr lang="ko-KR" altLang="en-US" dirty="0" smtClean="0"/>
              <a:t>을 사용하기 위해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하는 것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</a:t>
            </a:r>
            <a:r>
              <a:rPr lang="ko-KR" altLang="en-US" dirty="0" smtClean="0"/>
              <a:t>도 바로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파일에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시키고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</a:t>
            </a:r>
            <a:r>
              <a:rPr lang="ko-KR" altLang="en-US" dirty="0" smtClean="0"/>
              <a:t> 있습니다</a:t>
            </a:r>
            <a:r>
              <a:rPr lang="en-US" altLang="ko-KR" dirty="0" smtClean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692696"/>
            <a:ext cx="2932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본 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124744"/>
            <a:ext cx="6162675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963028" y="764704"/>
            <a:ext cx="325121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일반적으로 </a:t>
            </a:r>
            <a:r>
              <a:rPr lang="en-US" altLang="ko-KR" dirty="0" err="1" smtClean="0"/>
              <a:t>WebPage</a:t>
            </a:r>
            <a:r>
              <a:rPr lang="en-US" altLang="ko-KR" dirty="0" smtClean="0"/>
              <a:t> 1</a:t>
            </a:r>
            <a:r>
              <a:rPr lang="ko-KR" altLang="en-US" dirty="0" smtClean="0"/>
              <a:t>개를</a:t>
            </a:r>
            <a:endParaRPr lang="en-US" altLang="ko-KR" dirty="0" smtClean="0"/>
          </a:p>
          <a:p>
            <a:r>
              <a:rPr lang="ko-KR" altLang="en-US" dirty="0" smtClean="0"/>
              <a:t>호출하기 위해서는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???.do </a:t>
            </a:r>
            <a:r>
              <a:rPr lang="ko-KR" altLang="en-US" dirty="0" smtClean="0"/>
              <a:t>요청을 받았을 시</a:t>
            </a:r>
            <a:endParaRPr lang="en-US" altLang="ko-KR" dirty="0" smtClean="0"/>
          </a:p>
          <a:p>
            <a:r>
              <a:rPr lang="ko-KR" altLang="en-US" dirty="0" smtClean="0"/>
              <a:t>어떤 동작을 하라고 작성한</a:t>
            </a:r>
            <a:endParaRPr lang="en-US" altLang="ko-KR" dirty="0" smtClean="0"/>
          </a:p>
          <a:p>
            <a:r>
              <a:rPr lang="en-US" altLang="ko-KR" dirty="0" smtClean="0"/>
              <a:t>Controller </a:t>
            </a:r>
            <a:r>
              <a:rPr lang="ko-KR" altLang="en-US" dirty="0" smtClean="0"/>
              <a:t>파일을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시켜</a:t>
            </a:r>
            <a:endParaRPr lang="en-US" altLang="ko-KR" dirty="0" smtClean="0"/>
          </a:p>
          <a:p>
            <a:r>
              <a:rPr lang="ko-KR" altLang="en-US" dirty="0" smtClean="0"/>
              <a:t>줍니다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tiles</a:t>
            </a:r>
            <a:r>
              <a:rPr lang="ko-KR" altLang="en-US" dirty="0" smtClean="0"/>
              <a:t>를 사용할 시</a:t>
            </a:r>
            <a:endParaRPr lang="en-US" altLang="ko-KR" dirty="0" smtClean="0"/>
          </a:p>
          <a:p>
            <a:r>
              <a:rPr lang="en-US" altLang="ko-KR" dirty="0" smtClean="0"/>
              <a:t>tiles</a:t>
            </a:r>
            <a:r>
              <a:rPr lang="ko-KR" altLang="en-US" dirty="0" smtClean="0"/>
              <a:t>가 어떻게 작동할 것인지</a:t>
            </a:r>
            <a:endParaRPr lang="en-US" altLang="ko-KR" dirty="0" smtClean="0"/>
          </a:p>
          <a:p>
            <a:r>
              <a:rPr lang="ko-KR" altLang="en-US" dirty="0" err="1" smtClean="0"/>
              <a:t>적혀있는</a:t>
            </a:r>
            <a:r>
              <a:rPr lang="ko-KR" altLang="en-US" dirty="0" smtClean="0"/>
              <a:t> 파일을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시켜</a:t>
            </a:r>
            <a:endParaRPr lang="en-US" altLang="ko-KR" dirty="0" smtClean="0"/>
          </a:p>
          <a:p>
            <a:r>
              <a:rPr lang="ko-KR" altLang="en-US" dirty="0" smtClean="0"/>
              <a:t>줍니다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누구에게 값을 </a:t>
            </a:r>
            <a:r>
              <a:rPr lang="en-US" altLang="ko-KR" dirty="0" smtClean="0"/>
              <a:t>return </a:t>
            </a:r>
            <a:r>
              <a:rPr lang="ko-KR" altLang="en-US" dirty="0" smtClean="0"/>
              <a:t>받았을</a:t>
            </a:r>
            <a:endParaRPr lang="en-US" altLang="ko-KR" dirty="0" smtClean="0"/>
          </a:p>
          <a:p>
            <a:r>
              <a:rPr lang="ko-KR" altLang="en-US" dirty="0" smtClean="0"/>
              <a:t>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어떻게 화면에 표출 할 것</a:t>
            </a:r>
            <a:endParaRPr lang="en-US" altLang="ko-KR" dirty="0" smtClean="0"/>
          </a:p>
          <a:p>
            <a:r>
              <a:rPr lang="ko-KR" altLang="en-US" dirty="0" smtClean="0"/>
              <a:t>인지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(ex ) .</a:t>
            </a:r>
            <a:r>
              <a:rPr lang="en-US" altLang="ko-KR" dirty="0" err="1" smtClean="0"/>
              <a:t>jsp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붙여줌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이 부분은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경로를 </a:t>
            </a:r>
            <a:r>
              <a:rPr lang="ko-KR" altLang="en-US" dirty="0" err="1" smtClean="0"/>
              <a:t>설정해주지</a:t>
            </a:r>
            <a:endParaRPr lang="en-US" altLang="ko-KR" dirty="0" smtClean="0"/>
          </a:p>
          <a:p>
            <a:r>
              <a:rPr lang="ko-KR" altLang="en-US" dirty="0" smtClean="0"/>
              <a:t>않아도</a:t>
            </a:r>
            <a:r>
              <a:rPr lang="en-US" altLang="ko-KR" dirty="0" smtClean="0"/>
              <a:t>,</a:t>
            </a:r>
            <a:endParaRPr lang="en-US" altLang="ko-KR" dirty="0"/>
          </a:p>
          <a:p>
            <a:r>
              <a:rPr lang="ko-KR" altLang="en-US" dirty="0" smtClean="0"/>
              <a:t>전체 파일을 검색하여</a:t>
            </a:r>
            <a:endParaRPr lang="en-US" altLang="ko-KR" dirty="0" smtClean="0"/>
          </a:p>
          <a:p>
            <a:r>
              <a:rPr lang="ko-KR" altLang="en-US" dirty="0" smtClean="0"/>
              <a:t>자동으로 파일에 찾아갑니다</a:t>
            </a:r>
            <a:endParaRPr lang="en-US" altLang="ko-KR" dirty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499992" y="3861048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4572000" y="4581128"/>
            <a:ext cx="129614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572000" y="458112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4499992" y="2132856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직선 연결선 3"/>
          <p:cNvCxnSpPr/>
          <p:nvPr/>
        </p:nvCxnSpPr>
        <p:spPr>
          <a:xfrm>
            <a:off x="2947064" y="1964456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75856" y="1619508"/>
            <a:ext cx="1650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Controller.java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64088" y="332656"/>
            <a:ext cx="363638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Controller </a:t>
            </a:r>
            <a:r>
              <a:rPr lang="ko-KR" altLang="en-US" dirty="0" smtClean="0"/>
              <a:t>파일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@</a:t>
            </a:r>
            <a:r>
              <a:rPr lang="en-US" altLang="ko-KR" dirty="0" err="1" smtClean="0"/>
              <a:t>Contorller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를 이용하여</a:t>
            </a:r>
            <a:endParaRPr lang="en-US" altLang="ko-KR" dirty="0" smtClean="0"/>
          </a:p>
          <a:p>
            <a:r>
              <a:rPr lang="ko-KR" altLang="en-US" dirty="0" smtClean="0"/>
              <a:t>동작 처리를 할 수 있게 해주는</a:t>
            </a:r>
            <a:endParaRPr lang="en-US" altLang="ko-KR" dirty="0" smtClean="0"/>
          </a:p>
          <a:p>
            <a:r>
              <a:rPr lang="ko-KR" altLang="en-US" dirty="0" smtClean="0"/>
              <a:t>파일입니다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@</a:t>
            </a:r>
            <a:r>
              <a:rPr lang="en-US" altLang="ko-KR" dirty="0" err="1" smtClean="0"/>
              <a:t>RequestMapping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요청어</a:t>
            </a:r>
            <a:r>
              <a:rPr lang="en-US" altLang="ko-KR" dirty="0" smtClean="0"/>
              <a:t>)</a:t>
            </a:r>
          </a:p>
          <a:p>
            <a:r>
              <a:rPr lang="ko-KR" altLang="en-US" dirty="0" err="1" smtClean="0"/>
              <a:t>를</a:t>
            </a:r>
            <a:r>
              <a:rPr lang="ko-KR" altLang="en-US" dirty="0" smtClean="0"/>
              <a:t> 통하여</a:t>
            </a:r>
            <a:r>
              <a:rPr lang="en-US" altLang="ko-KR" dirty="0" smtClean="0"/>
              <a:t>, Web</a:t>
            </a:r>
            <a:r>
              <a:rPr lang="ko-KR" altLang="en-US" dirty="0" smtClean="0"/>
              <a:t>상에서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요청어</a:t>
            </a:r>
            <a:r>
              <a:rPr lang="en-US" altLang="ko-KR" dirty="0" smtClean="0"/>
              <a:t>)</a:t>
            </a:r>
            <a:r>
              <a:rPr lang="ko-KR" altLang="en-US" dirty="0" smtClean="0"/>
              <a:t>와</a:t>
            </a:r>
            <a:endParaRPr lang="en-US" altLang="ko-KR" dirty="0" smtClean="0"/>
          </a:p>
          <a:p>
            <a:r>
              <a:rPr lang="ko-KR" altLang="en-US" dirty="0" smtClean="0"/>
              <a:t>동일한 요청이 들어왔을 시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자신의 처리를 받게 하고 갑니다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원하는 처리가 끝났으면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return “return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”; </a:t>
            </a:r>
            <a:r>
              <a:rPr lang="ko-KR" altLang="en-US" dirty="0" smtClean="0"/>
              <a:t>으로</a:t>
            </a:r>
            <a:endParaRPr lang="en-US" altLang="ko-KR" dirty="0" smtClean="0"/>
          </a:p>
          <a:p>
            <a:r>
              <a:rPr lang="ko-KR" altLang="en-US" dirty="0" smtClean="0"/>
              <a:t>자신을 불렀던 </a:t>
            </a:r>
            <a:endParaRPr lang="en-US" altLang="ko-KR" dirty="0" smtClean="0"/>
          </a:p>
          <a:p>
            <a:r>
              <a:rPr lang="en-US" altLang="ko-KR" dirty="0" smtClean="0"/>
              <a:t>dispatcher-</a:t>
            </a:r>
            <a:r>
              <a:rPr lang="en-US" altLang="ko-KR" dirty="0" err="1" smtClean="0"/>
              <a:t>servlet.xml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에게 값을</a:t>
            </a:r>
            <a:endParaRPr lang="en-US" altLang="ko-KR" dirty="0" smtClean="0"/>
          </a:p>
          <a:p>
            <a:r>
              <a:rPr lang="ko-KR" altLang="en-US" dirty="0" smtClean="0"/>
              <a:t>되돌려 줍니다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그리고 이 파일은 멈추게 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37338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95536" y="764704"/>
            <a:ext cx="2845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</a:t>
            </a:r>
            <a:r>
              <a:rPr lang="ko-KR" altLang="en-US" smtClean="0"/>
              <a:t>본 </a:t>
            </a:r>
            <a:r>
              <a:rPr lang="en-US" altLang="ko-KR" dirty="0" smtClean="0"/>
              <a:t>Controller </a:t>
            </a:r>
            <a:r>
              <a:rPr lang="ko-KR" altLang="en-US" dirty="0" smtClean="0"/>
              <a:t>파일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27984" y="548680"/>
            <a:ext cx="458644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@Controller </a:t>
            </a:r>
            <a:r>
              <a:rPr lang="ko-KR" altLang="en-US" dirty="0" smtClean="0"/>
              <a:t>로 자신이 처리 할 수 있게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</a:t>
            </a:r>
            <a:r>
              <a:rPr lang="ko-KR" altLang="en-US" dirty="0" smtClean="0"/>
              <a:t>처리 권한을 갖습니다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/>
          </a:p>
          <a:p>
            <a:pPr marL="342900" indent="-342900"/>
            <a:endParaRPr lang="en-US" altLang="ko-KR" dirty="0" smtClean="0"/>
          </a:p>
          <a:p>
            <a:pPr marL="342900" indent="-342900"/>
            <a:r>
              <a:rPr lang="en-US" altLang="ko-KR" dirty="0" smtClean="0"/>
              <a:t>2. @</a:t>
            </a:r>
            <a:r>
              <a:rPr lang="en-US" altLang="ko-KR" dirty="0" err="1" smtClean="0"/>
              <a:t>RequestMapping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요청어</a:t>
            </a:r>
            <a:r>
              <a:rPr lang="en-US" altLang="ko-KR" dirty="0" smtClean="0"/>
              <a:t>)</a:t>
            </a:r>
          </a:p>
          <a:p>
            <a:pPr marL="342900" indent="-342900"/>
            <a:r>
              <a:rPr lang="en-US" altLang="ko-KR" dirty="0" smtClean="0"/>
              <a:t>   Web</a:t>
            </a:r>
            <a:r>
              <a:rPr lang="ko-KR" altLang="en-US" dirty="0" smtClean="0"/>
              <a:t>상에서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요청어</a:t>
            </a:r>
            <a:r>
              <a:rPr lang="en-US" altLang="ko-KR" dirty="0" smtClean="0"/>
              <a:t>) </a:t>
            </a:r>
            <a:r>
              <a:rPr lang="ko-KR" altLang="en-US" dirty="0" smtClean="0"/>
              <a:t>가 들어왔으면</a:t>
            </a:r>
            <a:endParaRPr lang="en-US" altLang="ko-KR" dirty="0" smtClean="0"/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자신이 동작 처리를 자동으로 맡습니다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 smtClean="0"/>
              <a:t>   ex) @</a:t>
            </a:r>
            <a:r>
              <a:rPr lang="en-US" altLang="ko-KR" dirty="0" err="1" smtClean="0"/>
              <a:t>RequestMapping</a:t>
            </a:r>
            <a:r>
              <a:rPr lang="en-US" altLang="ko-KR" dirty="0" smtClean="0"/>
              <a:t>(“</a:t>
            </a:r>
            <a:r>
              <a:rPr lang="en-US" altLang="ko-KR" dirty="0" err="1" smtClean="0"/>
              <a:t>abc.do</a:t>
            </a:r>
            <a:r>
              <a:rPr lang="en-US" altLang="ko-KR" dirty="0" smtClean="0"/>
              <a:t>”)</a:t>
            </a:r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    </a:t>
            </a:r>
            <a:r>
              <a:rPr lang="en-US" altLang="ko-KR" dirty="0" err="1" smtClean="0"/>
              <a:t>abc.do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요청시</a:t>
            </a:r>
            <a:endParaRPr lang="en-US" altLang="ko-KR" dirty="0"/>
          </a:p>
          <a:p>
            <a:pPr marL="342900" indent="-342900"/>
            <a:r>
              <a:rPr lang="en-US" altLang="ko-KR" dirty="0" smtClean="0"/>
              <a:t>        </a:t>
            </a:r>
            <a:r>
              <a:rPr lang="ko-KR" altLang="en-US" dirty="0" smtClean="0"/>
              <a:t>자신이 해당 요청에 대한 처리를 함</a:t>
            </a:r>
            <a:endParaRPr lang="en-US" altLang="ko-KR" dirty="0" smtClean="0"/>
          </a:p>
          <a:p>
            <a:pPr marL="342900" indent="-342900"/>
            <a:endParaRPr lang="en-US" altLang="ko-KR" dirty="0"/>
          </a:p>
          <a:p>
            <a:pPr marL="342900" indent="-342900"/>
            <a:r>
              <a:rPr lang="en-US" altLang="ko-KR" dirty="0" smtClean="0"/>
              <a:t>3. return “return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 ;</a:t>
            </a:r>
          </a:p>
          <a:p>
            <a:pPr marL="342900" indent="-342900"/>
            <a:r>
              <a:rPr lang="en-US" altLang="ko-KR" dirty="0" smtClean="0"/>
              <a:t>   </a:t>
            </a:r>
            <a:r>
              <a:rPr lang="ko-KR" altLang="en-US" dirty="0" smtClean="0"/>
              <a:t>동작 처리가 끝나면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자신을 호출 했던</a:t>
            </a:r>
            <a:endParaRPr lang="en-US" altLang="ko-KR" dirty="0" smtClean="0"/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dispatcher-</a:t>
            </a:r>
            <a:r>
              <a:rPr lang="en-US" altLang="ko-KR" dirty="0" err="1" smtClean="0"/>
              <a:t>servlet.xml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에게</a:t>
            </a:r>
            <a:endParaRPr lang="en-US" altLang="ko-KR" dirty="0" smtClean="0"/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“return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을 되돌려 줍니다</a:t>
            </a:r>
            <a:r>
              <a:rPr lang="en-US" altLang="ko-KR" dirty="0" smtClean="0"/>
              <a:t>.</a:t>
            </a:r>
          </a:p>
          <a:p>
            <a:pPr marL="342900" indent="-342900"/>
            <a:endParaRPr lang="en-US" altLang="ko-KR" dirty="0"/>
          </a:p>
          <a:p>
            <a:pPr marL="342900" indent="-342900"/>
            <a:endParaRPr lang="en-US" altLang="ko-KR" dirty="0" smtClean="0"/>
          </a:p>
          <a:p>
            <a:pPr marL="342900" indent="-342900"/>
            <a:r>
              <a:rPr lang="ko-KR" altLang="en-US" dirty="0" smtClean="0"/>
              <a:t>그리고 이 파일은 멈춥니다</a:t>
            </a:r>
            <a:r>
              <a:rPr lang="en-US" altLang="ko-KR" dirty="0" smtClean="0"/>
              <a:t>.</a:t>
            </a:r>
            <a:endParaRPr lang="en-US" altLang="ko-KR" b="1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직선 연결선 3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88413" y="476672"/>
            <a:ext cx="505298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에서 값을 돌려 받은 파일입니다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“return 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 받게 된 이 파일은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이 값을 누구에게 전달 할지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 이 파일은 순전히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을 해주는 파일이라고</a:t>
            </a:r>
            <a:endParaRPr lang="en-US" altLang="ko-KR" dirty="0" smtClean="0"/>
          </a:p>
          <a:p>
            <a:r>
              <a:rPr lang="ko-KR" altLang="en-US" dirty="0" smtClean="0"/>
              <a:t>생각하면 이해하기 편합니다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692696"/>
            <a:ext cx="4906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본 </a:t>
            </a:r>
            <a:r>
              <a:rPr lang="en-US" altLang="ko-KR" dirty="0" smtClean="0"/>
              <a:t>“return 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 받은 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124744"/>
            <a:ext cx="6162675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963028" y="764704"/>
            <a:ext cx="313258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return “return 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”;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을 받게 되었습니다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이 값을 전달 해줄 곳을 </a:t>
            </a:r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시켜 줍니다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현재는 </a:t>
            </a:r>
            <a:r>
              <a:rPr lang="en-US" altLang="ko-KR" dirty="0" smtClean="0"/>
              <a:t>tiles</a:t>
            </a:r>
            <a:r>
              <a:rPr lang="ko-KR" altLang="en-US" dirty="0" smtClean="0"/>
              <a:t>설정으로</a:t>
            </a:r>
            <a:endParaRPr lang="en-US" altLang="ko-KR" dirty="0" smtClean="0"/>
          </a:p>
          <a:p>
            <a:r>
              <a:rPr lang="ko-KR" altLang="en-US" dirty="0" smtClean="0"/>
              <a:t>해당 경로와 같은 곳에 값을</a:t>
            </a:r>
            <a:endParaRPr lang="en-US" altLang="ko-KR" dirty="0" smtClean="0"/>
          </a:p>
          <a:p>
            <a:r>
              <a:rPr lang="ko-KR" altLang="en-US" dirty="0" smtClean="0"/>
              <a:t>전달 해줍니다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&lt;list&gt; </a:t>
            </a:r>
            <a:r>
              <a:rPr lang="ko-KR" altLang="en-US" dirty="0" smtClean="0"/>
              <a:t>형식으로</a:t>
            </a:r>
            <a:endParaRPr lang="en-US" altLang="ko-KR" dirty="0" smtClean="0"/>
          </a:p>
          <a:p>
            <a:r>
              <a:rPr lang="ko-KR" altLang="en-US" dirty="0" smtClean="0"/>
              <a:t>여러 곳에 값을 전달해 줄 수</a:t>
            </a:r>
            <a:endParaRPr lang="en-US" altLang="ko-KR" dirty="0" smtClean="0"/>
          </a:p>
          <a:p>
            <a:r>
              <a:rPr lang="ko-KR" altLang="en-US" dirty="0" smtClean="0"/>
              <a:t>있습니다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499992" y="3861048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4499992" y="2132856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직선 연결선 3"/>
          <p:cNvCxnSpPr/>
          <p:nvPr/>
        </p:nvCxnSpPr>
        <p:spPr>
          <a:xfrm>
            <a:off x="2555776" y="4005064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99792" y="363573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476672"/>
            <a:ext cx="450956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</a:t>
            </a:r>
          </a:p>
          <a:p>
            <a:endParaRPr lang="en-US" altLang="ko-KR" dirty="0"/>
          </a:p>
          <a:p>
            <a:r>
              <a:rPr lang="ko-KR" altLang="en-US" dirty="0" smtClean="0"/>
              <a:t>매우 특이한 </a:t>
            </a:r>
            <a:r>
              <a:rPr lang="en-US" altLang="ko-KR" dirty="0" smtClean="0"/>
              <a:t>.xml </a:t>
            </a:r>
            <a:r>
              <a:rPr lang="ko-KR" altLang="en-US" dirty="0" smtClean="0"/>
              <a:t>파일입니다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xml </a:t>
            </a:r>
            <a:r>
              <a:rPr lang="ko-KR" altLang="en-US" dirty="0" smtClean="0"/>
              <a:t>주소부터 다르며</a:t>
            </a:r>
            <a:endParaRPr lang="en-US" altLang="ko-KR" dirty="0" smtClean="0"/>
          </a:p>
          <a:p>
            <a:r>
              <a:rPr lang="ko-KR" altLang="en-US" dirty="0" smtClean="0"/>
              <a:t>형식 또한</a:t>
            </a:r>
            <a:r>
              <a:rPr lang="en-US" altLang="ko-KR" dirty="0" smtClean="0"/>
              <a:t>, tiles 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framework </a:t>
            </a:r>
            <a:r>
              <a:rPr lang="ko-KR" altLang="en-US" dirty="0" smtClean="0"/>
              <a:t>에 </a:t>
            </a:r>
            <a:endParaRPr lang="en-US" altLang="ko-KR" dirty="0" smtClean="0"/>
          </a:p>
          <a:p>
            <a:r>
              <a:rPr lang="ko-KR" altLang="en-US" dirty="0" smtClean="0"/>
              <a:t>종속됩니다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이 파일은 화면에 보여 줄 화면을 설정</a:t>
            </a:r>
            <a:endParaRPr lang="en-US" altLang="ko-KR" dirty="0" smtClean="0"/>
          </a:p>
          <a:p>
            <a:r>
              <a:rPr lang="ko-KR" altLang="en-US" dirty="0" smtClean="0"/>
              <a:t>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기본적으로  어떠한 </a:t>
            </a:r>
            <a:r>
              <a:rPr lang="en-US" altLang="ko-KR" dirty="0" smtClean="0"/>
              <a:t>[</a:t>
            </a:r>
            <a:r>
              <a:rPr lang="ko-KR" altLang="en-US" dirty="0" smtClean="0"/>
              <a:t>값</a:t>
            </a:r>
            <a:r>
              <a:rPr lang="en-US" altLang="ko-KR" dirty="0" smtClean="0"/>
              <a:t>]</a:t>
            </a:r>
            <a:r>
              <a:rPr lang="ko-KR" altLang="en-US" dirty="0" smtClean="0"/>
              <a:t>을 받으면</a:t>
            </a:r>
            <a:endParaRPr lang="en-US" altLang="ko-KR" dirty="0" smtClean="0"/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값</a:t>
            </a:r>
            <a:r>
              <a:rPr lang="en-US" altLang="ko-KR" dirty="0" smtClean="0"/>
              <a:t>]</a:t>
            </a:r>
            <a:r>
              <a:rPr lang="ko-KR" altLang="en-US" dirty="0" smtClean="0"/>
              <a:t>과 일치하는 설정을 </a:t>
            </a:r>
            <a:r>
              <a:rPr lang="en-US" altLang="ko-KR" dirty="0" smtClean="0"/>
              <a:t>return </a:t>
            </a:r>
            <a:r>
              <a:rPr lang="ko-KR" altLang="en-US" dirty="0" smtClean="0"/>
              <a:t>해 줍니다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기준이 되는 </a:t>
            </a:r>
            <a:r>
              <a:rPr lang="en-US" altLang="ko-KR" dirty="0" smtClean="0"/>
              <a:t>template </a:t>
            </a:r>
            <a:r>
              <a:rPr lang="ko-KR" altLang="en-US" dirty="0" smtClean="0"/>
              <a:t>파일을 토대로</a:t>
            </a:r>
            <a:endParaRPr lang="en-US" altLang="ko-KR" dirty="0" smtClean="0"/>
          </a:p>
          <a:p>
            <a:r>
              <a:rPr lang="ko-KR" altLang="en-US" dirty="0" smtClean="0"/>
              <a:t>각 화면에 호출할 경로를 </a:t>
            </a:r>
            <a:r>
              <a:rPr lang="en-US" altLang="ko-KR" dirty="0" smtClean="0"/>
              <a:t>[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하는 역할</a:t>
            </a:r>
            <a:endParaRPr lang="en-US" altLang="ko-KR" dirty="0" smtClean="0"/>
          </a:p>
          <a:p>
            <a:r>
              <a:rPr lang="ko-KR" altLang="en-US" dirty="0" smtClean="0"/>
              <a:t>을 하고 있습니다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182" y="1340768"/>
            <a:ext cx="64960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23528" y="908720"/>
            <a:ext cx="319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본 </a:t>
            </a:r>
            <a:r>
              <a:rPr lang="en-US" altLang="ko-KR" dirty="0" smtClean="0"/>
              <a:t>tiles </a:t>
            </a:r>
            <a:r>
              <a:rPr lang="ko-KR" altLang="en-US" dirty="0" smtClean="0"/>
              <a:t>설정 파일</a:t>
            </a:r>
            <a:r>
              <a:rPr lang="en-US" altLang="ko-KR" dirty="0" smtClean="0"/>
              <a:t>.xml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3528" y="4422011"/>
            <a:ext cx="85470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 smtClean="0"/>
              <a:t>Springtiles</a:t>
            </a:r>
            <a:r>
              <a:rPr lang="en-US" altLang="ko-KR" dirty="0" smtClean="0"/>
              <a:t> framework</a:t>
            </a:r>
            <a:r>
              <a:rPr lang="ko-KR" altLang="en-US" dirty="0" smtClean="0"/>
              <a:t>를 사용하기 위해 해당 주소에서 </a:t>
            </a:r>
            <a:r>
              <a:rPr lang="en-US" altLang="ko-KR" dirty="0" err="1" smtClean="0"/>
              <a:t>dtd</a:t>
            </a:r>
            <a:r>
              <a:rPr lang="ko-KR" altLang="en-US" dirty="0" smtClean="0"/>
              <a:t>를 불러옵니다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name=“</a:t>
            </a:r>
            <a:r>
              <a:rPr lang="ko-KR" altLang="en-US" dirty="0" err="1" smtClean="0"/>
              <a:t>특정값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을 임의로 설정하면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</a:t>
            </a:r>
            <a:r>
              <a:rPr lang="ko-KR" altLang="en-US" dirty="0" smtClean="0"/>
              <a:t>자신에게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특정값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이 들어왔을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일치하는 </a:t>
            </a:r>
            <a:r>
              <a:rPr lang="en-US" altLang="ko-KR" dirty="0" smtClean="0"/>
              <a:t>&lt;definition&gt;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return </a:t>
            </a:r>
            <a:r>
              <a:rPr lang="ko-KR" altLang="en-US" dirty="0" smtClean="0"/>
              <a:t>해 줍니다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 startAt="3"/>
            </a:pPr>
            <a:r>
              <a:rPr lang="en-US" altLang="ko-KR" dirty="0" smtClean="0"/>
              <a:t>template </a:t>
            </a:r>
            <a:r>
              <a:rPr lang="ko-KR" altLang="en-US" dirty="0" smtClean="0"/>
              <a:t>는 최 상위로 보여줄 페이지 입니다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 startAt="3"/>
            </a:pPr>
            <a:r>
              <a:rPr lang="en-US" altLang="ko-KR" dirty="0" smtClean="0"/>
              <a:t>Put-attribute 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template </a:t>
            </a:r>
            <a:r>
              <a:rPr lang="ko-KR" altLang="en-US" dirty="0" smtClean="0"/>
              <a:t>안에 들어갈 요소들입니다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 startAt="3"/>
            </a:pPr>
            <a:r>
              <a:rPr lang="en-US" altLang="ko-KR" dirty="0" smtClean="0"/>
              <a:t>Put-attribute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name=“</a:t>
            </a:r>
            <a:r>
              <a:rPr lang="ko-KR" altLang="en-US" dirty="0"/>
              <a:t>값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변수명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이라고 생각하면 됩니다</a:t>
            </a:r>
            <a:r>
              <a:rPr lang="en-US" altLang="ko-KR" dirty="0" smtClean="0"/>
              <a:t>.</a:t>
            </a:r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추후</a:t>
            </a:r>
            <a:r>
              <a:rPr lang="en-US" altLang="ko-KR" dirty="0" smtClean="0"/>
              <a:t>, template </a:t>
            </a:r>
            <a:r>
              <a:rPr lang="ko-KR" altLang="en-US" dirty="0" smtClean="0"/>
              <a:t>파일 안에서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변수명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 작성해주는 곳에 위치하게 됩니다</a:t>
            </a:r>
            <a:r>
              <a:rPr lang="en-US" altLang="ko-KR" dirty="0" smtClean="0"/>
              <a:t>.</a:t>
            </a:r>
          </a:p>
          <a:p>
            <a:pPr marL="342900" indent="-342900"/>
            <a:r>
              <a:rPr lang="en-US" altLang="ko-KR" b="1" dirty="0" smtClean="0"/>
              <a:t>6.</a:t>
            </a:r>
            <a:r>
              <a:rPr lang="en-US" altLang="ko-KR" dirty="0" smtClean="0"/>
              <a:t>  extends</a:t>
            </a:r>
            <a:r>
              <a:rPr lang="ko-KR" altLang="en-US" dirty="0" smtClean="0"/>
              <a:t>를 통해 부모의 </a:t>
            </a:r>
            <a:r>
              <a:rPr lang="en-US" altLang="ko-KR" dirty="0" smtClean="0"/>
              <a:t>definition </a:t>
            </a:r>
            <a:r>
              <a:rPr lang="ko-KR" altLang="en-US" dirty="0" smtClean="0"/>
              <a:t>설정을 </a:t>
            </a:r>
            <a:r>
              <a:rPr lang="en-US" altLang="ko-KR" dirty="0" smtClean="0"/>
              <a:t>overwrite </a:t>
            </a:r>
            <a:r>
              <a:rPr lang="ko-KR" altLang="en-US" dirty="0" smtClean="0"/>
              <a:t>할 수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직선 연결선 3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188413" y="476672"/>
            <a:ext cx="446346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tiles 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 </a:t>
            </a:r>
            <a:r>
              <a:rPr lang="ko-KR" altLang="en-US" dirty="0" smtClean="0"/>
              <a:t>에서</a:t>
            </a:r>
            <a:endParaRPr lang="en-US" altLang="ko-KR" dirty="0" smtClean="0"/>
          </a:p>
          <a:p>
            <a:r>
              <a:rPr lang="en-US" altLang="ko-KR" dirty="0" smtClean="0"/>
              <a:t>&lt;definition&gt;</a:t>
            </a:r>
            <a:r>
              <a:rPr lang="ko-KR" altLang="en-US" dirty="0" smtClean="0"/>
              <a:t> 값을 받아 왔습니다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&lt;definition&gt;</a:t>
            </a:r>
            <a:r>
              <a:rPr lang="ko-KR" altLang="en-US" dirty="0" smtClean="0"/>
              <a:t>값을 받은 </a:t>
            </a:r>
            <a:r>
              <a:rPr lang="en-US" altLang="ko-KR" dirty="0" err="1" smtClean="0"/>
              <a:t>servlet.xml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파일은</a:t>
            </a:r>
            <a:endParaRPr lang="en-US" altLang="ko-KR" dirty="0" smtClean="0"/>
          </a:p>
          <a:p>
            <a:r>
              <a:rPr lang="ko-KR" altLang="en-US" dirty="0" smtClean="0"/>
              <a:t>자신의 </a:t>
            </a:r>
            <a:r>
              <a:rPr lang="en-US" altLang="ko-KR" i="1" dirty="0" err="1" smtClean="0"/>
              <a:t>ViewResolver</a:t>
            </a:r>
            <a:r>
              <a:rPr lang="en-US" altLang="ko-KR" i="1" dirty="0" smtClean="0"/>
              <a:t> </a:t>
            </a:r>
            <a:r>
              <a:rPr lang="ko-KR" altLang="en-US" dirty="0" smtClean="0"/>
              <a:t>설정을 통해</a:t>
            </a:r>
            <a:endParaRPr lang="en-US" altLang="ko-KR" dirty="0" smtClean="0"/>
          </a:p>
          <a:p>
            <a:r>
              <a:rPr lang="ko-KR" altLang="en-US" dirty="0" smtClean="0"/>
              <a:t>받은 값과 일치하는 </a:t>
            </a:r>
            <a:r>
              <a:rPr lang="en-US" altLang="ko-KR" dirty="0" smtClean="0"/>
              <a:t>html, </a:t>
            </a:r>
            <a:r>
              <a:rPr lang="en-US" altLang="ko-KR" dirty="0" err="1" smtClean="0"/>
              <a:t>jsp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파일등을</a:t>
            </a:r>
            <a:endParaRPr lang="en-US" altLang="ko-KR" dirty="0" smtClean="0"/>
          </a:p>
          <a:p>
            <a:r>
              <a:rPr lang="en-US" altLang="ko-KR" dirty="0" smtClean="0"/>
              <a:t>Web</a:t>
            </a:r>
            <a:r>
              <a:rPr lang="ko-KR" altLang="en-US" dirty="0" smtClean="0"/>
              <a:t>상에 출력하게 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692696"/>
            <a:ext cx="4906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본 </a:t>
            </a:r>
            <a:r>
              <a:rPr lang="en-US" altLang="ko-KR" dirty="0" smtClean="0"/>
              <a:t>“return 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 받은 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124744"/>
            <a:ext cx="6162675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963028" y="764704"/>
            <a:ext cx="324640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 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부터</a:t>
            </a:r>
            <a:endParaRPr lang="en-US" altLang="ko-KR" dirty="0" smtClean="0"/>
          </a:p>
          <a:p>
            <a:r>
              <a:rPr lang="en-US" altLang="ko-KR" dirty="0" smtClean="0"/>
              <a:t>&lt;definition&gt;</a:t>
            </a:r>
            <a:r>
              <a:rPr lang="ko-KR" altLang="en-US" dirty="0" smtClean="0"/>
              <a:t>값을 받았습니다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 값을 </a:t>
            </a:r>
            <a:r>
              <a:rPr lang="en-US" altLang="ko-KR" dirty="0" err="1" smtClean="0"/>
              <a:t>ViewResolver</a:t>
            </a:r>
            <a:r>
              <a:rPr lang="ko-KR" altLang="en-US" dirty="0" smtClean="0"/>
              <a:t>를 통해</a:t>
            </a:r>
            <a:endParaRPr lang="en-US" altLang="ko-KR" dirty="0" smtClean="0"/>
          </a:p>
          <a:p>
            <a:r>
              <a:rPr lang="ko-KR" altLang="en-US" dirty="0" smtClean="0"/>
              <a:t>일치하는 </a:t>
            </a:r>
            <a:r>
              <a:rPr lang="en-US" altLang="ko-KR" dirty="0" smtClean="0"/>
              <a:t>html, </a:t>
            </a:r>
            <a:r>
              <a:rPr lang="en-US" altLang="ko-KR" dirty="0" err="1" smtClean="0"/>
              <a:t>jsp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</a:t>
            </a:r>
            <a:endParaRPr lang="en-US" altLang="ko-KR" dirty="0" smtClean="0"/>
          </a:p>
          <a:p>
            <a:r>
              <a:rPr lang="en-US" altLang="ko-KR" dirty="0" smtClean="0"/>
              <a:t>Web</a:t>
            </a:r>
            <a:r>
              <a:rPr lang="ko-KR" altLang="en-US" dirty="0" smtClean="0"/>
              <a:t>에 출력하게 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현재 </a:t>
            </a:r>
            <a:r>
              <a:rPr lang="en-US" altLang="ko-KR" dirty="0" err="1" smtClean="0"/>
              <a:t>TilesView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라는 설정으로</a:t>
            </a:r>
            <a:endParaRPr lang="en-US" altLang="ko-KR" dirty="0" smtClean="0"/>
          </a:p>
          <a:p>
            <a:r>
              <a:rPr lang="ko-KR" altLang="en-US" dirty="0" smtClean="0"/>
              <a:t>자동으로 값과 일치하는 파일</a:t>
            </a:r>
            <a:endParaRPr lang="en-US" altLang="ko-KR" dirty="0" smtClean="0"/>
          </a:p>
          <a:p>
            <a:r>
              <a:rPr lang="ko-KR" altLang="en-US" dirty="0" smtClean="0"/>
              <a:t>을 찾아 </a:t>
            </a:r>
            <a:r>
              <a:rPr lang="en-US" altLang="ko-KR" dirty="0" smtClean="0"/>
              <a:t>Web</a:t>
            </a:r>
            <a:r>
              <a:rPr lang="ko-KR" altLang="en-US" dirty="0" smtClean="0"/>
              <a:t>에 출력합니다</a:t>
            </a:r>
            <a:r>
              <a:rPr lang="en-US" altLang="ko-KR" dirty="0" smtClean="0"/>
              <a:t>.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4644008" y="3861048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H="1">
            <a:off x="4572000" y="4581128"/>
            <a:ext cx="129614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4572000" y="458112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직선 연결선 4"/>
          <p:cNvCxnSpPr/>
          <p:nvPr/>
        </p:nvCxnSpPr>
        <p:spPr>
          <a:xfrm>
            <a:off x="2915816" y="4845920"/>
            <a:ext cx="21602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31840" y="448473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template </a:t>
            </a:r>
            <a:r>
              <a:rPr lang="en-US" altLang="ko-KR" dirty="0" err="1" smtClean="0"/>
              <a:t>Page.jsp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20072" y="404664"/>
            <a:ext cx="397416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Template </a:t>
            </a:r>
            <a:r>
              <a:rPr lang="en-US" altLang="ko-KR" dirty="0" err="1" smtClean="0"/>
              <a:t>Page.jsp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 </a:t>
            </a:r>
            <a:r>
              <a:rPr lang="ko-KR" altLang="en-US" dirty="0" smtClean="0"/>
              <a:t>에서</a:t>
            </a:r>
            <a:endParaRPr lang="en-US" altLang="ko-KR" dirty="0" smtClean="0"/>
          </a:p>
          <a:p>
            <a:r>
              <a:rPr lang="ko-KR" altLang="en-US" dirty="0" smtClean="0"/>
              <a:t>기본 최상위 페이지로 설정해 놓았던</a:t>
            </a:r>
            <a:endParaRPr lang="en-US" altLang="ko-KR" dirty="0" smtClean="0"/>
          </a:p>
          <a:p>
            <a:r>
              <a:rPr lang="en-US" altLang="ko-KR" dirty="0" smtClean="0"/>
              <a:t>template </a:t>
            </a:r>
            <a:r>
              <a:rPr lang="ko-KR" altLang="en-US" dirty="0" smtClean="0"/>
              <a:t>페이지 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 페이지에서는</a:t>
            </a:r>
            <a:endParaRPr lang="en-US" altLang="ko-KR" dirty="0" smtClean="0"/>
          </a:p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</a:t>
            </a:r>
            <a:r>
              <a:rPr lang="ko-KR" altLang="en-US" dirty="0" smtClean="0"/>
              <a:t>에 있던</a:t>
            </a:r>
            <a:endParaRPr lang="en-US" altLang="ko-KR" dirty="0" smtClean="0"/>
          </a:p>
          <a:p>
            <a:r>
              <a:rPr lang="en-US" altLang="ko-KR" dirty="0" smtClean="0"/>
              <a:t>&lt;Put-attribute&gt;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name=“</a:t>
            </a:r>
            <a:r>
              <a:rPr lang="ko-KR" altLang="en-US" dirty="0" smtClean="0"/>
              <a:t>값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</a:t>
            </a:r>
            <a:endParaRPr lang="en-US" altLang="ko-KR" dirty="0" smtClean="0"/>
          </a:p>
          <a:p>
            <a:r>
              <a:rPr lang="ko-KR" altLang="en-US" dirty="0" smtClean="0"/>
              <a:t>어느 부분에 출력 할 것인지</a:t>
            </a:r>
            <a:endParaRPr lang="en-US" altLang="ko-KR" dirty="0" smtClean="0"/>
          </a:p>
          <a:p>
            <a:r>
              <a:rPr lang="en-US" altLang="ko-KR" dirty="0" smtClean="0"/>
              <a:t>Layout</a:t>
            </a:r>
            <a:r>
              <a:rPr lang="ko-KR" altLang="en-US" dirty="0" smtClean="0"/>
              <a:t>에 지정 하는 페이지 입니다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527" y="1484784"/>
            <a:ext cx="576262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79512" y="908720"/>
            <a:ext cx="2966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코드로 본 </a:t>
            </a:r>
            <a:r>
              <a:rPr lang="en-US" altLang="ko-KR" dirty="0" smtClean="0"/>
              <a:t>template </a:t>
            </a:r>
            <a:r>
              <a:rPr lang="ko-KR" altLang="en-US" dirty="0" smtClean="0"/>
              <a:t>페이지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4653136"/>
            <a:ext cx="83652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tiles </a:t>
            </a:r>
            <a:r>
              <a:rPr lang="ko-KR" altLang="en-US" dirty="0" smtClean="0"/>
              <a:t>구문을 사용하기 위해 외부로부터 </a:t>
            </a:r>
            <a:r>
              <a:rPr lang="en-US" altLang="ko-KR" dirty="0" smtClean="0"/>
              <a:t>lib</a:t>
            </a:r>
            <a:r>
              <a:rPr lang="ko-KR" altLang="en-US" dirty="0" smtClean="0"/>
              <a:t>를 불러옵니다</a:t>
            </a:r>
            <a:r>
              <a:rPr lang="en-US" altLang="ko-KR" dirty="0" smtClean="0"/>
              <a:t>.</a:t>
            </a:r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&lt;%@ </a:t>
            </a:r>
            <a:r>
              <a:rPr lang="en-US" altLang="ko-KR" dirty="0" err="1" smtClean="0"/>
              <a:t>taglib</a:t>
            </a:r>
            <a:r>
              <a:rPr lang="en-US" altLang="ko-KR" dirty="0" smtClean="0"/>
              <a:t> prefix=“tiles” </a:t>
            </a:r>
            <a:r>
              <a:rPr lang="en-US" altLang="ko-KR" dirty="0" err="1" smtClean="0"/>
              <a:t>uri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http://tiles.apache.org/tags-tiles%</a:t>
            </a:r>
            <a:r>
              <a:rPr lang="en-US" altLang="ko-KR" dirty="0" smtClean="0"/>
              <a:t>&gt;</a:t>
            </a:r>
          </a:p>
          <a:p>
            <a:pPr marL="342900" indent="-342900">
              <a:buAutoNum type="arabicPeriod" startAt="2"/>
            </a:pPr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 </a:t>
            </a:r>
            <a:r>
              <a:rPr lang="ko-KR" altLang="en-US" dirty="0" smtClean="0"/>
              <a:t>에서 설정한 </a:t>
            </a:r>
            <a:r>
              <a:rPr lang="en-US" altLang="ko-KR" dirty="0" smtClean="0"/>
              <a:t>name=“</a:t>
            </a:r>
            <a:r>
              <a:rPr lang="ko-KR" altLang="en-US" dirty="0" err="1" smtClean="0"/>
              <a:t>변수명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을 통해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출력할 위치를 지정</a:t>
            </a:r>
            <a:endParaRPr lang="en-US" altLang="ko-KR" dirty="0" smtClean="0"/>
          </a:p>
          <a:p>
            <a:pPr marL="342900" indent="-342900"/>
            <a:r>
              <a:rPr lang="ko-KR" altLang="en-US" dirty="0" smtClean="0"/>
              <a:t>    합니다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 startAt="3"/>
            </a:pPr>
            <a:r>
              <a:rPr lang="en-US" altLang="ko-KR" dirty="0" smtClean="0"/>
              <a:t>&lt;</a:t>
            </a:r>
            <a:r>
              <a:rPr lang="en-US" altLang="ko-KR" dirty="0" err="1" smtClean="0"/>
              <a:t>tiles:insertAttribute</a:t>
            </a:r>
            <a:r>
              <a:rPr lang="en-US" altLang="ko-KR" dirty="0" smtClean="0"/>
              <a:t> name=“</a:t>
            </a:r>
            <a:r>
              <a:rPr lang="ko-KR" altLang="en-US" dirty="0" err="1" smtClean="0"/>
              <a:t>변수명</a:t>
            </a:r>
            <a:r>
              <a:rPr lang="en-US" altLang="ko-KR" dirty="0" smtClean="0"/>
              <a:t>”&gt; </a:t>
            </a:r>
            <a:r>
              <a:rPr lang="ko-KR" altLang="en-US" dirty="0" smtClean="0"/>
              <a:t>을 통해 어느 곳이던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원하는 위치에 </a:t>
            </a:r>
            <a:endParaRPr lang="en-US" altLang="ko-KR" dirty="0" smtClean="0"/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출력할 수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27336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620688"/>
            <a:ext cx="4943475" cy="567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3131840" y="3212976"/>
            <a:ext cx="504056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1520" y="692696"/>
            <a:ext cx="329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동작 구현이 완료된 </a:t>
            </a:r>
            <a:r>
              <a:rPr lang="en-US" altLang="ko-KR" dirty="0" smtClean="0"/>
              <a:t>tiles page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5298" y="6341258"/>
            <a:ext cx="817911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2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특정 부분만 </a:t>
            </a:r>
            <a:r>
              <a:rPr lang="ko-KR" alt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외부 </a:t>
            </a:r>
            <a:r>
              <a:rPr lang="en-US" altLang="ko-KR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page</a:t>
            </a:r>
            <a:r>
              <a:rPr lang="ko-KR" alt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를 불러와 </a:t>
            </a:r>
            <a:r>
              <a:rPr lang="en-US" altLang="ko-KR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</a:t>
            </a:r>
            <a:r>
              <a:rPr lang="ko-KR" alt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 출력할 수 있습니다</a:t>
            </a:r>
            <a:r>
              <a:rPr lang="en-US" altLang="ko-KR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</a:t>
            </a:r>
            <a:r>
              <a:rPr lang="ko-KR" altLang="en-US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en-US" altLang="ko-KR" sz="2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23158" y="2924944"/>
            <a:ext cx="468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</a:t>
            </a:r>
            <a:r>
              <a:rPr lang="ko-KR" altLang="en-US" sz="36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흐름도</a:t>
            </a:r>
            <a:endParaRPr lang="ko-KR" altLang="en-US" sz="36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16016" y="548680"/>
            <a:ext cx="32063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1. Web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요청이 들어옴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43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3790" y="530696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16016" y="548680"/>
            <a:ext cx="32063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1. Web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요청이 들어옴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195736" y="5517232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3848" y="5157192"/>
            <a:ext cx="10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Web.xml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744874" y="1115452"/>
            <a:ext cx="31486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 요청을 감지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9" name="아래쪽 화살표 8"/>
          <p:cNvSpPr/>
          <p:nvPr/>
        </p:nvSpPr>
        <p:spPr>
          <a:xfrm>
            <a:off x="6300192" y="980728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30696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716016" y="548680"/>
            <a:ext cx="32063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1. Web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요청이 들어옴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744874" y="1115452"/>
            <a:ext cx="31486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 요청을 감지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1" name="아래쪽 화살표 10"/>
          <p:cNvSpPr/>
          <p:nvPr/>
        </p:nvSpPr>
        <p:spPr>
          <a:xfrm>
            <a:off x="6300192" y="980728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037322" y="1653184"/>
            <a:ext cx="42820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에서 설정한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ctr"/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        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이름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-Servlet.xml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을 찾아감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3" name="아래쪽 화살표 12"/>
          <p:cNvSpPr/>
          <p:nvPr/>
        </p:nvSpPr>
        <p:spPr>
          <a:xfrm>
            <a:off x="6300192" y="148478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716016" y="548680"/>
            <a:ext cx="32063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1. Web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요청이 들어옴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744874" y="1115452"/>
            <a:ext cx="31486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 요청을 감지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1" name="아래쪽 화살표 10"/>
          <p:cNvSpPr/>
          <p:nvPr/>
        </p:nvSpPr>
        <p:spPr>
          <a:xfrm>
            <a:off x="6300192" y="980728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037322" y="1653184"/>
            <a:ext cx="42820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에서 설정한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ctr"/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        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이름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-Servlet.xml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을 찾아감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3" name="아래쪽 화살표 12"/>
          <p:cNvSpPr/>
          <p:nvPr/>
        </p:nvSpPr>
        <p:spPr>
          <a:xfrm>
            <a:off x="6300192" y="148478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777670" y="2420888"/>
            <a:ext cx="389878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4.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Servlet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설정으로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,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해당 요청을</a:t>
            </a:r>
            <a:endParaRPr lang="en-US" altLang="ko-KR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처리할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Controller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를 등록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6300192" y="2276872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548680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947064" y="1964456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75856" y="1619508"/>
            <a:ext cx="1650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Controller.java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716016" y="548680"/>
            <a:ext cx="32063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1. W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eb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요청이 들어옴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744874" y="1115452"/>
            <a:ext cx="31486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eb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 요청을 감지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6300192" y="980728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127763" y="1653184"/>
            <a:ext cx="410112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eb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에서 설정한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ctr"/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        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이름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</a:t>
            </a:r>
            <a:r>
              <a:rPr lang="en-US" altLang="ko-KR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servlet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을 찾아감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6300192" y="148478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777670" y="2420888"/>
            <a:ext cx="389878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4. 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servlet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설정으로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,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해당 요청을</a:t>
            </a:r>
            <a:endParaRPr lang="en-US" altLang="ko-KR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처리할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ontroller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를 등록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6300192" y="2276872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788024" y="3142709"/>
            <a:ext cx="389878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5.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자신이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@Controller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가 되고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,</a:t>
            </a: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해당 요청을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@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RequestMapping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(</a:t>
            </a:r>
            <a:r>
              <a:rPr lang="ko-KR" altLang="en-US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요청어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)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로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자신이 처리한다고 받음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처리된 값을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return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함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6300192" y="2996952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716016" y="548680"/>
            <a:ext cx="320632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1. W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eb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요청이 들어옴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744874" y="1115452"/>
            <a:ext cx="314861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eb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 요청을 감지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6300192" y="980728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127763" y="1653184"/>
            <a:ext cx="410112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 algn="ctr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3. 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eb</a:t>
            </a:r>
            <a:r>
              <a:rPr lang="en-US" altLang="ko-KR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에서 설정한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ctr"/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        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이름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</a:t>
            </a:r>
            <a:r>
              <a:rPr lang="en-US" altLang="ko-KR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servlet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을 찾아감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6300192" y="148478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777670" y="2420888"/>
            <a:ext cx="389878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4. 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servlet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설정으로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,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해당 요청을</a:t>
            </a:r>
            <a:endParaRPr lang="en-US" altLang="ko-KR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처리할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ontroller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를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]</a:t>
            </a:r>
            <a:endParaRPr lang="en-US" altLang="ko-KR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6300192" y="2276872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788024" y="3142709"/>
            <a:ext cx="389878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5.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자신이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@Controller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가 되고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,</a:t>
            </a: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해당 요청을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@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RequestMapping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(</a:t>
            </a:r>
            <a:r>
              <a:rPr lang="ko-KR" altLang="en-US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요청어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)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로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자신이 처리한다고 받음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처리된 값을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[return]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함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6300192" y="2996952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아래쪽 화살표 14"/>
          <p:cNvSpPr/>
          <p:nvPr/>
        </p:nvSpPr>
        <p:spPr>
          <a:xfrm>
            <a:off x="6300192" y="4653136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788024" y="4797152"/>
            <a:ext cx="410445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6. return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받음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받은 값을 전달할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 tiles</a:t>
            </a:r>
            <a:r>
              <a:rPr lang="ko-KR" altLang="en-US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설정파일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파일 경로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]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548680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555776" y="4005064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99792" y="363573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4788024" y="129406"/>
            <a:ext cx="410445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7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 된 경로의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tiles</a:t>
            </a:r>
            <a:r>
              <a:rPr lang="ko-KR" altLang="en-US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설정파일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에게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전달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530696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555776" y="4005064"/>
            <a:ext cx="201622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699792" y="363573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tiles</a:t>
            </a:r>
            <a:r>
              <a:rPr lang="ko-KR" altLang="en-US" dirty="0" err="1" smtClean="0"/>
              <a:t>설정파일</a:t>
            </a:r>
            <a:r>
              <a:rPr lang="en-US" altLang="ko-KR" dirty="0" smtClean="0"/>
              <a:t>.xml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4788024" y="129406"/>
            <a:ext cx="410445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7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 된 경로의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tiles</a:t>
            </a:r>
            <a:r>
              <a:rPr lang="ko-KR" altLang="en-US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설정파일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에게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전달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0" name="아래쪽 화살표 29"/>
          <p:cNvSpPr/>
          <p:nvPr/>
        </p:nvSpPr>
        <p:spPr>
          <a:xfrm>
            <a:off x="6372200" y="112474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788024" y="1281534"/>
            <a:ext cx="43559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8.  template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페이지 경로를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]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하고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받은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값과 일치하는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name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의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&lt;definition&gt;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return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함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9590" y="548680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915816" y="5348832"/>
            <a:ext cx="1872208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87824" y="5013176"/>
            <a:ext cx="1845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이름</a:t>
            </a:r>
            <a:r>
              <a:rPr lang="en-US" altLang="ko-KR" dirty="0" err="1" smtClean="0"/>
              <a:t>-servlet.xml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788024" y="129406"/>
            <a:ext cx="410445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7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 된 경로의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tiles</a:t>
            </a:r>
            <a:r>
              <a:rPr lang="ko-KR" altLang="en-US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설정파일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에게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전달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9" name="아래쪽 화살표 8"/>
          <p:cNvSpPr/>
          <p:nvPr/>
        </p:nvSpPr>
        <p:spPr>
          <a:xfrm>
            <a:off x="6372200" y="112474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788024" y="1281534"/>
            <a:ext cx="43559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8.  template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페이지 경로를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]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하고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받은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값과 일치하는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name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의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&lt;definition&gt;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return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함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1" name="아래쪽 화살표 10"/>
          <p:cNvSpPr/>
          <p:nvPr/>
        </p:nvSpPr>
        <p:spPr>
          <a:xfrm>
            <a:off x="6372200" y="2132856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752528" y="2289646"/>
            <a:ext cx="43559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9. return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받은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&lt;definition&gt;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ViewResolver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를 통해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Web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 출력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598" y="548680"/>
            <a:ext cx="276225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915816" y="4845920"/>
            <a:ext cx="216024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31840" y="448473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template </a:t>
            </a:r>
            <a:r>
              <a:rPr lang="en-US" altLang="ko-KR" dirty="0" err="1" smtClean="0"/>
              <a:t>Page.jsp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788024" y="129406"/>
            <a:ext cx="410445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7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 된 경로의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tiles</a:t>
            </a:r>
            <a:r>
              <a:rPr lang="ko-KR" altLang="en-US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설정파일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.xml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에게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전달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6372200" y="1124744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788024" y="1281534"/>
            <a:ext cx="43559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8.  template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페이지 경로를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[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등록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]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하고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받은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값과 일치하는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name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의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&lt;definition&gt;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return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함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9" name="아래쪽 화살표 8"/>
          <p:cNvSpPr/>
          <p:nvPr/>
        </p:nvSpPr>
        <p:spPr>
          <a:xfrm>
            <a:off x="6372200" y="2132856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752528" y="2289646"/>
            <a:ext cx="43559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9. return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받은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&lt;definition&gt;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값을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</a:t>
            </a:r>
            <a:r>
              <a:rPr lang="en-US" altLang="ko-KR" b="1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ViewResolver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를 통해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Web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 출력할 페이지 검색</a:t>
            </a:r>
            <a:endParaRPr lang="en-US" altLang="ko-KR" b="1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1" name="아래쪽 화살표 10"/>
          <p:cNvSpPr/>
          <p:nvPr/>
        </p:nvSpPr>
        <p:spPr>
          <a:xfrm>
            <a:off x="6372200" y="3212976"/>
            <a:ext cx="72008" cy="1440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716016" y="3430741"/>
            <a:ext cx="435597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indent="-914400" algn="just"/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10.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값에 해당하는 </a:t>
            </a:r>
            <a:r>
              <a:rPr lang="en-US" altLang="ko-KR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page </a:t>
            </a:r>
            <a:r>
              <a:rPr lang="ko-KR" altLang="en-US" b="1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파일을 </a:t>
            </a:r>
            <a:endParaRPr lang="en-US" altLang="ko-KR" b="1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marL="914400" indent="-914400" algn="just"/>
            <a:r>
              <a:rPr lang="en-US" altLang="ko-KR" b="1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 Web </a:t>
            </a:r>
            <a:r>
              <a:rPr lang="ko-KR" altLang="en-US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화면에 출력함</a:t>
            </a:r>
            <a:r>
              <a:rPr lang="en-US" altLang="ko-KR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692696"/>
            <a:ext cx="4848225" cy="555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504" y="54868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전체 흐름도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1916832"/>
            <a:ext cx="27336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27336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95536" y="908720"/>
            <a:ext cx="252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 </a:t>
            </a:r>
            <a:r>
              <a:rPr lang="ko-KR" altLang="en-US" dirty="0" smtClean="0"/>
              <a:t>에서 출력된 화면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95936" y="620688"/>
            <a:ext cx="41857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Tiles</a:t>
            </a:r>
            <a:r>
              <a:rPr lang="ko-KR" altLang="en-US" dirty="0" smtClean="0"/>
              <a:t>의 장점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한 곳만 변경되는 페이지일 경우</a:t>
            </a:r>
            <a:endParaRPr lang="en-US" altLang="ko-KR" dirty="0"/>
          </a:p>
          <a:p>
            <a:r>
              <a:rPr lang="ko-KR" altLang="en-US" dirty="0" smtClean="0"/>
              <a:t>쓸데없는 메모리를 줄일 수 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유지 보수가 편리하다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환경설정이</a:t>
            </a:r>
            <a:r>
              <a:rPr lang="ko-KR" altLang="en-US" dirty="0" smtClean="0"/>
              <a:t> 일반 </a:t>
            </a:r>
            <a:r>
              <a:rPr lang="en-US" altLang="ko-KR" dirty="0" smtClean="0"/>
              <a:t>Spring </a:t>
            </a:r>
            <a:r>
              <a:rPr lang="ko-KR" altLang="en-US" dirty="0" smtClean="0"/>
              <a:t>보다 간편하다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95936" y="3712964"/>
            <a:ext cx="45861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Tiles</a:t>
            </a:r>
            <a:r>
              <a:rPr lang="ko-KR" altLang="en-US" dirty="0" smtClean="0"/>
              <a:t>의 단점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Template </a:t>
            </a:r>
            <a:r>
              <a:rPr lang="ko-KR" altLang="en-US" dirty="0" smtClean="0"/>
              <a:t>에 디자인을 제한을 받는다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Template</a:t>
            </a:r>
            <a:r>
              <a:rPr lang="ko-KR" altLang="en-US" dirty="0" smtClean="0"/>
              <a:t>가 에러가 날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 페이지를</a:t>
            </a:r>
            <a:endParaRPr lang="en-US" altLang="ko-KR" dirty="0" smtClean="0"/>
          </a:p>
          <a:p>
            <a:r>
              <a:rPr lang="ko-KR" altLang="en-US" dirty="0" smtClean="0"/>
              <a:t>출력할 수 없다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많은 곳이 바뀌는 페이지의 경우</a:t>
            </a:r>
            <a:endParaRPr lang="en-US" altLang="ko-KR" dirty="0" smtClean="0"/>
          </a:p>
          <a:p>
            <a:r>
              <a:rPr lang="ko-KR" altLang="en-US" dirty="0" smtClean="0"/>
              <a:t>오히려 메모리 낭비가 심할 수 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1216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Spring tiles </a:t>
            </a:r>
            <a:endParaRPr lang="ko-KR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5463" y="2177569"/>
            <a:ext cx="6336606" cy="1938992"/>
          </a:xfrm>
          <a:prstGeom prst="rect">
            <a:avLst/>
          </a:prstGeom>
          <a:noFill/>
          <a:effectLst>
            <a:outerShdw blurRad="50800" dist="50800" dir="5400000" sx="65000" sy="65000" algn="ctr" rotWithShape="0">
              <a:schemeClr val="bg1">
                <a:lumMod val="50000"/>
              </a:scheme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Spring tiles tutorial</a:t>
            </a:r>
          </a:p>
          <a:p>
            <a:pPr algn="ctr"/>
            <a:endParaRPr lang="en-US" altLang="ko-KR" sz="40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40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</a:t>
            </a:r>
            <a:endParaRPr lang="ko-KR" altLang="en-US" sz="40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1511</Words>
  <Application>Microsoft Office PowerPoint</Application>
  <PresentationFormat>화면 슬라이드 쇼(4:3)</PresentationFormat>
  <Paragraphs>355</Paragraphs>
  <Slides>30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1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8</cp:revision>
  <dcterms:created xsi:type="dcterms:W3CDTF">2017-10-19T05:06:06Z</dcterms:created>
  <dcterms:modified xsi:type="dcterms:W3CDTF">2017-10-19T08:52:55Z</dcterms:modified>
</cp:coreProperties>
</file>