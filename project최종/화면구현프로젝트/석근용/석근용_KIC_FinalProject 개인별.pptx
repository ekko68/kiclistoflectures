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8" r:id="rId5"/>
    <p:sldId id="271" r:id="rId6"/>
    <p:sldId id="278" r:id="rId7"/>
    <p:sldId id="273" r:id="rId8"/>
    <p:sldId id="266" r:id="rId9"/>
    <p:sldId id="279" r:id="rId10"/>
    <p:sldId id="274" r:id="rId11"/>
    <p:sldId id="267" r:id="rId12"/>
    <p:sldId id="280" r:id="rId13"/>
    <p:sldId id="281" r:id="rId14"/>
    <p:sldId id="284" r:id="rId15"/>
    <p:sldId id="285" r:id="rId16"/>
    <p:sldId id="286" r:id="rId17"/>
    <p:sldId id="287" r:id="rId18"/>
    <p:sldId id="288" r:id="rId19"/>
    <p:sldId id="283" r:id="rId20"/>
    <p:sldId id="282" r:id="rId21"/>
    <p:sldId id="289" r:id="rId22"/>
    <p:sldId id="275" r:id="rId23"/>
    <p:sldId id="268" r:id="rId24"/>
    <p:sldId id="290" r:id="rId25"/>
    <p:sldId id="276" r:id="rId26"/>
    <p:sldId id="269" r:id="rId27"/>
    <p:sldId id="277" r:id="rId28"/>
    <p:sldId id="270" r:id="rId29"/>
    <p:sldId id="265" r:id="rId3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84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207C-D48C-4C8C-9466-3AC3A736AED7}" type="datetimeFigureOut">
              <a:rPr lang="ko-KR" altLang="en-US" smtClean="0"/>
              <a:pPr/>
              <a:t>2017-10-27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1C297-3E39-4D0B-BC92-F2E849A0F5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207C-D48C-4C8C-9466-3AC3A736AED7}" type="datetimeFigureOut">
              <a:rPr lang="ko-KR" altLang="en-US" smtClean="0"/>
              <a:pPr/>
              <a:t>2017-10-27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1C297-3E39-4D0B-BC92-F2E849A0F5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207C-D48C-4C8C-9466-3AC3A736AED7}" type="datetimeFigureOut">
              <a:rPr lang="ko-KR" altLang="en-US" smtClean="0"/>
              <a:pPr/>
              <a:t>2017-10-27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1C297-3E39-4D0B-BC92-F2E849A0F5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207C-D48C-4C8C-9466-3AC3A736AED7}" type="datetimeFigureOut">
              <a:rPr lang="ko-KR" altLang="en-US" smtClean="0"/>
              <a:pPr/>
              <a:t>2017-10-27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1C297-3E39-4D0B-BC92-F2E849A0F5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207C-D48C-4C8C-9466-3AC3A736AED7}" type="datetimeFigureOut">
              <a:rPr lang="ko-KR" altLang="en-US" smtClean="0"/>
              <a:pPr/>
              <a:t>2017-10-27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1C297-3E39-4D0B-BC92-F2E849A0F5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207C-D48C-4C8C-9466-3AC3A736AED7}" type="datetimeFigureOut">
              <a:rPr lang="ko-KR" altLang="en-US" smtClean="0"/>
              <a:pPr/>
              <a:t>2017-10-27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1C297-3E39-4D0B-BC92-F2E849A0F5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207C-D48C-4C8C-9466-3AC3A736AED7}" type="datetimeFigureOut">
              <a:rPr lang="ko-KR" altLang="en-US" smtClean="0"/>
              <a:pPr/>
              <a:t>2017-10-27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1C297-3E39-4D0B-BC92-F2E849A0F5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207C-D48C-4C8C-9466-3AC3A736AED7}" type="datetimeFigureOut">
              <a:rPr lang="ko-KR" altLang="en-US" smtClean="0"/>
              <a:pPr/>
              <a:t>2017-10-27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1C297-3E39-4D0B-BC92-F2E849A0F5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207C-D48C-4C8C-9466-3AC3A736AED7}" type="datetimeFigureOut">
              <a:rPr lang="ko-KR" altLang="en-US" smtClean="0"/>
              <a:pPr/>
              <a:t>2017-10-27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1C297-3E39-4D0B-BC92-F2E849A0F5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207C-D48C-4C8C-9466-3AC3A736AED7}" type="datetimeFigureOut">
              <a:rPr lang="ko-KR" altLang="en-US" smtClean="0"/>
              <a:pPr/>
              <a:t>2017-10-27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1C297-3E39-4D0B-BC92-F2E849A0F5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207C-D48C-4C8C-9466-3AC3A736AED7}" type="datetimeFigureOut">
              <a:rPr lang="ko-KR" altLang="en-US" smtClean="0"/>
              <a:pPr/>
              <a:t>2017-10-27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1C297-3E39-4D0B-BC92-F2E849A0F5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D207C-D48C-4C8C-9466-3AC3A736AED7}" type="datetimeFigureOut">
              <a:rPr lang="ko-KR" altLang="en-US" smtClean="0"/>
              <a:pPr/>
              <a:t>2017-10-27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1C297-3E39-4D0B-BC92-F2E849A0F5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8728" y="2643182"/>
            <a:ext cx="59293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Apiktour final project</a:t>
            </a:r>
          </a:p>
          <a:p>
            <a:pPr algn="r"/>
            <a:endParaRPr lang="en-US" altLang="ko-KR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/>
            <a:r>
              <a:rPr lang="ko-KR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개인이 맡은 분야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72396" y="550070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석근용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2143108" y="857232"/>
            <a:ext cx="4429156" cy="1588"/>
          </a:xfrm>
          <a:prstGeom prst="line">
            <a:avLst/>
          </a:prstGeom>
          <a:ln w="7620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857620" y="35716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분류</a:t>
            </a:r>
            <a:endParaRPr lang="ko-KR" altLang="en-US" b="1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2143108" y="2298134"/>
            <a:ext cx="442915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2143108" y="3083952"/>
            <a:ext cx="442915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2143108" y="3857628"/>
            <a:ext cx="442915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2143108" y="4655588"/>
            <a:ext cx="442915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43108" y="1857364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환경설정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43108" y="2571744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화면구현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143108" y="3345420"/>
            <a:ext cx="2536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관리자 페이지 동작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143108" y="4143380"/>
            <a:ext cx="4084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로그인 동작 및 회원과 비회원 구별</a:t>
            </a:r>
            <a:endParaRPr lang="ko-KR" altLang="en-US" dirty="0"/>
          </a:p>
        </p:txBody>
      </p:sp>
      <p:cxnSp>
        <p:nvCxnSpPr>
          <p:cNvPr id="16" name="직선 연결선 15"/>
          <p:cNvCxnSpPr/>
          <p:nvPr/>
        </p:nvCxnSpPr>
        <p:spPr>
          <a:xfrm>
            <a:off x="2143108" y="5357826"/>
            <a:ext cx="442915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43108" y="4917056"/>
            <a:ext cx="424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5. </a:t>
            </a:r>
            <a:r>
              <a:rPr lang="en-US" altLang="ko-KR" dirty="0" smtClean="0"/>
              <a:t>AWS Amazon ubuntu </a:t>
            </a:r>
            <a:r>
              <a:rPr lang="ko-KR" altLang="en-US" dirty="0" smtClean="0"/>
              <a:t>서버 환경설정</a:t>
            </a:r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2143108" y="5999180"/>
            <a:ext cx="442915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43108" y="5558410"/>
            <a:ext cx="4010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6.</a:t>
            </a:r>
            <a:r>
              <a:rPr lang="en-US" altLang="ko-KR" dirty="0" smtClean="0"/>
              <a:t> AWS server</a:t>
            </a:r>
            <a:r>
              <a:rPr lang="ko-KR" altLang="en-US" dirty="0" smtClean="0"/>
              <a:t> </a:t>
            </a:r>
            <a:r>
              <a:rPr lang="en-US" altLang="ko-KR" dirty="0" smtClean="0"/>
              <a:t>project webPage </a:t>
            </a:r>
            <a:r>
              <a:rPr lang="ko-KR" altLang="en-US" dirty="0" smtClean="0"/>
              <a:t>배포</a:t>
            </a:r>
          </a:p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264184" y="2714620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>
                <a:latin typeface="Yu Gothic UI Semibold" pitchFamily="34" charset="-128"/>
              </a:rPr>
              <a:t>환경설정</a:t>
            </a:r>
            <a:endParaRPr lang="ko-KR" altLang="en-US" sz="4000" dirty="0">
              <a:latin typeface="Yu Gothic UI Semibold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환경설정</a:t>
            </a:r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228721"/>
            <a:ext cx="244792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571868" y="857232"/>
            <a:ext cx="381277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-Spring Framework 4.3.10.RELEASE</a:t>
            </a:r>
          </a:p>
          <a:p>
            <a:r>
              <a:rPr lang="en-US" dirty="0" smtClean="0"/>
              <a:t>-java version 1.8</a:t>
            </a:r>
          </a:p>
          <a:p>
            <a:r>
              <a:rPr lang="en-US" dirty="0" smtClean="0"/>
              <a:t>-Maven compiler</a:t>
            </a:r>
          </a:p>
          <a:p>
            <a:r>
              <a:rPr lang="en-US" dirty="0" smtClean="0"/>
              <a:t>-tiles 3.0.1</a:t>
            </a:r>
          </a:p>
          <a:p>
            <a:r>
              <a:rPr lang="en-US" dirty="0" smtClean="0"/>
              <a:t>-slf4j 1.7.5</a:t>
            </a:r>
          </a:p>
          <a:p>
            <a:r>
              <a:rPr lang="en-US" dirty="0" smtClean="0"/>
              <a:t>-log4j 1.2.17</a:t>
            </a:r>
          </a:p>
          <a:p>
            <a:r>
              <a:rPr lang="en-US" dirty="0" smtClean="0"/>
              <a:t>-mybatis 3.2.1</a:t>
            </a:r>
          </a:p>
          <a:p>
            <a:r>
              <a:rPr lang="en-US" dirty="0" smtClean="0"/>
              <a:t>-mybatis-spring 1.1.1</a:t>
            </a:r>
          </a:p>
          <a:p>
            <a:r>
              <a:rPr lang="en-US" dirty="0" smtClean="0"/>
              <a:t>-mysql 5.1.38</a:t>
            </a:r>
          </a:p>
          <a:p>
            <a:r>
              <a:rPr lang="en-US" dirty="0" smtClean="0"/>
              <a:t>-servlet-api 3.1.0</a:t>
            </a:r>
          </a:p>
          <a:p>
            <a:r>
              <a:rPr lang="en-US" dirty="0" smtClean="0"/>
              <a:t>-jsp-api 2.2</a:t>
            </a:r>
          </a:p>
          <a:p>
            <a:r>
              <a:rPr lang="en-US" dirty="0" smtClean="0"/>
              <a:t>-Dynamic Web Module 2.3</a:t>
            </a:r>
          </a:p>
          <a:p>
            <a:r>
              <a:rPr lang="en-US" dirty="0" smtClean="0"/>
              <a:t>-validation 1.1.0.Final</a:t>
            </a:r>
          </a:p>
          <a:p>
            <a:r>
              <a:rPr lang="en-US" dirty="0" smtClean="0"/>
              <a:t>-jstl 1.2</a:t>
            </a:r>
          </a:p>
          <a:p>
            <a:r>
              <a:rPr lang="en-US" dirty="0" smtClean="0"/>
              <a:t>-javaScript 1.0</a:t>
            </a:r>
          </a:p>
          <a:p>
            <a:r>
              <a:rPr lang="en-US" dirty="0" smtClean="0"/>
              <a:t>-tomcat server </a:t>
            </a:r>
            <a:r>
              <a:rPr lang="en-US" dirty="0" smtClean="0"/>
              <a:t>8.5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환경설정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57158" y="785794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파일 배치 설계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571612"/>
            <a:ext cx="2466975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3286124"/>
            <a:ext cx="1400175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4327613" y="1500174"/>
            <a:ext cx="3387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Com.</a:t>
            </a:r>
            <a:r>
              <a:rPr lang="ko-KR" altLang="en-US" b="1" dirty="0" smtClean="0"/>
              <a:t>프로젝트명</a:t>
            </a:r>
            <a:r>
              <a:rPr lang="en-US" altLang="ko-KR" b="1" dirty="0" smtClean="0"/>
              <a:t>.TABLE</a:t>
            </a:r>
            <a:r>
              <a:rPr lang="ko-KR" altLang="en-US" b="1" dirty="0" smtClean="0"/>
              <a:t>명</a:t>
            </a:r>
            <a:r>
              <a:rPr lang="en-US" altLang="ko-KR" b="1" dirty="0" smtClean="0"/>
              <a:t>.</a:t>
            </a:r>
            <a:r>
              <a:rPr lang="ko-KR" altLang="en-US" b="1" dirty="0" smtClean="0"/>
              <a:t>성격</a:t>
            </a:r>
            <a:endParaRPr lang="ko-KR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357686" y="714356"/>
            <a:ext cx="1758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Controller </a:t>
            </a:r>
            <a:r>
              <a:rPr lang="ko-KR" altLang="en-US" dirty="0" smtClean="0"/>
              <a:t>부분</a:t>
            </a:r>
            <a:endParaRPr lang="en-US" altLang="ko-KR" dirty="0" smtClean="0"/>
          </a:p>
          <a:p>
            <a:r>
              <a:rPr lang="ko-KR" altLang="en-US" dirty="0" smtClean="0"/>
              <a:t>파일 배치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429124" y="2071678"/>
            <a:ext cx="3128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각 </a:t>
            </a:r>
            <a:r>
              <a:rPr lang="en-US" altLang="ko-KR" dirty="0" smtClean="0"/>
              <a:t>TALBE</a:t>
            </a:r>
            <a:r>
              <a:rPr lang="ko-KR" altLang="en-US" dirty="0" smtClean="0"/>
              <a:t>마다 성격을 나누어</a:t>
            </a:r>
            <a:endParaRPr lang="en-US" altLang="ko-KR" dirty="0" smtClean="0"/>
          </a:p>
          <a:p>
            <a:r>
              <a:rPr lang="ko-KR" altLang="en-US" dirty="0" smtClean="0"/>
              <a:t>파일을 배치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429124" y="2854107"/>
            <a:ext cx="364555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팀 프로젝트시</a:t>
            </a:r>
            <a:endParaRPr lang="en-US" altLang="ko-KR" dirty="0" smtClean="0"/>
          </a:p>
          <a:p>
            <a:r>
              <a:rPr lang="ko-KR" altLang="en-US" dirty="0" smtClean="0"/>
              <a:t>팀원과의 코드가 충돌나지 않음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에러 발생시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에러 위치 확인 용의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유지보수 관리 용의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낭비하는 시간을 아낄 수 있음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환경설정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57158" y="785794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파일 배치 설계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327613" y="1500174"/>
            <a:ext cx="2476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각 화면의 </a:t>
            </a:r>
            <a:r>
              <a:rPr lang="en-US" altLang="ko-KR" b="1" dirty="0" smtClean="0"/>
              <a:t>template</a:t>
            </a:r>
            <a:r>
              <a:rPr lang="ko-KR" altLang="en-US" b="1" dirty="0" smtClean="0"/>
              <a:t>명</a:t>
            </a:r>
            <a:endParaRPr lang="ko-KR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357686" y="714356"/>
            <a:ext cx="1223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View </a:t>
            </a:r>
            <a:r>
              <a:rPr lang="ko-KR" altLang="en-US" dirty="0" smtClean="0"/>
              <a:t>부분</a:t>
            </a:r>
            <a:endParaRPr lang="en-US" altLang="ko-KR" dirty="0" smtClean="0"/>
          </a:p>
          <a:p>
            <a:r>
              <a:rPr lang="ko-KR" altLang="en-US" dirty="0" smtClean="0"/>
              <a:t>파일 배치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429124" y="2071678"/>
            <a:ext cx="3425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각 화면마다 </a:t>
            </a:r>
            <a:r>
              <a:rPr lang="en-US" altLang="ko-KR" dirty="0" smtClean="0"/>
              <a:t>tempalte</a:t>
            </a:r>
            <a:r>
              <a:rPr lang="ko-KR" altLang="en-US" dirty="0" smtClean="0"/>
              <a:t>를 나누어</a:t>
            </a:r>
            <a:endParaRPr lang="en-US" altLang="ko-KR" dirty="0" smtClean="0"/>
          </a:p>
          <a:p>
            <a:r>
              <a:rPr lang="ko-KR" altLang="en-US" dirty="0" smtClean="0"/>
              <a:t>파일을 배치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429124" y="2854107"/>
            <a:ext cx="391004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팀 프로젝트시</a:t>
            </a:r>
            <a:endParaRPr lang="en-US" altLang="ko-KR" dirty="0" smtClean="0"/>
          </a:p>
          <a:p>
            <a:r>
              <a:rPr lang="ko-KR" altLang="en-US" dirty="0" smtClean="0"/>
              <a:t>타인의 페이지의 흐름을 찾기 쉬움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코드 독해성이 높아짐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철저하게 나누어진 페이지 관리로</a:t>
            </a:r>
            <a:endParaRPr lang="en-US" altLang="ko-KR" dirty="0" smtClean="0"/>
          </a:p>
          <a:p>
            <a:r>
              <a:rPr lang="en-US" altLang="ko-KR" dirty="0" smtClean="0"/>
              <a:t>Js,css,tiles </a:t>
            </a:r>
            <a:r>
              <a:rPr lang="ko-KR" altLang="en-US" dirty="0" smtClean="0"/>
              <a:t>코드 작성 및 설정이 용의</a:t>
            </a:r>
            <a:endParaRPr lang="en-US" altLang="ko-KR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500174"/>
            <a:ext cx="2314575" cy="398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43174" y="2614627"/>
            <a:ext cx="1400175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264184" y="2714620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>
                <a:latin typeface="Yu Gothic UI Semibold" pitchFamily="34" charset="-128"/>
              </a:rPr>
              <a:t>화면구현</a:t>
            </a:r>
            <a:endParaRPr lang="ko-KR" altLang="en-US" sz="4000" dirty="0">
              <a:latin typeface="Yu Gothic UI Semibold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화면구현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43306" y="2714620"/>
            <a:ext cx="4534947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74856" y="1071546"/>
            <a:ext cx="75833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홈페이지를 운영시 실질적으로 필요한</a:t>
            </a:r>
            <a:r>
              <a:rPr lang="en-US" altLang="ko-KR" dirty="0" smtClean="0"/>
              <a:t> </a:t>
            </a:r>
            <a:r>
              <a:rPr lang="ko-KR" altLang="en-US" dirty="0" smtClean="0"/>
              <a:t>동작인</a:t>
            </a:r>
            <a:endParaRPr lang="en-US" altLang="ko-KR" dirty="0" smtClean="0"/>
          </a:p>
          <a:p>
            <a:r>
              <a:rPr lang="ko-KR" altLang="en-US" dirty="0" smtClean="0"/>
              <a:t>관리자에 의한 홈페이지 제어가 가능하도록</a:t>
            </a:r>
            <a:endParaRPr lang="en-US" altLang="ko-KR" dirty="0" smtClean="0"/>
          </a:p>
          <a:p>
            <a:r>
              <a:rPr lang="ko-KR" altLang="en-US" dirty="0" smtClean="0"/>
              <a:t>관리자 페이지를 생성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Web</a:t>
            </a:r>
            <a:r>
              <a:rPr lang="ko-KR" altLang="en-US" dirty="0" smtClean="0"/>
              <a:t>상에서도 쉽게 제어가 가능한 </a:t>
            </a:r>
            <a:r>
              <a:rPr lang="en-US" altLang="ko-KR" dirty="0" smtClean="0"/>
              <a:t>DB</a:t>
            </a:r>
            <a:r>
              <a:rPr lang="ko-KR" altLang="en-US" dirty="0" smtClean="0"/>
              <a:t>의 접근 권한을 </a:t>
            </a:r>
            <a:r>
              <a:rPr lang="en-US" altLang="ko-KR" dirty="0" smtClean="0"/>
              <a:t>web</a:t>
            </a:r>
            <a:r>
              <a:rPr lang="ko-KR" altLang="en-US" dirty="0" smtClean="0"/>
              <a:t>화면으로 구현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06008" y="642918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관리자 페이지</a:t>
            </a:r>
            <a:endParaRPr lang="en-US" altLang="ko-KR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화면구현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7686" y="3071810"/>
            <a:ext cx="4534947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857232"/>
            <a:ext cx="173355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2428860" y="928670"/>
            <a:ext cx="356059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기본적인 </a:t>
            </a:r>
            <a:r>
              <a:rPr lang="en-US" altLang="ko-KR" dirty="0" smtClean="0"/>
              <a:t>template</a:t>
            </a:r>
            <a:r>
              <a:rPr lang="ko-KR" altLang="en-US" dirty="0" smtClean="0"/>
              <a:t>를 만든 뒤</a:t>
            </a:r>
            <a:endParaRPr lang="en-US" altLang="ko-KR" dirty="0" smtClean="0"/>
          </a:p>
          <a:p>
            <a:r>
              <a:rPr lang="en-US" altLang="ko-KR" dirty="0" smtClean="0"/>
              <a:t>Tiles </a:t>
            </a:r>
            <a:r>
              <a:rPr lang="ko-KR" altLang="en-US" dirty="0" smtClean="0"/>
              <a:t>속성을 통해</a:t>
            </a:r>
            <a:r>
              <a:rPr lang="en-US" altLang="ko-KR" dirty="0" smtClean="0"/>
              <a:t>, </a:t>
            </a:r>
            <a:r>
              <a:rPr lang="ko-KR" altLang="en-US" dirty="0" smtClean="0"/>
              <a:t>화면을 배치함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Header </a:t>
            </a:r>
            <a:r>
              <a:rPr lang="ko-KR" altLang="en-US" dirty="0" smtClean="0"/>
              <a:t>부분</a:t>
            </a:r>
            <a:endParaRPr lang="en-US" altLang="ko-KR" dirty="0" smtClean="0"/>
          </a:p>
          <a:p>
            <a:r>
              <a:rPr lang="en-US" altLang="ko-KR" dirty="0" smtClean="0"/>
              <a:t>Footer </a:t>
            </a:r>
            <a:r>
              <a:rPr lang="ko-KR" altLang="en-US" dirty="0" smtClean="0"/>
              <a:t>부분</a:t>
            </a:r>
            <a:endParaRPr lang="en-US" altLang="ko-KR" dirty="0" smtClean="0"/>
          </a:p>
          <a:p>
            <a:r>
              <a:rPr lang="en-US" altLang="ko-KR" dirty="0" smtClean="0"/>
              <a:t>Menu </a:t>
            </a:r>
            <a:r>
              <a:rPr lang="ko-KR" altLang="en-US" dirty="0" smtClean="0"/>
              <a:t>부분</a:t>
            </a:r>
            <a:endParaRPr lang="en-US" altLang="ko-KR" dirty="0" smtClean="0"/>
          </a:p>
          <a:p>
            <a:r>
              <a:rPr lang="en-US" altLang="ko-KR" dirty="0" smtClean="0"/>
              <a:t>Content </a:t>
            </a:r>
            <a:r>
              <a:rPr lang="ko-KR" altLang="en-US" dirty="0" smtClean="0"/>
              <a:t>부분</a:t>
            </a:r>
            <a:endParaRPr lang="en-US" altLang="ko-K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073220" y="2714620"/>
            <a:ext cx="45704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>
                <a:latin typeface="Yu Gothic UI Semibold" pitchFamily="34" charset="-128"/>
              </a:rPr>
              <a:t>관리자 페이지 동작</a:t>
            </a:r>
            <a:endParaRPr lang="ko-KR" altLang="en-US" sz="4000" dirty="0">
              <a:latin typeface="Yu Gothic UI Semibold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관리자 페이지 동작</a:t>
            </a:r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90791" y="2714620"/>
            <a:ext cx="6353175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28596" y="928670"/>
            <a:ext cx="65790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Web</a:t>
            </a:r>
            <a:r>
              <a:rPr lang="ko-KR" altLang="en-US" dirty="0" smtClean="0"/>
              <a:t>상의 같은 이름의 요청이더라도</a:t>
            </a:r>
            <a:endParaRPr lang="en-US" altLang="ko-KR" dirty="0" smtClean="0"/>
          </a:p>
          <a:p>
            <a:r>
              <a:rPr lang="ko-KR" altLang="en-US" dirty="0" smtClean="0"/>
              <a:t>다른 화면을 보여주기 위해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요청명령어를 나누어 충돌을 방지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또한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중복된 코드 작성을 줄여 가독성과</a:t>
            </a:r>
            <a:r>
              <a:rPr lang="en-US" altLang="ko-KR" dirty="0" smtClean="0"/>
              <a:t> </a:t>
            </a:r>
            <a:r>
              <a:rPr lang="ko-KR" altLang="en-US" dirty="0" smtClean="0"/>
              <a:t>용량을 줄임</a:t>
            </a:r>
            <a:endParaRPr lang="en-US" altLang="ko-KR" dirty="0" smtClean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2857496"/>
            <a:ext cx="144780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관리자 페이지 동작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7158" y="3286124"/>
            <a:ext cx="38924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각 </a:t>
            </a:r>
            <a:r>
              <a:rPr lang="en-US" altLang="ko-KR" dirty="0" smtClean="0"/>
              <a:t>TALBE</a:t>
            </a:r>
            <a:r>
              <a:rPr lang="ko-KR" altLang="en-US" dirty="0" smtClean="0"/>
              <a:t>에 맞게 메뉴를 구분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또한</a:t>
            </a:r>
            <a:r>
              <a:rPr lang="en-US" altLang="ko-KR" dirty="0" smtClean="0"/>
              <a:t>, javaScript</a:t>
            </a:r>
            <a:r>
              <a:rPr lang="ko-KR" altLang="en-US" dirty="0" smtClean="0"/>
              <a:t>의 </a:t>
            </a:r>
            <a:endParaRPr lang="en-US" altLang="ko-KR" dirty="0" smtClean="0"/>
          </a:p>
          <a:p>
            <a:r>
              <a:rPr lang="ko-KR" altLang="en-US" dirty="0" smtClean="0"/>
              <a:t>아코디언 동작으로 단조로움을 제거</a:t>
            </a:r>
            <a:endParaRPr lang="ko-KR" alt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9190" y="1000108"/>
            <a:ext cx="3005137" cy="2366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9190" y="4000504"/>
            <a:ext cx="3100388" cy="2422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아래쪽 화살표 7"/>
          <p:cNvSpPr/>
          <p:nvPr/>
        </p:nvSpPr>
        <p:spPr>
          <a:xfrm>
            <a:off x="6215074" y="3500438"/>
            <a:ext cx="285752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928670"/>
            <a:ext cx="17240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관리자 페이지 동작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8596" y="785794"/>
            <a:ext cx="2979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TALBE </a:t>
            </a:r>
            <a:r>
              <a:rPr lang="ko-KR" altLang="en-US" dirty="0" smtClean="0"/>
              <a:t>컬럼 목록 출력 부분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428737"/>
            <a:ext cx="3238279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15140" y="1214422"/>
            <a:ext cx="204787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571868" y="1357298"/>
            <a:ext cx="319991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Jdbc </a:t>
            </a:r>
            <a:r>
              <a:rPr lang="ko-KR" altLang="en-US" dirty="0" smtClean="0"/>
              <a:t>외부 </a:t>
            </a:r>
            <a:r>
              <a:rPr lang="en-US" altLang="ko-KR" dirty="0" smtClean="0"/>
              <a:t>DB</a:t>
            </a:r>
            <a:r>
              <a:rPr lang="ko-KR" altLang="en-US" dirty="0" smtClean="0"/>
              <a:t>를 접속하여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SQL</a:t>
            </a:r>
            <a:r>
              <a:rPr lang="ko-KR" altLang="en-US" dirty="0" smtClean="0"/>
              <a:t>구문을 실행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해당 결과를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Controller</a:t>
            </a:r>
            <a:r>
              <a:rPr lang="ko-KR" altLang="en-US" dirty="0" smtClean="0"/>
              <a:t>로 받아</a:t>
            </a:r>
            <a:endParaRPr lang="en-US" altLang="ko-KR" dirty="0" smtClean="0"/>
          </a:p>
          <a:p>
            <a:r>
              <a:rPr lang="ko-KR" altLang="en-US" dirty="0" smtClean="0"/>
              <a:t>보여줄 화면을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정하고</a:t>
            </a:r>
            <a:endParaRPr lang="en-US" altLang="ko-KR" dirty="0" smtClean="0"/>
          </a:p>
          <a:p>
            <a:r>
              <a:rPr lang="ko-KR" altLang="en-US" dirty="0" smtClean="0"/>
              <a:t>받은 데이터를 함께 전달해줌</a:t>
            </a:r>
            <a:endParaRPr lang="en-US" altLang="ko-K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관리자 페이지 동작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8596" y="785794"/>
            <a:ext cx="3522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TALBE </a:t>
            </a:r>
            <a:r>
              <a:rPr lang="ko-KR" altLang="en-US" dirty="0" smtClean="0"/>
              <a:t>컬럼 목록 검색 출력 부분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428992" y="1357298"/>
            <a:ext cx="351250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검색할 목록부분을 각 각 나누어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각각의 </a:t>
            </a:r>
            <a:r>
              <a:rPr lang="en-US" altLang="ko-KR" dirty="0" smtClean="0"/>
              <a:t>SQL</a:t>
            </a:r>
            <a:r>
              <a:rPr lang="ko-KR" altLang="en-US" dirty="0" smtClean="0"/>
              <a:t>구문을 실행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해당 결과를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Controller</a:t>
            </a:r>
            <a:r>
              <a:rPr lang="ko-KR" altLang="en-US" dirty="0" smtClean="0"/>
              <a:t>로 받아</a:t>
            </a:r>
            <a:endParaRPr lang="en-US" altLang="ko-KR" dirty="0" smtClean="0"/>
          </a:p>
          <a:p>
            <a:r>
              <a:rPr lang="ko-KR" altLang="en-US" dirty="0" smtClean="0"/>
              <a:t>보여줄 화면을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정하고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사용자가 입력한 값에 대한</a:t>
            </a:r>
            <a:endParaRPr lang="en-US" altLang="ko-KR" dirty="0" smtClean="0"/>
          </a:p>
          <a:p>
            <a:r>
              <a:rPr lang="ko-KR" altLang="en-US" dirty="0" smtClean="0"/>
              <a:t>옳바른 결과를 출력</a:t>
            </a:r>
            <a:endParaRPr lang="en-US" altLang="ko-KR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500174"/>
            <a:ext cx="3189092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4429132"/>
            <a:ext cx="3284862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아래쪽 화살표 9"/>
          <p:cNvSpPr/>
          <p:nvPr/>
        </p:nvSpPr>
        <p:spPr>
          <a:xfrm>
            <a:off x="1785918" y="3500438"/>
            <a:ext cx="357190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81843" y="1128730"/>
            <a:ext cx="204787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관리자 페이지 동작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8596" y="785794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회원 상세 정보 부분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428992" y="1357298"/>
            <a:ext cx="323357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해당 회원의 </a:t>
            </a:r>
            <a:r>
              <a:rPr lang="en-US" altLang="ko-KR" dirty="0" smtClean="0"/>
              <a:t>id</a:t>
            </a:r>
            <a:r>
              <a:rPr lang="ko-KR" altLang="en-US" dirty="0" smtClean="0"/>
              <a:t>를 클릭시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요청에 의한 </a:t>
            </a:r>
            <a:r>
              <a:rPr lang="en-US" altLang="ko-KR" dirty="0" smtClean="0"/>
              <a:t>SQL </a:t>
            </a:r>
            <a:r>
              <a:rPr lang="ko-KR" altLang="en-US" dirty="0" smtClean="0"/>
              <a:t>구문을 실시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해당 결과를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Controller</a:t>
            </a:r>
            <a:r>
              <a:rPr lang="ko-KR" altLang="en-US" dirty="0" smtClean="0"/>
              <a:t>로 받아</a:t>
            </a:r>
            <a:endParaRPr lang="en-US" altLang="ko-KR" dirty="0" smtClean="0"/>
          </a:p>
          <a:p>
            <a:r>
              <a:rPr lang="ko-KR" altLang="en-US" dirty="0" smtClean="0"/>
              <a:t>보여줄 화면을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정하고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사용자가 요청한 값에 대한</a:t>
            </a:r>
            <a:endParaRPr lang="en-US" altLang="ko-KR" dirty="0" smtClean="0"/>
          </a:p>
          <a:p>
            <a:r>
              <a:rPr lang="ko-KR" altLang="en-US" dirty="0" smtClean="0"/>
              <a:t>옳바른 결과를 출력</a:t>
            </a:r>
            <a:endParaRPr lang="en-US" altLang="ko-KR" dirty="0" smtClean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737"/>
            <a:ext cx="2874253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4643446"/>
            <a:ext cx="4243144" cy="1685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아래쪽 화살표 11"/>
          <p:cNvSpPr/>
          <p:nvPr/>
        </p:nvSpPr>
        <p:spPr>
          <a:xfrm>
            <a:off x="1714480" y="3357562"/>
            <a:ext cx="357190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43702" y="1000108"/>
            <a:ext cx="204787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관리자 페이지 동작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8596" y="785794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회원 정보 수정 부분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428992" y="1357298"/>
            <a:ext cx="330725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해당 회원의 </a:t>
            </a:r>
            <a:r>
              <a:rPr lang="en-US" altLang="ko-KR" dirty="0" smtClean="0"/>
              <a:t>id</a:t>
            </a:r>
            <a:r>
              <a:rPr lang="ko-KR" altLang="en-US" dirty="0" smtClean="0"/>
              <a:t>의 정보창에서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수정 버튼을 누를시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GET, POST </a:t>
            </a:r>
            <a:r>
              <a:rPr lang="ko-KR" altLang="en-US" dirty="0" smtClean="0"/>
              <a:t>요청에 의한 </a:t>
            </a:r>
            <a:endParaRPr lang="en-US" altLang="ko-KR" dirty="0" smtClean="0"/>
          </a:p>
          <a:p>
            <a:r>
              <a:rPr lang="ko-KR" altLang="en-US" dirty="0" smtClean="0"/>
              <a:t>각 각의 동작을 실시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Controller</a:t>
            </a:r>
            <a:r>
              <a:rPr lang="ko-KR" altLang="en-US" dirty="0" smtClean="0"/>
              <a:t>로 해당 값을 가지고</a:t>
            </a:r>
            <a:endParaRPr lang="en-US" altLang="ko-KR" dirty="0" smtClean="0"/>
          </a:p>
          <a:p>
            <a:r>
              <a:rPr lang="ko-KR" altLang="en-US" dirty="0" smtClean="0"/>
              <a:t>외부 </a:t>
            </a:r>
            <a:r>
              <a:rPr lang="en-US" altLang="ko-KR" dirty="0" smtClean="0"/>
              <a:t>DB</a:t>
            </a:r>
            <a:r>
              <a:rPr lang="ko-KR" altLang="en-US" dirty="0" smtClean="0"/>
              <a:t>에 값을 수정</a:t>
            </a:r>
            <a:endParaRPr lang="en-US" altLang="ko-KR" dirty="0" smtClean="0"/>
          </a:p>
        </p:txBody>
      </p:sp>
      <p:sp>
        <p:nvSpPr>
          <p:cNvPr id="12" name="아래쪽 화살표 11"/>
          <p:cNvSpPr/>
          <p:nvPr/>
        </p:nvSpPr>
        <p:spPr>
          <a:xfrm>
            <a:off x="1714480" y="3357562"/>
            <a:ext cx="357190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1572388"/>
            <a:ext cx="3214710" cy="1285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4214818"/>
            <a:ext cx="3143271" cy="1164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43702" y="1000108"/>
            <a:ext cx="204787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관리자 페이지 동작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8596" y="785794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회원 정보 삭제 부분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428992" y="1357298"/>
            <a:ext cx="335373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해당 회원의 </a:t>
            </a:r>
            <a:r>
              <a:rPr lang="en-US" altLang="ko-KR" dirty="0" smtClean="0"/>
              <a:t>id</a:t>
            </a:r>
            <a:r>
              <a:rPr lang="ko-KR" altLang="en-US" dirty="0" smtClean="0"/>
              <a:t>의 정보창에서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삭제 버튼을 누를시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Controller</a:t>
            </a:r>
            <a:r>
              <a:rPr lang="ko-KR" altLang="en-US" dirty="0" smtClean="0"/>
              <a:t>로 해당 </a:t>
            </a:r>
            <a:r>
              <a:rPr lang="en-US" altLang="ko-KR" dirty="0" smtClean="0"/>
              <a:t>id</a:t>
            </a:r>
            <a:r>
              <a:rPr lang="ko-KR" altLang="en-US" dirty="0" smtClean="0"/>
              <a:t> 값을 가지</a:t>
            </a:r>
            <a:endParaRPr lang="en-US" altLang="ko-KR" dirty="0" smtClean="0"/>
          </a:p>
          <a:p>
            <a:r>
              <a:rPr lang="ko-KR" altLang="en-US" dirty="0" smtClean="0"/>
              <a:t>고 외부 </a:t>
            </a:r>
            <a:r>
              <a:rPr lang="en-US" altLang="ko-KR" dirty="0" smtClean="0"/>
              <a:t>DB</a:t>
            </a:r>
            <a:r>
              <a:rPr lang="ko-KR" altLang="en-US" dirty="0" smtClean="0"/>
              <a:t>에 값을 제거</a:t>
            </a:r>
            <a:endParaRPr lang="en-US" altLang="ko-KR" dirty="0" smtClean="0"/>
          </a:p>
        </p:txBody>
      </p:sp>
      <p:sp>
        <p:nvSpPr>
          <p:cNvPr id="12" name="아래쪽 화살표 11"/>
          <p:cNvSpPr/>
          <p:nvPr/>
        </p:nvSpPr>
        <p:spPr>
          <a:xfrm>
            <a:off x="1714480" y="3357562"/>
            <a:ext cx="357190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643050"/>
            <a:ext cx="3307146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4572008"/>
            <a:ext cx="4182317" cy="1543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15140" y="1071546"/>
            <a:ext cx="204787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관리자 페이지 동작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8596" y="785794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회원 정보 등록 부분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428992" y="1357298"/>
            <a:ext cx="253300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등록 버튼을 누를시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등록 </a:t>
            </a:r>
            <a:r>
              <a:rPr lang="en-US" altLang="ko-KR" dirty="0" smtClean="0"/>
              <a:t>Form </a:t>
            </a:r>
            <a:r>
              <a:rPr lang="ko-KR" altLang="en-US" dirty="0" smtClean="0"/>
              <a:t>화면 표출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각 컬럼에 맞는 값을</a:t>
            </a:r>
            <a:endParaRPr lang="en-US" altLang="ko-KR" dirty="0" smtClean="0"/>
          </a:p>
          <a:p>
            <a:r>
              <a:rPr lang="en-US" altLang="ko-KR" dirty="0" smtClean="0"/>
              <a:t>Controller</a:t>
            </a:r>
            <a:r>
              <a:rPr lang="ko-KR" altLang="en-US" dirty="0" smtClean="0"/>
              <a:t>로 가져온 뒤</a:t>
            </a:r>
            <a:endParaRPr lang="en-US" altLang="ko-KR" dirty="0" smtClean="0"/>
          </a:p>
          <a:p>
            <a:r>
              <a:rPr lang="ko-KR" altLang="en-US" dirty="0" smtClean="0"/>
              <a:t>실제 </a:t>
            </a:r>
            <a:r>
              <a:rPr lang="en-US" altLang="ko-KR" dirty="0" smtClean="0"/>
              <a:t>DB</a:t>
            </a:r>
            <a:r>
              <a:rPr lang="ko-KR" altLang="en-US" dirty="0" smtClean="0"/>
              <a:t>상에 입력</a:t>
            </a:r>
            <a:endParaRPr lang="en-US" altLang="ko-KR" dirty="0" smtClean="0"/>
          </a:p>
        </p:txBody>
      </p:sp>
      <p:sp>
        <p:nvSpPr>
          <p:cNvPr id="12" name="아래쪽 화살표 11"/>
          <p:cNvSpPr/>
          <p:nvPr/>
        </p:nvSpPr>
        <p:spPr>
          <a:xfrm>
            <a:off x="1714480" y="3357562"/>
            <a:ext cx="357190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544217"/>
            <a:ext cx="3071834" cy="1170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4572008"/>
            <a:ext cx="3735663" cy="179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81777" y="1071546"/>
            <a:ext cx="2047875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관리자 페이지 동작</a:t>
            </a:r>
            <a:endParaRPr lang="ko-KR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1285860"/>
            <a:ext cx="2305050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42844" y="77365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회원 부분</a:t>
            </a:r>
            <a:endParaRPr lang="ko-KR" altLang="en-US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0298" y="1285860"/>
            <a:ext cx="2324100" cy="521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596433" y="84509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지도 부분</a:t>
            </a:r>
            <a:endParaRPr lang="ko-KR" altLang="en-US" dirty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72066" y="1185864"/>
            <a:ext cx="2386336" cy="5672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143504" y="71435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아이콘 부분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관리자 페이지 동작</a:t>
            </a:r>
            <a:endParaRPr lang="ko-KR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142984"/>
            <a:ext cx="2154451" cy="5538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28596" y="71435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코스 부분</a:t>
            </a:r>
            <a:endParaRPr lang="ko-KR" altLang="en-US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1142984"/>
            <a:ext cx="1973528" cy="5595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928926" y="785794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코스 위치 부분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관리자 페이지 동작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0034" y="1000108"/>
            <a:ext cx="3776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제약 조건으로 인한 다중 </a:t>
            </a:r>
            <a:r>
              <a:rPr lang="en-US" altLang="ko-KR" dirty="0" smtClean="0"/>
              <a:t>SQL </a:t>
            </a:r>
            <a:r>
              <a:rPr lang="ko-KR" altLang="en-US" dirty="0" smtClean="0"/>
              <a:t>구문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0034" y="1857364"/>
            <a:ext cx="6050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테이블을 입력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제거시</a:t>
            </a:r>
            <a:endParaRPr lang="en-US" altLang="ko-KR" dirty="0" smtClean="0"/>
          </a:p>
          <a:p>
            <a:r>
              <a:rPr lang="ko-KR" altLang="en-US" dirty="0" smtClean="0"/>
              <a:t>참조 조건으로 인하여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한 테이블만 제거할 수 없는 상황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857496"/>
            <a:ext cx="8143875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642910" y="3500438"/>
            <a:ext cx="6248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allowMultiQueries=true</a:t>
            </a:r>
          </a:p>
          <a:p>
            <a:r>
              <a:rPr lang="ko-KR" altLang="en-US" dirty="0" smtClean="0"/>
              <a:t>위 구문을 추가하여 다중 </a:t>
            </a:r>
            <a:r>
              <a:rPr lang="en-US" altLang="ko-KR" dirty="0" smtClean="0"/>
              <a:t>SQL</a:t>
            </a:r>
            <a:r>
              <a:rPr lang="ko-KR" altLang="en-US" dirty="0" smtClean="0"/>
              <a:t>문이 인식 가능하도록 활성화</a:t>
            </a:r>
            <a:endParaRPr lang="ko-KR" altLang="en-US" dirty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9137" y="5000636"/>
            <a:ext cx="3781425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714348" y="4357694"/>
            <a:ext cx="776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MySql </a:t>
            </a:r>
            <a:r>
              <a:rPr lang="ko-KR" altLang="en-US" dirty="0" smtClean="0"/>
              <a:t>구문으로 끝 부분에 </a:t>
            </a:r>
            <a:r>
              <a:rPr lang="en-US" altLang="ko-KR" dirty="0" smtClean="0"/>
              <a:t>;  </a:t>
            </a:r>
            <a:r>
              <a:rPr lang="ko-KR" altLang="en-US" dirty="0" smtClean="0"/>
              <a:t>을 줌으로서 </a:t>
            </a:r>
            <a:r>
              <a:rPr lang="en-US" altLang="ko-KR" dirty="0" smtClean="0"/>
              <a:t>1</a:t>
            </a:r>
            <a:r>
              <a:rPr lang="ko-KR" altLang="en-US" dirty="0" smtClean="0"/>
              <a:t>줄 씩 실행이 가능하도록 변경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57158" y="2714620"/>
            <a:ext cx="84529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/>
              <a:t>로그인 </a:t>
            </a:r>
            <a:r>
              <a:rPr lang="ko-KR" altLang="en-US" sz="4000" dirty="0" smtClean="0"/>
              <a:t>동작 및 회원과 비회원 구별</a:t>
            </a:r>
            <a:endParaRPr lang="ko-KR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4084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로그인 동작 및 회원과 비회원 구별</a:t>
            </a:r>
            <a:endParaRPr lang="ko-KR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00438"/>
            <a:ext cx="2736752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00034" y="2786058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비 회원시 보이는 메뉴</a:t>
            </a:r>
            <a:endParaRPr lang="ko-KR" altLang="en-US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28" y="3467131"/>
            <a:ext cx="2852522" cy="2247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817627" y="2786058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회원 로그인시 보이는 메뉴</a:t>
            </a:r>
            <a:endParaRPr lang="ko-KR" altLang="en-US" dirty="0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785795"/>
            <a:ext cx="2002853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500430" y="142873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로그인</a:t>
            </a:r>
            <a:endParaRPr lang="ko-KR" altLang="en-US" dirty="0"/>
          </a:p>
        </p:txBody>
      </p:sp>
      <p:cxnSp>
        <p:nvCxnSpPr>
          <p:cNvPr id="11" name="직선 화살표 연결선 10"/>
          <p:cNvCxnSpPr/>
          <p:nvPr/>
        </p:nvCxnSpPr>
        <p:spPr>
          <a:xfrm rot="10800000" flipV="1">
            <a:off x="2571736" y="1928802"/>
            <a:ext cx="1214446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4000496" y="1928802"/>
            <a:ext cx="1285884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4084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로그인 동작 및 회원과 비회원 구별</a:t>
            </a:r>
            <a:endParaRPr lang="ko-KR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785794"/>
            <a:ext cx="260985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86182" y="2714620"/>
            <a:ext cx="4772025" cy="393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3857620" y="1000108"/>
            <a:ext cx="43380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DB</a:t>
            </a:r>
            <a:r>
              <a:rPr lang="ko-KR" altLang="en-US" dirty="0" smtClean="0"/>
              <a:t>에 있는 암호와 아이디가 일치하면</a:t>
            </a:r>
            <a:endParaRPr lang="en-US" altLang="ko-KR" dirty="0" smtClean="0"/>
          </a:p>
          <a:p>
            <a:r>
              <a:rPr lang="ko-KR" altLang="en-US" dirty="0" smtClean="0"/>
              <a:t>회원과 관련된 메뉴를 불러옴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일치하지 않을 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일반 페이지를 보여줌</a:t>
            </a:r>
            <a:endParaRPr lang="ko-KR" altLang="en-US" dirty="0"/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3357561"/>
            <a:ext cx="3000396" cy="2889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57158" y="2714620"/>
            <a:ext cx="87566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 smtClean="0"/>
              <a:t>AWS Amazon ubuntu </a:t>
            </a:r>
            <a:r>
              <a:rPr lang="ko-KR" altLang="en-US" sz="4000" dirty="0" smtClean="0"/>
              <a:t>서버 환경설정</a:t>
            </a:r>
            <a:endParaRPr lang="ko-KR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42488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5. AWS Amazon ubuntu </a:t>
            </a:r>
            <a:r>
              <a:rPr lang="ko-KR" altLang="en-US" dirty="0" smtClean="0"/>
              <a:t>서버 환경설정</a:t>
            </a:r>
          </a:p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5535" y="2714620"/>
            <a:ext cx="81147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 smtClean="0"/>
              <a:t>AWS server</a:t>
            </a:r>
            <a:r>
              <a:rPr lang="ko-KR" altLang="en-US" sz="4000" dirty="0" smtClean="0"/>
              <a:t> </a:t>
            </a:r>
            <a:r>
              <a:rPr lang="en-US" altLang="ko-KR" sz="4000" dirty="0" smtClean="0"/>
              <a:t>project webPage </a:t>
            </a:r>
            <a:r>
              <a:rPr lang="ko-KR" altLang="en-US" sz="4000" dirty="0" smtClean="0"/>
              <a:t>배포</a:t>
            </a:r>
            <a:endParaRPr lang="ko-KR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71406" y="571480"/>
            <a:ext cx="9001156" cy="3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2844" y="130710"/>
            <a:ext cx="3747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6. Web</a:t>
            </a:r>
            <a:r>
              <a:rPr lang="ko-KR" altLang="en-US" dirty="0" smtClean="0"/>
              <a:t>상에 </a:t>
            </a:r>
            <a:r>
              <a:rPr lang="en-US" altLang="ko-KR" dirty="0" smtClean="0"/>
              <a:t>project webPage </a:t>
            </a:r>
            <a:r>
              <a:rPr lang="ko-KR" altLang="en-US" dirty="0" smtClean="0"/>
              <a:t>배포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621</Words>
  <Application>Microsoft Office PowerPoint</Application>
  <PresentationFormat>화면 슬라이드 쇼(4:3)</PresentationFormat>
  <Paragraphs>178</Paragraphs>
  <Slides>29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0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FrozenHeart</dc:creator>
  <cp:lastModifiedBy>FrozenHeart</cp:lastModifiedBy>
  <cp:revision>68</cp:revision>
  <dcterms:created xsi:type="dcterms:W3CDTF">2017-10-05T02:28:31Z</dcterms:created>
  <dcterms:modified xsi:type="dcterms:W3CDTF">2017-10-27T03:21:56Z</dcterms:modified>
</cp:coreProperties>
</file>