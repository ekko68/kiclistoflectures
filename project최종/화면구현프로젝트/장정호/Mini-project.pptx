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59" r:id="rId10"/>
    <p:sldId id="260" r:id="rId11"/>
    <p:sldId id="269" r:id="rId12"/>
    <p:sldId id="270" r:id="rId13"/>
    <p:sldId id="271" r:id="rId14"/>
    <p:sldId id="272" r:id="rId15"/>
    <p:sldId id="273" r:id="rId16"/>
    <p:sldId id="274" r:id="rId17"/>
    <p:sldId id="261" r:id="rId18"/>
    <p:sldId id="263" r:id="rId19"/>
    <p:sldId id="262" r:id="rId20"/>
    <p:sldId id="275" r:id="rId21"/>
    <p:sldId id="276" r:id="rId22"/>
    <p:sldId id="279" r:id="rId23"/>
    <p:sldId id="277" r:id="rId24"/>
    <p:sldId id="278" r:id="rId25"/>
    <p:sldId id="280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 latinLnBrk="1">
              <a:defRPr lang="ko-KR" sz="6000"/>
            </a:lvl1pPr>
          </a:lstStyle>
          <a:p>
            <a:r>
              <a:rPr lang="ko-KR" altLang="en-US" smtClean="0"/>
              <a:t>마스터 제목 스타일 편집</a:t>
            </a:r>
            <a:endParaRPr lang="ko-KR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 latinLnBrk="1">
              <a:buNone/>
              <a:defRPr lang="ko-KR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 latinLnBrk="1">
              <a:buNone/>
              <a:defRPr lang="ko-KR" sz="2800"/>
            </a:lvl2pPr>
            <a:lvl3pPr marL="914400" indent="0" algn="ctr" latinLnBrk="1">
              <a:buNone/>
              <a:defRPr lang="ko-KR" sz="2400"/>
            </a:lvl3pPr>
            <a:lvl4pPr marL="1371600" indent="0" algn="ctr" latinLnBrk="1">
              <a:buNone/>
              <a:defRPr lang="ko-KR" sz="2000"/>
            </a:lvl4pPr>
            <a:lvl5pPr marL="1828800" indent="0" algn="ctr" latinLnBrk="1">
              <a:buNone/>
              <a:defRPr lang="ko-KR" sz="2000"/>
            </a:lvl5pPr>
            <a:lvl6pPr marL="2286000" indent="0" algn="ctr" latinLnBrk="1">
              <a:buNone/>
              <a:defRPr lang="ko-KR" sz="2000"/>
            </a:lvl6pPr>
            <a:lvl7pPr marL="2743200" indent="0" algn="ctr" latinLnBrk="1">
              <a:buNone/>
              <a:defRPr lang="ko-KR" sz="2000"/>
            </a:lvl7pPr>
            <a:lvl8pPr marL="3200400" indent="0" algn="ctr" latinLnBrk="1">
              <a:buNone/>
              <a:defRPr lang="ko-KR" sz="2000"/>
            </a:lvl8pPr>
            <a:lvl9pPr marL="3657600" indent="0" algn="ctr" latinLnBrk="1">
              <a:buNone/>
              <a:defRPr lang="ko-KR" sz="2000"/>
            </a:lvl9pPr>
          </a:lstStyle>
          <a:p>
            <a:r>
              <a:rPr lang="ko-KR" altLang="en-US" smtClean="0"/>
              <a:t>마스터 부제목 스타일 편집</a:t>
            </a:r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53781-6CBC-4E9A-B9E4-5462AE5D09F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1">
              <a:defRPr 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ACB8C5A-8A75-46AC-A30A-E9E5FE74E9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423619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latinLnBrk="1"/>
            <a:r>
              <a:rPr lang="ko-KR" altLang="en-US" smtClean="0"/>
              <a:t>마스터 텍스트 스타일을 편집합니다</a:t>
            </a:r>
          </a:p>
          <a:p>
            <a:pPr lvl="1" latinLnBrk="1"/>
            <a:r>
              <a:rPr lang="ko-KR" altLang="en-US" smtClean="0"/>
              <a:t>둘째 수준</a:t>
            </a:r>
          </a:p>
          <a:p>
            <a:pPr lvl="2" latinLnBrk="1"/>
            <a:r>
              <a:rPr lang="ko-KR" altLang="en-US" smtClean="0"/>
              <a:t>셋째 수준</a:t>
            </a:r>
          </a:p>
          <a:p>
            <a:pPr lvl="3" latinLnBrk="1"/>
            <a:r>
              <a:rPr lang="ko-KR" altLang="en-US" smtClean="0"/>
              <a:t>넷째 수준</a:t>
            </a:r>
          </a:p>
          <a:p>
            <a:pPr lvl="4" latinLnBrk="1"/>
            <a:r>
              <a:rPr lang="ko-KR" altLang="en-US" smtClean="0"/>
              <a:t>다섯째 수준</a:t>
            </a:r>
            <a:endParaRPr 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53781-6CBC-4E9A-B9E4-5462AE5D09F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1">
              <a:defRPr 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ACB8C5A-8A75-46AC-A30A-E9E5FE74E9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4050823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 latinLnBrk="1">
              <a:defRPr lang="ko-KR" sz="6000" b="0"/>
            </a:lvl1pPr>
          </a:lstStyle>
          <a:p>
            <a:r>
              <a:rPr lang="ko-KR" altLang="en-US" smtClean="0"/>
              <a:t>마스터 제목 스타일 편집</a:t>
            </a:r>
            <a:endParaRPr 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 latinLnBrk="1">
              <a:buNone/>
              <a:defRPr lang="ko-KR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1">
              <a:buNone/>
              <a:defRPr lang="ko-KR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1">
              <a:buNone/>
              <a:defRPr lang="ko-KR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latinLnBrk="1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53781-6CBC-4E9A-B9E4-5462AE5D09F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1">
              <a:defRPr 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ACB8C5A-8A75-46AC-A30A-E9E5FE74E9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43559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8801"/>
            <a:ext cx="3886200" cy="4351337"/>
          </a:xfrm>
        </p:spPr>
        <p:txBody>
          <a:bodyPr/>
          <a:lstStyle>
            <a:lvl1pPr latinLnBrk="1">
              <a:defRPr lang="ko-KR" sz="2400"/>
            </a:lvl1pPr>
            <a:lvl2pPr latinLnBrk="1">
              <a:defRPr lang="ko-KR" sz="2000"/>
            </a:lvl2pPr>
            <a:lvl3pPr latinLnBrk="1">
              <a:defRPr lang="ko-KR" sz="1800"/>
            </a:lvl3pPr>
            <a:lvl4pPr latinLnBrk="1">
              <a:defRPr lang="ko-KR" sz="1600"/>
            </a:lvl4pPr>
            <a:lvl5pPr latinLnBrk="1">
              <a:defRPr lang="ko-KR" sz="1600"/>
            </a:lvl5pPr>
            <a:lvl6pPr latinLnBrk="1">
              <a:defRPr lang="ko-KR" sz="1800"/>
            </a:lvl6pPr>
            <a:lvl7pPr latinLnBrk="1">
              <a:defRPr lang="ko-KR" sz="1800"/>
            </a:lvl7pPr>
            <a:lvl8pPr latinLnBrk="1">
              <a:defRPr lang="ko-KR" sz="1800"/>
            </a:lvl8pPr>
            <a:lvl9pPr latinLnBrk="1">
              <a:defRPr lang="ko-KR" sz="1800"/>
            </a:lvl9pPr>
          </a:lstStyle>
          <a:p>
            <a:pPr lvl="0" latinLnBrk="1"/>
            <a:r>
              <a:rPr lang="ko-KR" altLang="en-US" smtClean="0"/>
              <a:t>마스터 텍스트 스타일을 편집합니다</a:t>
            </a:r>
          </a:p>
          <a:p>
            <a:pPr lvl="1" latinLnBrk="1"/>
            <a:r>
              <a:rPr lang="ko-KR" altLang="en-US" smtClean="0"/>
              <a:t>둘째 수준</a:t>
            </a:r>
          </a:p>
          <a:p>
            <a:pPr lvl="2" latinLnBrk="1"/>
            <a:r>
              <a:rPr lang="ko-KR" altLang="en-US" smtClean="0"/>
              <a:t>셋째 수준</a:t>
            </a:r>
          </a:p>
          <a:p>
            <a:pPr lvl="3" latinLnBrk="1"/>
            <a:r>
              <a:rPr lang="ko-KR" altLang="en-US" smtClean="0"/>
              <a:t>넷째 수준</a:t>
            </a:r>
          </a:p>
          <a:p>
            <a:pPr lvl="4" latinLnBrk="1"/>
            <a:r>
              <a:rPr lang="ko-KR" altLang="en-US" smtClean="0"/>
              <a:t>다섯째 수준</a:t>
            </a:r>
            <a:endParaRPr lang="ko-KR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>
            <a:lvl1pPr latinLnBrk="1">
              <a:defRPr lang="ko-KR" sz="2400"/>
            </a:lvl1pPr>
            <a:lvl2pPr latinLnBrk="1">
              <a:defRPr lang="ko-KR" sz="2000"/>
            </a:lvl2pPr>
            <a:lvl3pPr latinLnBrk="1">
              <a:defRPr lang="ko-KR" sz="1800"/>
            </a:lvl3pPr>
            <a:lvl4pPr latinLnBrk="1">
              <a:defRPr lang="ko-KR" sz="1600"/>
            </a:lvl4pPr>
            <a:lvl5pPr latinLnBrk="1">
              <a:defRPr lang="ko-KR" sz="1600"/>
            </a:lvl5pPr>
            <a:lvl6pPr latinLnBrk="1">
              <a:defRPr lang="ko-KR" sz="1800"/>
            </a:lvl6pPr>
            <a:lvl7pPr latinLnBrk="1">
              <a:defRPr lang="ko-KR" sz="1800"/>
            </a:lvl7pPr>
            <a:lvl8pPr latinLnBrk="1">
              <a:defRPr lang="ko-KR" sz="1800"/>
            </a:lvl8pPr>
            <a:lvl9pPr latinLnBrk="1">
              <a:defRPr lang="ko-KR" sz="1800"/>
            </a:lvl9pPr>
          </a:lstStyle>
          <a:p>
            <a:pPr lvl="0" latinLnBrk="1"/>
            <a:r>
              <a:rPr lang="ko-KR" altLang="en-US" smtClean="0"/>
              <a:t>마스터 텍스트 스타일을 편집합니다</a:t>
            </a:r>
          </a:p>
          <a:p>
            <a:pPr lvl="1" latinLnBrk="1"/>
            <a:r>
              <a:rPr lang="ko-KR" altLang="en-US" smtClean="0"/>
              <a:t>둘째 수준</a:t>
            </a:r>
          </a:p>
          <a:p>
            <a:pPr lvl="2" latinLnBrk="1"/>
            <a:r>
              <a:rPr lang="ko-KR" altLang="en-US" smtClean="0"/>
              <a:t>셋째 수준</a:t>
            </a:r>
          </a:p>
          <a:p>
            <a:pPr lvl="3" latinLnBrk="1"/>
            <a:r>
              <a:rPr lang="ko-KR" altLang="en-US" smtClean="0"/>
              <a:t>넷째 수준</a:t>
            </a:r>
          </a:p>
          <a:p>
            <a:pPr lvl="4" latinLnBrk="1"/>
            <a:r>
              <a:rPr lang="ko-KR" altLang="en-US" smtClean="0"/>
              <a:t>다섯째 수준</a:t>
            </a:r>
            <a:endParaRPr 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53781-6CBC-4E9A-B9E4-5462AE5D09F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날짜 개체 틀 3"/>
          <p:cNvSpPr>
            <a:spLocks noGrp="1"/>
          </p:cNvSpPr>
          <p:nvPr>
            <p:ph type="dt" sz="half" idx="13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1">
              <a:defRPr 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ACB8C5A-8A75-46AC-A30A-E9E5FE74E9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493787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936" y="1681851"/>
            <a:ext cx="3867150" cy="731520"/>
          </a:xfrm>
        </p:spPr>
        <p:txBody>
          <a:bodyPr anchor="b">
            <a:normAutofit/>
          </a:bodyPr>
          <a:lstStyle>
            <a:lvl1pPr marL="0" indent="0" latinLnBrk="1">
              <a:buNone/>
              <a:defRPr lang="ko-KR" sz="2400" b="1"/>
            </a:lvl1pPr>
            <a:lvl2pPr marL="457200" indent="0" latinLnBrk="1">
              <a:buNone/>
              <a:defRPr lang="ko-KR" sz="2000" b="1"/>
            </a:lvl2pPr>
            <a:lvl3pPr marL="914400" indent="0" latinLnBrk="1">
              <a:buNone/>
              <a:defRPr lang="ko-KR" sz="1800" b="1"/>
            </a:lvl3pPr>
            <a:lvl4pPr marL="1371600" indent="0" latinLnBrk="1">
              <a:buNone/>
              <a:defRPr lang="ko-KR" sz="1600" b="1"/>
            </a:lvl4pPr>
            <a:lvl5pPr marL="1828800" indent="0" latinLnBrk="1">
              <a:buNone/>
              <a:defRPr lang="ko-KR" sz="1600" b="1"/>
            </a:lvl5pPr>
            <a:lvl6pPr marL="2286000" indent="0" latinLnBrk="1">
              <a:buNone/>
              <a:defRPr lang="ko-KR" sz="1600" b="1"/>
            </a:lvl6pPr>
            <a:lvl7pPr marL="2743200" indent="0" latinLnBrk="1">
              <a:buNone/>
              <a:defRPr lang="ko-KR" sz="1600" b="1"/>
            </a:lvl7pPr>
            <a:lvl8pPr marL="3200400" indent="0" latinLnBrk="1">
              <a:buNone/>
              <a:defRPr lang="ko-KR" sz="1600" b="1"/>
            </a:lvl8pPr>
            <a:lvl9pPr marL="3657600" indent="0" latinLnBrk="1">
              <a:buNone/>
              <a:defRPr lang="ko-KR" sz="1600" b="1"/>
            </a:lvl9pPr>
          </a:lstStyle>
          <a:p>
            <a:pPr lvl="0" latinLnBrk="1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936" y="2507550"/>
            <a:ext cx="3867150" cy="3728258"/>
          </a:xfrm>
        </p:spPr>
        <p:txBody>
          <a:bodyPr/>
          <a:lstStyle>
            <a:lvl1pPr latinLnBrk="1">
              <a:defRPr lang="ko-KR" sz="2400"/>
            </a:lvl1pPr>
            <a:lvl2pPr latinLnBrk="1">
              <a:defRPr lang="ko-KR" sz="2000"/>
            </a:lvl2pPr>
            <a:lvl3pPr latinLnBrk="1">
              <a:defRPr lang="ko-KR" sz="1800"/>
            </a:lvl3pPr>
            <a:lvl4pPr latinLnBrk="1">
              <a:defRPr lang="ko-KR" sz="1600"/>
            </a:lvl4pPr>
            <a:lvl5pPr latinLnBrk="1">
              <a:defRPr lang="ko-KR" sz="1600"/>
            </a:lvl5pPr>
            <a:lvl6pPr latinLnBrk="1">
              <a:defRPr lang="ko-KR" sz="1600"/>
            </a:lvl6pPr>
            <a:lvl7pPr latinLnBrk="1">
              <a:defRPr lang="ko-KR" sz="1600"/>
            </a:lvl7pPr>
            <a:lvl8pPr latinLnBrk="1">
              <a:defRPr lang="ko-KR" sz="1600"/>
            </a:lvl8pPr>
            <a:lvl9pPr latinLnBrk="1">
              <a:defRPr lang="ko-KR" sz="1600"/>
            </a:lvl9pPr>
          </a:lstStyle>
          <a:p>
            <a:pPr lvl="0" latinLnBrk="1"/>
            <a:r>
              <a:rPr lang="ko-KR" altLang="en-US" smtClean="0"/>
              <a:t>마스터 텍스트 스타일을 편집합니다</a:t>
            </a:r>
          </a:p>
          <a:p>
            <a:pPr lvl="1" latinLnBrk="1"/>
            <a:r>
              <a:rPr lang="ko-KR" altLang="en-US" smtClean="0"/>
              <a:t>둘째 수준</a:t>
            </a:r>
          </a:p>
          <a:p>
            <a:pPr lvl="2" latinLnBrk="1"/>
            <a:r>
              <a:rPr lang="ko-KR" altLang="en-US" smtClean="0"/>
              <a:t>셋째 수준</a:t>
            </a:r>
          </a:p>
          <a:p>
            <a:pPr lvl="3" latinLnBrk="1"/>
            <a:r>
              <a:rPr lang="ko-KR" altLang="en-US" smtClean="0"/>
              <a:t>넷째 수준</a:t>
            </a:r>
          </a:p>
          <a:p>
            <a:pPr lvl="4" latinLnBrk="1"/>
            <a:r>
              <a:rPr lang="ko-KR" altLang="en-US" smtClean="0"/>
              <a:t>다섯째 수준</a:t>
            </a:r>
            <a:endParaRPr lang="ko-KR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61299" y="1681851"/>
            <a:ext cx="3868340" cy="731520"/>
          </a:xfrm>
        </p:spPr>
        <p:txBody>
          <a:bodyPr anchor="b"/>
          <a:lstStyle>
            <a:lvl1pPr marL="0" indent="0" latinLnBrk="1">
              <a:buNone/>
              <a:defRPr lang="ko-KR" sz="2400" b="1"/>
            </a:lvl1pPr>
            <a:lvl2pPr marL="457200" indent="0" latinLnBrk="1">
              <a:buNone/>
              <a:defRPr lang="ko-KR" sz="2000" b="1"/>
            </a:lvl2pPr>
            <a:lvl3pPr marL="914400" indent="0" latinLnBrk="1">
              <a:buNone/>
              <a:defRPr lang="ko-KR" sz="1800" b="1"/>
            </a:lvl3pPr>
            <a:lvl4pPr marL="1371600" indent="0" latinLnBrk="1">
              <a:buNone/>
              <a:defRPr lang="ko-KR" sz="1600" b="1"/>
            </a:lvl4pPr>
            <a:lvl5pPr marL="1828800" indent="0" latinLnBrk="1">
              <a:buNone/>
              <a:defRPr lang="ko-KR" sz="1600" b="1"/>
            </a:lvl5pPr>
            <a:lvl6pPr marL="2286000" indent="0" latinLnBrk="1">
              <a:buNone/>
              <a:defRPr lang="ko-KR" sz="1600" b="1"/>
            </a:lvl6pPr>
            <a:lvl7pPr marL="2743200" indent="0" latinLnBrk="1">
              <a:buNone/>
              <a:defRPr lang="ko-KR" sz="1600" b="1"/>
            </a:lvl7pPr>
            <a:lvl8pPr marL="3200400" indent="0" latinLnBrk="1">
              <a:buNone/>
              <a:defRPr lang="ko-KR" sz="1600" b="1"/>
            </a:lvl8pPr>
            <a:lvl9pPr marL="3657600" indent="0" latinLnBrk="1">
              <a:buNone/>
              <a:defRPr lang="ko-KR" sz="1600" b="1"/>
            </a:lvl9pPr>
          </a:lstStyle>
          <a:p>
            <a:pPr lvl="0" latinLnBrk="1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61299" y="2507550"/>
            <a:ext cx="3868340" cy="3728258"/>
          </a:xfrm>
        </p:spPr>
        <p:txBody>
          <a:bodyPr/>
          <a:lstStyle>
            <a:lvl1pPr latinLnBrk="1">
              <a:defRPr lang="ko-KR" sz="2400"/>
            </a:lvl1pPr>
            <a:lvl2pPr latinLnBrk="1">
              <a:defRPr lang="ko-KR" sz="2000"/>
            </a:lvl2pPr>
            <a:lvl3pPr latinLnBrk="1">
              <a:defRPr lang="ko-KR" sz="1800"/>
            </a:lvl3pPr>
            <a:lvl4pPr latinLnBrk="1">
              <a:defRPr lang="ko-KR" sz="1600"/>
            </a:lvl4pPr>
            <a:lvl5pPr latinLnBrk="1">
              <a:defRPr lang="ko-KR" sz="1600"/>
            </a:lvl5pPr>
            <a:lvl6pPr latinLnBrk="1">
              <a:defRPr lang="ko-KR" sz="1600"/>
            </a:lvl6pPr>
            <a:lvl7pPr latinLnBrk="1">
              <a:defRPr lang="ko-KR" sz="1600"/>
            </a:lvl7pPr>
            <a:lvl8pPr latinLnBrk="1">
              <a:defRPr lang="ko-KR" sz="1600"/>
            </a:lvl8pPr>
            <a:lvl9pPr latinLnBrk="1">
              <a:defRPr lang="ko-KR" sz="1600"/>
            </a:lvl9pPr>
          </a:lstStyle>
          <a:p>
            <a:pPr lvl="0" latinLnBrk="1"/>
            <a:r>
              <a:rPr lang="ko-KR" altLang="en-US" smtClean="0"/>
              <a:t>마스터 텍스트 스타일을 편집합니다</a:t>
            </a:r>
          </a:p>
          <a:p>
            <a:pPr lvl="1" latinLnBrk="1"/>
            <a:r>
              <a:rPr lang="ko-KR" altLang="en-US" smtClean="0"/>
              <a:t>둘째 수준</a:t>
            </a:r>
          </a:p>
          <a:p>
            <a:pPr lvl="2" latinLnBrk="1"/>
            <a:r>
              <a:rPr lang="ko-KR" altLang="en-US" smtClean="0"/>
              <a:t>셋째 수준</a:t>
            </a:r>
          </a:p>
          <a:p>
            <a:pPr lvl="3" latinLnBrk="1"/>
            <a:r>
              <a:rPr lang="ko-KR" altLang="en-US" smtClean="0"/>
              <a:t>넷째 수준</a:t>
            </a:r>
          </a:p>
          <a:p>
            <a:pPr lvl="4" latinLnBrk="1"/>
            <a:r>
              <a:rPr lang="ko-KR" altLang="en-US" smtClean="0"/>
              <a:t>다섯째 수준</a:t>
            </a:r>
            <a:endParaRPr 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53781-6CBC-4E9A-B9E4-5462AE5D09F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/>
          </a:p>
        </p:txBody>
      </p:sp>
      <p:sp>
        <p:nvSpPr>
          <p:cNvPr id="11" name="날짜 개체 틀 3"/>
          <p:cNvSpPr>
            <a:spLocks noGrp="1"/>
          </p:cNvSpPr>
          <p:nvPr>
            <p:ph type="dt" sz="half" idx="13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1">
              <a:defRPr 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ACB8C5A-8A75-46AC-A30A-E9E5FE74E9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723781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53781-6CBC-4E9A-B9E4-5462AE5D09F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dirty="0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1">
              <a:defRPr 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ACB8C5A-8A75-46AC-A30A-E9E5FE74E9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6818866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53781-6CBC-4E9A-B9E4-5462AE5D09F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1">
              <a:defRPr 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ACB8C5A-8A75-46AC-A30A-E9E5FE74E9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92262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 latinLnBrk="1">
              <a:defRPr lang="ko-KR" sz="3200" b="0"/>
            </a:lvl1pPr>
          </a:lstStyle>
          <a:p>
            <a:r>
              <a:rPr lang="ko-KR" altLang="en-US" smtClean="0"/>
              <a:t>마스터 제목 스타일 편집</a:t>
            </a:r>
            <a:endParaRPr 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6200" y="990600"/>
            <a:ext cx="4529613" cy="4876800"/>
          </a:xfrm>
        </p:spPr>
        <p:txBody>
          <a:bodyPr/>
          <a:lstStyle>
            <a:lvl1pPr latinLnBrk="1">
              <a:defRPr lang="ko-KR" sz="3200"/>
            </a:lvl1pPr>
            <a:lvl2pPr latinLnBrk="1">
              <a:defRPr lang="ko-KR" sz="2800"/>
            </a:lvl2pPr>
            <a:lvl3pPr latinLnBrk="1">
              <a:defRPr lang="ko-KR" sz="2400"/>
            </a:lvl3pPr>
            <a:lvl4pPr latinLnBrk="1">
              <a:defRPr lang="ko-KR" sz="2000"/>
            </a:lvl4pPr>
            <a:lvl5pPr latinLnBrk="1">
              <a:defRPr lang="ko-KR" sz="2000"/>
            </a:lvl5pPr>
            <a:lvl6pPr latinLnBrk="1">
              <a:defRPr lang="ko-KR" sz="2000"/>
            </a:lvl6pPr>
            <a:lvl7pPr latinLnBrk="1">
              <a:defRPr lang="ko-KR" sz="2000"/>
            </a:lvl7pPr>
            <a:lvl8pPr latinLnBrk="1">
              <a:defRPr lang="ko-KR" sz="2000"/>
            </a:lvl8pPr>
            <a:lvl9pPr latinLnBrk="1">
              <a:defRPr lang="ko-KR" sz="2000"/>
            </a:lvl9pPr>
          </a:lstStyle>
          <a:p>
            <a:pPr lvl="0" latinLnBrk="1"/>
            <a:r>
              <a:rPr lang="ko-KR" altLang="en-US" smtClean="0"/>
              <a:t>마스터 텍스트 스타일을 편집합니다</a:t>
            </a:r>
          </a:p>
          <a:p>
            <a:pPr lvl="1" latinLnBrk="1"/>
            <a:r>
              <a:rPr lang="ko-KR" altLang="en-US" smtClean="0"/>
              <a:t>둘째 수준</a:t>
            </a:r>
          </a:p>
          <a:p>
            <a:pPr lvl="2" latinLnBrk="1"/>
            <a:r>
              <a:rPr lang="ko-KR" altLang="en-US" smtClean="0"/>
              <a:t>셋째 수준</a:t>
            </a:r>
          </a:p>
          <a:p>
            <a:pPr lvl="3" latinLnBrk="1"/>
            <a:r>
              <a:rPr lang="ko-KR" altLang="en-US" smtClean="0"/>
              <a:t>넷째 수준</a:t>
            </a:r>
          </a:p>
          <a:p>
            <a:pPr lvl="4" latinLnBrk="1"/>
            <a:r>
              <a:rPr lang="ko-KR" altLang="en-US" smtClean="0"/>
              <a:t>다섯째 수준</a:t>
            </a:r>
            <a:endParaRPr lang="ko-KR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 latinLnBrk="1">
              <a:lnSpc>
                <a:spcPct val="100000"/>
              </a:lnSpc>
              <a:buNone/>
              <a:defRPr lang="ko-KR" sz="1400"/>
            </a:lvl1pPr>
            <a:lvl2pPr marL="457200" indent="0" latinLnBrk="1">
              <a:buNone/>
              <a:defRPr lang="ko-KR" sz="1200"/>
            </a:lvl2pPr>
            <a:lvl3pPr marL="914400" indent="0" latinLnBrk="1">
              <a:buNone/>
              <a:defRPr lang="ko-KR" sz="1000"/>
            </a:lvl3pPr>
            <a:lvl4pPr marL="1371600" indent="0" latinLnBrk="1">
              <a:buNone/>
              <a:defRPr lang="ko-KR" sz="900"/>
            </a:lvl4pPr>
            <a:lvl5pPr marL="1828800" indent="0" latinLnBrk="1">
              <a:buNone/>
              <a:defRPr lang="ko-KR" sz="900"/>
            </a:lvl5pPr>
            <a:lvl6pPr marL="2286000" indent="0" latinLnBrk="1">
              <a:buNone/>
              <a:defRPr lang="ko-KR" sz="900"/>
            </a:lvl6pPr>
            <a:lvl7pPr marL="2743200" indent="0" latinLnBrk="1">
              <a:buNone/>
              <a:defRPr lang="ko-KR" sz="900"/>
            </a:lvl7pPr>
            <a:lvl8pPr marL="3200400" indent="0" latinLnBrk="1">
              <a:buNone/>
              <a:defRPr lang="ko-KR" sz="900"/>
            </a:lvl8pPr>
            <a:lvl9pPr marL="3657600" indent="0" latinLnBrk="1">
              <a:buNone/>
              <a:defRPr lang="ko-KR" sz="900"/>
            </a:lvl9pPr>
          </a:lstStyle>
          <a:p>
            <a:pPr lvl="0" latinLnBrk="1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53781-6CBC-4E9A-B9E4-5462AE5D09F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날짜 개체 틀 3"/>
          <p:cNvSpPr>
            <a:spLocks noGrp="1"/>
          </p:cNvSpPr>
          <p:nvPr>
            <p:ph type="dt" sz="half" idx="13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1">
              <a:defRPr 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ACB8C5A-8A75-46AC-A30A-E9E5FE74E9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83897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 latinLnBrk="1">
              <a:defRPr lang="ko-KR" sz="3200" b="0"/>
            </a:lvl1pPr>
          </a:lstStyle>
          <a:p>
            <a:r>
              <a:rPr lang="ko-KR" altLang="en-US" smtClean="0"/>
              <a:t>마스터 제목 스타일 편집</a:t>
            </a:r>
            <a:endParaRPr lang="ko-KR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530852" cy="4876800"/>
          </a:xfrm>
        </p:spPr>
        <p:txBody>
          <a:bodyPr/>
          <a:lstStyle>
            <a:lvl1pPr marL="0" indent="0" latinLnBrk="1">
              <a:buNone/>
              <a:defRPr lang="ko-KR" sz="3200"/>
            </a:lvl1pPr>
            <a:lvl2pPr marL="457200" indent="0" latinLnBrk="1">
              <a:buNone/>
              <a:defRPr lang="ko-KR" sz="2800"/>
            </a:lvl2pPr>
            <a:lvl3pPr marL="914400" indent="0" latinLnBrk="1">
              <a:buNone/>
              <a:defRPr lang="ko-KR" sz="2400"/>
            </a:lvl3pPr>
            <a:lvl4pPr marL="1371600" indent="0" latinLnBrk="1">
              <a:buNone/>
              <a:defRPr lang="ko-KR" sz="2000"/>
            </a:lvl4pPr>
            <a:lvl5pPr marL="1828800" indent="0" latinLnBrk="1">
              <a:buNone/>
              <a:defRPr lang="ko-KR" sz="2000"/>
            </a:lvl5pPr>
            <a:lvl6pPr marL="2286000" indent="0" latinLnBrk="1">
              <a:buNone/>
              <a:defRPr lang="ko-KR" sz="2000"/>
            </a:lvl6pPr>
            <a:lvl7pPr marL="2743200" indent="0" latinLnBrk="1">
              <a:buNone/>
              <a:defRPr lang="ko-KR" sz="2000"/>
            </a:lvl7pPr>
            <a:lvl8pPr marL="3200400" indent="0" latinLnBrk="1">
              <a:buNone/>
              <a:defRPr lang="ko-KR" sz="2000"/>
            </a:lvl8pPr>
            <a:lvl9pPr marL="3657600" indent="0" latinLnBrk="1">
              <a:buNone/>
              <a:defRPr lang="ko-KR"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 latinLnBrk="1">
              <a:lnSpc>
                <a:spcPct val="100000"/>
              </a:lnSpc>
              <a:buNone/>
              <a:defRPr lang="ko-KR" sz="1400"/>
            </a:lvl1pPr>
            <a:lvl2pPr marL="457200" indent="0" latinLnBrk="1">
              <a:buNone/>
              <a:defRPr lang="ko-KR" sz="1200"/>
            </a:lvl2pPr>
            <a:lvl3pPr marL="914400" indent="0" latinLnBrk="1">
              <a:buNone/>
              <a:defRPr lang="ko-KR" sz="1000"/>
            </a:lvl3pPr>
            <a:lvl4pPr marL="1371600" indent="0" latinLnBrk="1">
              <a:buNone/>
              <a:defRPr lang="ko-KR" sz="900"/>
            </a:lvl4pPr>
            <a:lvl5pPr marL="1828800" indent="0" latinLnBrk="1">
              <a:buNone/>
              <a:defRPr lang="ko-KR" sz="900"/>
            </a:lvl5pPr>
            <a:lvl6pPr marL="2286000" indent="0" latinLnBrk="1">
              <a:buNone/>
              <a:defRPr lang="ko-KR" sz="900"/>
            </a:lvl6pPr>
            <a:lvl7pPr marL="2743200" indent="0" latinLnBrk="1">
              <a:buNone/>
              <a:defRPr lang="ko-KR" sz="900"/>
            </a:lvl7pPr>
            <a:lvl8pPr marL="3200400" indent="0" latinLnBrk="1">
              <a:buNone/>
              <a:defRPr lang="ko-KR" sz="900"/>
            </a:lvl8pPr>
            <a:lvl9pPr marL="3657600" indent="0" latinLnBrk="1">
              <a:buNone/>
              <a:defRPr lang="ko-KR" sz="900"/>
            </a:lvl9pPr>
          </a:lstStyle>
          <a:p>
            <a:pPr lvl="0" latinLnBrk="1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53781-6CBC-4E9A-B9E4-5462AE5D09F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날짜 개체 틀 3"/>
          <p:cNvSpPr>
            <a:spLocks noGrp="1"/>
          </p:cNvSpPr>
          <p:nvPr>
            <p:ph type="dt" sz="half" idx="13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1">
              <a:defRPr 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ACB8C5A-8A75-46AC-A30A-E9E5FE74E9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16615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vert"/>
          <a:lstStyle/>
          <a:p>
            <a:pPr lvl="0" latinLnBrk="1"/>
            <a:r>
              <a:rPr lang="ko-KR" altLang="en-US" smtClean="0"/>
              <a:t>마스터 텍스트 스타일을 편집합니다</a:t>
            </a:r>
          </a:p>
          <a:p>
            <a:pPr lvl="1" latinLnBrk="1"/>
            <a:r>
              <a:rPr lang="ko-KR" altLang="en-US" smtClean="0"/>
              <a:t>둘째 수준</a:t>
            </a:r>
          </a:p>
          <a:p>
            <a:pPr lvl="2" latinLnBrk="1"/>
            <a:r>
              <a:rPr lang="ko-KR" altLang="en-US" smtClean="0"/>
              <a:t>셋째 수준</a:t>
            </a:r>
          </a:p>
          <a:p>
            <a:pPr lvl="3" latinLnBrk="1"/>
            <a:r>
              <a:rPr lang="ko-KR" altLang="en-US" smtClean="0"/>
              <a:t>넷째 수준</a:t>
            </a:r>
          </a:p>
          <a:p>
            <a:pPr lvl="4" latinLnBrk="1"/>
            <a:r>
              <a:rPr lang="ko-KR" altLang="en-US" smtClean="0"/>
              <a:t>다섯째 수준</a:t>
            </a:r>
            <a:endParaRPr 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53781-6CBC-4E9A-B9E4-5462AE5D09F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1">
              <a:defRPr 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ACB8C5A-8A75-46AC-A30A-E9E5FE74E9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536256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5897562"/>
          </a:xfrm>
        </p:spPr>
        <p:txBody>
          <a:bodyPr vert="vert"/>
          <a:lstStyle/>
          <a:p>
            <a:r>
              <a:rPr lang="ko-KR" altLang="en-US" smtClean="0"/>
              <a:t>마스터 제목 스타일 편집</a:t>
            </a:r>
            <a:endParaRPr lang="ko-KR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800725" cy="5897562"/>
          </a:xfrm>
        </p:spPr>
        <p:txBody>
          <a:bodyPr vert="vert"/>
          <a:lstStyle/>
          <a:p>
            <a:pPr lvl="0" latinLnBrk="1"/>
            <a:r>
              <a:rPr lang="ko-KR" altLang="en-US" smtClean="0"/>
              <a:t>마스터 텍스트 스타일을 편집합니다</a:t>
            </a:r>
          </a:p>
          <a:p>
            <a:pPr lvl="1" latinLnBrk="1"/>
            <a:r>
              <a:rPr lang="ko-KR" altLang="en-US" smtClean="0"/>
              <a:t>둘째 수준</a:t>
            </a:r>
          </a:p>
          <a:p>
            <a:pPr lvl="2" latinLnBrk="1"/>
            <a:r>
              <a:rPr lang="ko-KR" altLang="en-US" smtClean="0"/>
              <a:t>셋째 수준</a:t>
            </a:r>
          </a:p>
          <a:p>
            <a:pPr lvl="3" latinLnBrk="1"/>
            <a:r>
              <a:rPr lang="ko-KR" altLang="en-US" smtClean="0"/>
              <a:t>넷째 수준</a:t>
            </a:r>
          </a:p>
          <a:p>
            <a:pPr lvl="4" latinLnBrk="1"/>
            <a:r>
              <a:rPr lang="ko-KR" altLang="en-US" smtClean="0"/>
              <a:t>다섯째 수준</a:t>
            </a:r>
            <a:endParaRPr 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53781-6CBC-4E9A-B9E4-5462AE5D09F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1">
              <a:defRPr 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ACB8C5A-8A75-46AC-A30A-E9E5FE74E9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3586516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latinLnBrk="1"/>
            <a:r>
              <a:rPr lang="ko-KR" dirty="0"/>
              <a:t>마스터 텍스트 스타일을 편집합니다</a:t>
            </a:r>
          </a:p>
          <a:p>
            <a:pPr lvl="1" latinLnBrk="1"/>
            <a:r>
              <a:rPr lang="ko-KR" dirty="0"/>
              <a:t>둘째 수준</a:t>
            </a:r>
          </a:p>
          <a:p>
            <a:pPr lvl="2" latinLnBrk="1"/>
            <a:r>
              <a:rPr lang="ko-KR" dirty="0"/>
              <a:t>셋째 수준</a:t>
            </a:r>
          </a:p>
          <a:p>
            <a:pPr lvl="3" latinLnBrk="1"/>
            <a:r>
              <a:rPr lang="ko-KR" dirty="0"/>
              <a:t>넷째 수준</a:t>
            </a:r>
          </a:p>
          <a:p>
            <a:pPr lvl="4" latinLnBrk="1"/>
            <a:r>
              <a:rPr lang="ko-KR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1">
              <a:defRPr 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ACB8C5A-8A75-46AC-A30A-E9E5FE74E9C1}" type="datetimeFigureOut">
              <a:rPr lang="ko-KR" altLang="en-US" smtClean="0"/>
              <a:pPr/>
              <a:t>2017-05-26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1">
              <a:defRPr 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1">
              <a:defRPr lang="ko-KR" sz="11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D453781-6CBC-4E9A-B9E4-5462AE5D09F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775515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lang="ko-KR"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SzPct val="80000"/>
        <a:buFont typeface="Arial" pitchFamily="34" charset="0"/>
        <a:buChar char="•"/>
        <a:defRPr lang="ko-KR"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SzPct val="80000"/>
        <a:buFont typeface="Arial" pitchFamily="34" charset="0"/>
        <a:buChar char="•"/>
        <a:defRPr lang="ko-KR"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SzPct val="80000"/>
        <a:buFont typeface="Arial" pitchFamily="34" charset="0"/>
        <a:buChar char="•"/>
        <a:defRPr lang="ko-KR"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SzPct val="80000"/>
        <a:buFont typeface="Arial" pitchFamily="34" charset="0"/>
        <a:buChar char="•"/>
        <a:defRPr lang="ko-KR"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Mini-project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 smtClean="0"/>
              <a:t>장정</a:t>
            </a:r>
            <a:r>
              <a:rPr lang="ko-KR" altLang="en-US" dirty="0"/>
              <a:t>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메인 홈페이지</a:t>
            </a:r>
            <a:endParaRPr lang="ko-KR" altLang="en-US" dirty="0"/>
          </a:p>
        </p:txBody>
      </p:sp>
      <p:cxnSp>
        <p:nvCxnSpPr>
          <p:cNvPr id="15" name="직선 연결선 14"/>
          <p:cNvCxnSpPr/>
          <p:nvPr/>
        </p:nvCxnSpPr>
        <p:spPr>
          <a:xfrm rot="5400000">
            <a:off x="-1464511" y="3821909"/>
            <a:ext cx="42148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 rot="5400000">
            <a:off x="6323025" y="3821909"/>
            <a:ext cx="42148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642910" y="5929330"/>
            <a:ext cx="77867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642910" y="1714488"/>
            <a:ext cx="77867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785786" y="1785926"/>
            <a:ext cx="1357322" cy="714380"/>
          </a:xfrm>
          <a:prstGeom prst="rect">
            <a:avLst/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Mavel</a:t>
            </a:r>
            <a:r>
              <a:rPr lang="ko-KR" altLang="en-US" dirty="0" smtClean="0">
                <a:solidFill>
                  <a:schemeClr val="tx1"/>
                </a:solidFill>
              </a:rPr>
              <a:t>로고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이미</a:t>
            </a:r>
            <a:r>
              <a:rPr lang="ko-KR" altLang="en-US" dirty="0">
                <a:solidFill>
                  <a:schemeClr val="tx1"/>
                </a:solidFill>
              </a:rPr>
              <a:t>지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2285984" y="1785926"/>
            <a:ext cx="1357322" cy="7143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Store Shop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643306" y="1785926"/>
            <a:ext cx="1357322" cy="7143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Best100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000628" y="1785926"/>
            <a:ext cx="1357322" cy="7143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Event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6357950" y="1785926"/>
            <a:ext cx="1357322" cy="7143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고객센터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786710" y="1785926"/>
            <a:ext cx="561980" cy="714380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로그인</a:t>
            </a:r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회</a:t>
            </a:r>
            <a:r>
              <a:rPr lang="ko-KR" altLang="en-US" sz="700" dirty="0" smtClean="0">
                <a:solidFill>
                  <a:schemeClr val="tx1"/>
                </a:solidFill>
              </a:rPr>
              <a:t>원가입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142976" y="2857496"/>
            <a:ext cx="6643734" cy="2643206"/>
          </a:xfrm>
          <a:prstGeom prst="rect">
            <a:avLst/>
          </a:prstGeom>
          <a:solidFill>
            <a:schemeClr val="accent3">
              <a:lumMod val="40000"/>
              <a:lumOff val="60000"/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이미지 슬라이더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동적으로 움직임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525"/>
            <a:ext cx="10058400" cy="683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4286256"/>
            <a:ext cx="6829425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그림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14" y="3357562"/>
            <a:ext cx="1776413" cy="699649"/>
          </a:xfrm>
          <a:prstGeom prst="rect">
            <a:avLst/>
          </a:prstGeom>
        </p:spPr>
      </p:pic>
      <p:cxnSp>
        <p:nvCxnSpPr>
          <p:cNvPr id="7" name="직선 화살표 연결선 6"/>
          <p:cNvCxnSpPr/>
          <p:nvPr/>
        </p:nvCxnSpPr>
        <p:spPr>
          <a:xfrm>
            <a:off x="3357554" y="3286124"/>
            <a:ext cx="928694" cy="8572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57256" y="2857496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로고 부분을 구현한 부분</a:t>
            </a:r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5852" y="4572008"/>
            <a:ext cx="201930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14414" y="857232"/>
            <a:ext cx="270510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직선 화살표 연결선 12"/>
          <p:cNvCxnSpPr/>
          <p:nvPr/>
        </p:nvCxnSpPr>
        <p:spPr>
          <a:xfrm rot="16200000" flipH="1">
            <a:off x="3714744" y="1142984"/>
            <a:ext cx="714380" cy="4286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00496" y="1714488"/>
            <a:ext cx="2738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배경색과 내용의 넓이를 </a:t>
            </a:r>
            <a:endParaRPr lang="en-US" altLang="ko-KR" dirty="0" smtClean="0"/>
          </a:p>
          <a:p>
            <a:r>
              <a:rPr lang="ko-KR" altLang="en-US" dirty="0" smtClean="0"/>
              <a:t>조정한 </a:t>
            </a:r>
            <a:r>
              <a:rPr lang="en-US" altLang="ko-KR" dirty="0" err="1" smtClean="0"/>
              <a:t>css</a:t>
            </a:r>
            <a:r>
              <a:rPr lang="en-US" altLang="ko-KR" dirty="0" smtClean="0"/>
              <a:t> </a:t>
            </a:r>
            <a:r>
              <a:rPr lang="ko-KR" altLang="en-US" dirty="0" smtClean="0"/>
              <a:t>스타일 이다</a:t>
            </a:r>
            <a:r>
              <a:rPr lang="en-US" altLang="ko-KR" dirty="0" smtClean="0"/>
              <a:t>.</a:t>
            </a:r>
          </a:p>
        </p:txBody>
      </p:sp>
      <p:cxnSp>
        <p:nvCxnSpPr>
          <p:cNvPr id="17" name="직선 연결선 16"/>
          <p:cNvCxnSpPr/>
          <p:nvPr/>
        </p:nvCxnSpPr>
        <p:spPr>
          <a:xfrm rot="10800000" flipV="1">
            <a:off x="3500430" y="1000108"/>
            <a:ext cx="357190" cy="2143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0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드롭다운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메뉴바를</a:t>
            </a:r>
            <a:r>
              <a:rPr lang="ko-KR" altLang="en-US" dirty="0" smtClean="0"/>
              <a:t> 구현</a:t>
            </a:r>
            <a:endParaRPr lang="ko-KR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500042"/>
            <a:ext cx="4438650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3214686"/>
            <a:ext cx="410527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14942" y="1285860"/>
            <a:ext cx="33147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143504" y="785794"/>
            <a:ext cx="382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드롭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매뉴의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css</a:t>
            </a:r>
            <a:r>
              <a:rPr lang="en-US" altLang="ko-KR" dirty="0" smtClean="0"/>
              <a:t> </a:t>
            </a:r>
            <a:r>
              <a:rPr lang="ko-KR" altLang="en-US" dirty="0" smtClean="0"/>
              <a:t>스타일을 지정하기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14290"/>
            <a:ext cx="45339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3214686"/>
            <a:ext cx="3514725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꺾인 연결선 21"/>
          <p:cNvCxnSpPr/>
          <p:nvPr/>
        </p:nvCxnSpPr>
        <p:spPr>
          <a:xfrm rot="16200000" flipH="1">
            <a:off x="4572000" y="2000240"/>
            <a:ext cx="1071570" cy="50006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rot="10800000">
            <a:off x="4143372" y="1500174"/>
            <a:ext cx="714380" cy="21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72066" y="1142984"/>
            <a:ext cx="34307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Css</a:t>
            </a:r>
            <a:r>
              <a:rPr lang="en-US" altLang="ko-KR" dirty="0" smtClean="0"/>
              <a:t> </a:t>
            </a:r>
            <a:r>
              <a:rPr lang="ko-KR" altLang="en-US" dirty="0" smtClean="0"/>
              <a:t>스타일로 </a:t>
            </a:r>
            <a:r>
              <a:rPr lang="ko-KR" altLang="en-US" dirty="0" err="1" smtClean="0"/>
              <a:t>드롭메뉴를</a:t>
            </a:r>
            <a:endParaRPr lang="en-US" altLang="ko-KR" dirty="0" smtClean="0"/>
          </a:p>
          <a:p>
            <a:r>
              <a:rPr lang="ko-KR" altLang="en-US" dirty="0" smtClean="0"/>
              <a:t>각 위치마다 스타일을 지정하여</a:t>
            </a:r>
            <a:endParaRPr lang="en-US" altLang="ko-KR" dirty="0" smtClean="0"/>
          </a:p>
          <a:p>
            <a:r>
              <a:rPr lang="ko-KR" altLang="en-US" dirty="0" smtClean="0"/>
              <a:t>속성값을 넣어준 것이다</a:t>
            </a:r>
            <a:r>
              <a:rPr lang="en-US" altLang="ko-KR" dirty="0" smtClean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00232" y="500042"/>
            <a:ext cx="4174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상단 로그인</a:t>
            </a:r>
            <a:r>
              <a:rPr lang="en-US" altLang="ko-KR" dirty="0" smtClean="0"/>
              <a:t>,</a:t>
            </a:r>
            <a:r>
              <a:rPr lang="ko-KR" altLang="en-US" dirty="0" err="1" smtClean="0"/>
              <a:t>마이페이지를</a:t>
            </a:r>
            <a:r>
              <a:rPr lang="ko-KR" altLang="en-US" dirty="0" smtClean="0"/>
              <a:t> 화면에 구현</a:t>
            </a:r>
            <a:endParaRPr lang="ko-KR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142984"/>
            <a:ext cx="379095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꺾인 연결선 8"/>
          <p:cNvCxnSpPr/>
          <p:nvPr/>
        </p:nvCxnSpPr>
        <p:spPr>
          <a:xfrm>
            <a:off x="4714876" y="3500438"/>
            <a:ext cx="1643074" cy="92869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72264" y="4143380"/>
            <a:ext cx="2271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로그인 페이지의 </a:t>
            </a:r>
            <a:r>
              <a:rPr lang="en-US" altLang="ko-KR" dirty="0" err="1" smtClean="0"/>
              <a:t>css</a:t>
            </a:r>
            <a:endParaRPr lang="en-US" altLang="ko-K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8" y="1500174"/>
            <a:ext cx="113347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14546" y="2143116"/>
            <a:ext cx="2524125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main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8596" y="285728"/>
            <a:ext cx="2786082" cy="27860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57554" y="428604"/>
            <a:ext cx="3661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메인 페이지에 </a:t>
            </a:r>
            <a:r>
              <a:rPr lang="ko-KR" altLang="en-US" dirty="0" err="1" smtClean="0"/>
              <a:t>슬라이드쇼를</a:t>
            </a:r>
            <a:r>
              <a:rPr lang="ko-KR" altLang="en-US" dirty="0" smtClean="0"/>
              <a:t> 첨부</a:t>
            </a:r>
            <a:endParaRPr lang="en-US" altLang="ko-KR" dirty="0" smtClean="0"/>
          </a:p>
          <a:p>
            <a:r>
              <a:rPr lang="ko-KR" altLang="en-US" dirty="0" smtClean="0"/>
              <a:t>구현하다가 </a:t>
            </a:r>
            <a:r>
              <a:rPr lang="en-US" altLang="ko-KR" dirty="0" err="1" smtClean="0"/>
              <a:t>Jquery</a:t>
            </a:r>
            <a:r>
              <a:rPr lang="ko-KR" altLang="en-US" dirty="0" smtClean="0"/>
              <a:t>가 추가되었다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3857628"/>
            <a:ext cx="326707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4572008"/>
            <a:ext cx="354330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357554" y="1357298"/>
            <a:ext cx="554355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42910" y="4071942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HTML </a:t>
            </a:r>
            <a:r>
              <a:rPr lang="ko-KR" altLang="en-US" dirty="0" smtClean="0"/>
              <a:t>부분의 소스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000628" y="3429000"/>
            <a:ext cx="1898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CSS </a:t>
            </a:r>
            <a:r>
              <a:rPr lang="ko-KR" altLang="en-US" dirty="0" smtClean="0"/>
              <a:t>부분의 소스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메인 홈페이지</a:t>
            </a:r>
            <a:r>
              <a:rPr lang="en-US" altLang="ko-KR" dirty="0" smtClean="0"/>
              <a:t>-2</a:t>
            </a:r>
            <a:endParaRPr lang="ko-KR" altLang="en-US" dirty="0"/>
          </a:p>
        </p:txBody>
      </p:sp>
      <p:cxnSp>
        <p:nvCxnSpPr>
          <p:cNvPr id="4" name="직선 연결선 3"/>
          <p:cNvCxnSpPr/>
          <p:nvPr/>
        </p:nvCxnSpPr>
        <p:spPr>
          <a:xfrm rot="5400000">
            <a:off x="-1464511" y="3821909"/>
            <a:ext cx="42148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 rot="5400000">
            <a:off x="6323025" y="3821909"/>
            <a:ext cx="42148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642910" y="5929330"/>
            <a:ext cx="77867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642910" y="1714488"/>
            <a:ext cx="77867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857224" y="1928802"/>
            <a:ext cx="1643074" cy="1357322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상품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857224" y="3500438"/>
            <a:ext cx="3643338" cy="150019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마블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opening </a:t>
            </a:r>
            <a:r>
              <a:rPr lang="ko-KR" altLang="en-US" dirty="0" smtClean="0">
                <a:solidFill>
                  <a:schemeClr val="tx1"/>
                </a:solidFill>
              </a:rPr>
              <a:t>영상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786314" y="3500438"/>
            <a:ext cx="3500462" cy="150019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핫</a:t>
            </a:r>
            <a:r>
              <a:rPr lang="ko-KR" altLang="en-US" dirty="0" err="1">
                <a:solidFill>
                  <a:schemeClr val="tx1"/>
                </a:solidFill>
              </a:rPr>
              <a:t>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857224" y="5572140"/>
            <a:ext cx="7286676" cy="27622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 smtClean="0">
                <a:solidFill>
                  <a:schemeClr val="tx1"/>
                </a:solidFill>
              </a:rPr>
              <a:t>사이트주소</a:t>
            </a:r>
            <a:r>
              <a:rPr lang="en-US" altLang="ko-KR" sz="1100" dirty="0" smtClean="0">
                <a:solidFill>
                  <a:schemeClr val="tx1"/>
                </a:solidFill>
              </a:rPr>
              <a:t>:www.marvle.com  </a:t>
            </a:r>
            <a:r>
              <a:rPr lang="ko-KR" altLang="en-US" sz="1100" dirty="0" err="1" smtClean="0">
                <a:solidFill>
                  <a:schemeClr val="tx1"/>
                </a:solidFill>
              </a:rPr>
              <a:t>이메일</a:t>
            </a:r>
            <a:r>
              <a:rPr lang="en-US" altLang="ko-KR" sz="1100" dirty="0" smtClean="0">
                <a:solidFill>
                  <a:schemeClr val="tx1"/>
                </a:solidFill>
              </a:rPr>
              <a:t>:marvle@naver.com  </a:t>
            </a:r>
            <a:r>
              <a:rPr lang="en-US" altLang="ko-KR" sz="1100" dirty="0" err="1" smtClean="0">
                <a:solidFill>
                  <a:schemeClr val="tx1"/>
                </a:solidFill>
              </a:rPr>
              <a:t>SNS:marvlefacebook</a:t>
            </a:r>
            <a:r>
              <a:rPr lang="en-US" altLang="ko-KR" sz="1100" dirty="0" smtClean="0">
                <a:solidFill>
                  <a:schemeClr val="tx1"/>
                </a:solidFill>
              </a:rPr>
              <a:t> </a:t>
            </a:r>
            <a:r>
              <a:rPr lang="ko-KR" altLang="en-US" sz="1100" dirty="0" smtClean="0">
                <a:solidFill>
                  <a:schemeClr val="tx1"/>
                </a:solidFill>
              </a:rPr>
              <a:t>주소지</a:t>
            </a:r>
            <a:r>
              <a:rPr lang="en-US" altLang="ko-KR" sz="1100" dirty="0" smtClean="0">
                <a:solidFill>
                  <a:schemeClr val="tx1"/>
                </a:solidFill>
              </a:rPr>
              <a:t>:</a:t>
            </a:r>
            <a:r>
              <a:rPr lang="ko-KR" altLang="en-US" sz="1100" dirty="0" smtClean="0">
                <a:solidFill>
                  <a:schemeClr val="tx1"/>
                </a:solidFill>
              </a:rPr>
              <a:t>서울시 강남구</a:t>
            </a:r>
            <a:endParaRPr lang="en-US" altLang="ko-KR" sz="1100" dirty="0" smtClean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857224" y="5286388"/>
            <a:ext cx="1785950" cy="27622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 smtClean="0">
                <a:solidFill>
                  <a:schemeClr val="tx1"/>
                </a:solidFill>
              </a:rPr>
              <a:t>이용약관</a:t>
            </a:r>
            <a:endParaRPr lang="en-US" altLang="ko-KR" sz="1100" dirty="0" smtClean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2643174" y="5286388"/>
            <a:ext cx="1785950" cy="27622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 smtClean="0">
                <a:solidFill>
                  <a:schemeClr val="tx1"/>
                </a:solidFill>
              </a:rPr>
              <a:t>문의사항</a:t>
            </a:r>
            <a:endParaRPr lang="en-US" altLang="ko-KR" sz="1100" dirty="0" smtClean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429124" y="5286388"/>
            <a:ext cx="1857388" cy="27622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</a:rPr>
              <a:t>개인정보 취급방침</a:t>
            </a:r>
            <a:endParaRPr lang="en-US" altLang="ko-KR" sz="1100" dirty="0" smtClean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6286512" y="5286388"/>
            <a:ext cx="1857388" cy="27622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 err="1" smtClean="0">
                <a:solidFill>
                  <a:schemeClr val="tx1"/>
                </a:solidFill>
              </a:rPr>
              <a:t>입점</a:t>
            </a:r>
            <a:r>
              <a:rPr lang="en-US" altLang="ko-KR" sz="1100" dirty="0" smtClean="0">
                <a:solidFill>
                  <a:schemeClr val="tx1"/>
                </a:solidFill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</a:rPr>
              <a:t>제휴문의</a:t>
            </a:r>
            <a:endParaRPr lang="en-US" altLang="ko-KR" sz="1100" dirty="0" smtClean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643702" y="1928802"/>
            <a:ext cx="1643074" cy="1357322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상품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786314" y="1928802"/>
            <a:ext cx="1643074" cy="1357322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상품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857488" y="1928802"/>
            <a:ext cx="1643074" cy="1357322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상품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메인-2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7224" y="285728"/>
            <a:ext cx="7643866" cy="63937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57166"/>
            <a:ext cx="5419725" cy="635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857884" y="428604"/>
            <a:ext cx="19335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BEST SELLER</a:t>
            </a:r>
          </a:p>
          <a:p>
            <a:r>
              <a:rPr lang="ko-KR" altLang="en-US" dirty="0" smtClean="0"/>
              <a:t>의 </a:t>
            </a:r>
            <a:r>
              <a:rPr lang="en-US" altLang="ko-KR" dirty="0" err="1" smtClean="0"/>
              <a:t>HTMl</a:t>
            </a:r>
            <a:r>
              <a:rPr lang="en-US" altLang="ko-KR" dirty="0" smtClean="0"/>
              <a:t> </a:t>
            </a:r>
            <a:r>
              <a:rPr lang="ko-KR" altLang="en-US" dirty="0" smtClean="0"/>
              <a:t>부분을 </a:t>
            </a:r>
            <a:endParaRPr lang="en-US" altLang="ko-KR" dirty="0" smtClean="0"/>
          </a:p>
          <a:p>
            <a:r>
              <a:rPr lang="ko-KR" altLang="en-US" dirty="0" smtClean="0"/>
              <a:t>구현한 부분이다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500042"/>
            <a:ext cx="2838450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4500570"/>
            <a:ext cx="266700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43306" y="4429132"/>
            <a:ext cx="396240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500430" y="928670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인기상품의 공간을 설정</a:t>
            </a:r>
            <a:endParaRPr lang="ko-KR" altLang="en-US" dirty="0"/>
          </a:p>
        </p:txBody>
      </p:sp>
      <p:cxnSp>
        <p:nvCxnSpPr>
          <p:cNvPr id="9" name="직선 화살표 연결선 8"/>
          <p:cNvCxnSpPr/>
          <p:nvPr/>
        </p:nvCxnSpPr>
        <p:spPr>
          <a:xfrm rot="10800000">
            <a:off x="3214678" y="1142984"/>
            <a:ext cx="28575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00496" y="2571744"/>
            <a:ext cx="4956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사진</a:t>
            </a:r>
            <a:r>
              <a:rPr lang="en-US" altLang="ko-KR" dirty="0" smtClean="0"/>
              <a:t>1</a:t>
            </a:r>
            <a:r>
              <a:rPr lang="ko-KR" altLang="en-US" dirty="0" smtClean="0"/>
              <a:t>번을 예를 들어서 위치 속성 글의 위치를</a:t>
            </a:r>
            <a:endParaRPr lang="en-US" altLang="ko-KR" dirty="0" smtClean="0"/>
          </a:p>
          <a:p>
            <a:r>
              <a:rPr lang="ko-KR" altLang="en-US" dirty="0" smtClean="0"/>
              <a:t>설정한 모습이다 다른 사진들은 </a:t>
            </a:r>
            <a:r>
              <a:rPr lang="en-US" altLang="ko-KR" dirty="0" smtClean="0"/>
              <a:t>left</a:t>
            </a:r>
            <a:r>
              <a:rPr lang="ko-KR" altLang="en-US" dirty="0" smtClean="0"/>
              <a:t>의 위치만</a:t>
            </a:r>
            <a:endParaRPr lang="en-US" altLang="ko-KR" dirty="0" smtClean="0"/>
          </a:p>
          <a:p>
            <a:r>
              <a:rPr lang="ko-KR" altLang="en-US" dirty="0" err="1" smtClean="0"/>
              <a:t>다를뿐</a:t>
            </a:r>
            <a:r>
              <a:rPr lang="ko-KR" altLang="en-US" dirty="0" smtClean="0"/>
              <a:t> 같은 속성을 </a:t>
            </a:r>
            <a:r>
              <a:rPr lang="ko-KR" altLang="en-US" dirty="0" err="1" smtClean="0"/>
              <a:t>가지고있다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cxnSp>
        <p:nvCxnSpPr>
          <p:cNvPr id="14" name="직선 화살표 연결선 13"/>
          <p:cNvCxnSpPr/>
          <p:nvPr/>
        </p:nvCxnSpPr>
        <p:spPr>
          <a:xfrm rot="10800000">
            <a:off x="3428992" y="2786058"/>
            <a:ext cx="35719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rot="10800000" flipV="1">
            <a:off x="3214678" y="3429000"/>
            <a:ext cx="785818" cy="7143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rot="5400000">
            <a:off x="4642644" y="4000504"/>
            <a:ext cx="715174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4429132"/>
            <a:ext cx="225742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3500438"/>
            <a:ext cx="7058025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80" y="142852"/>
            <a:ext cx="4610100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000496" y="4714884"/>
            <a:ext cx="3600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동영상의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과 </a:t>
            </a:r>
            <a:r>
              <a:rPr lang="en-US" altLang="ko-KR" dirty="0" err="1" smtClean="0"/>
              <a:t>css</a:t>
            </a:r>
            <a:r>
              <a:rPr lang="en-US" altLang="ko-KR" dirty="0" smtClean="0"/>
              <a:t> </a:t>
            </a:r>
            <a:r>
              <a:rPr lang="ko-KR" altLang="en-US" dirty="0" smtClean="0"/>
              <a:t>속성값이다</a:t>
            </a:r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571876"/>
            <a:ext cx="64008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0232" y="214290"/>
            <a:ext cx="4581525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80" y="4500570"/>
            <a:ext cx="382905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857884" y="4572008"/>
            <a:ext cx="28873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동영상 오른쪽으로 위치한</a:t>
            </a:r>
            <a:endParaRPr lang="en-US" altLang="ko-KR" dirty="0" smtClean="0"/>
          </a:p>
          <a:p>
            <a:r>
              <a:rPr lang="ko-KR" altLang="en-US" dirty="0" smtClean="0"/>
              <a:t>최고의 상품</a:t>
            </a:r>
            <a:endParaRPr lang="en-US" altLang="ko-KR" dirty="0" smtClean="0"/>
          </a:p>
          <a:p>
            <a:r>
              <a:rPr lang="en-US" altLang="ko-KR" dirty="0" smtClean="0"/>
              <a:t>HTML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CSS </a:t>
            </a:r>
            <a:r>
              <a:rPr lang="ko-KR" altLang="en-US" dirty="0" smtClean="0"/>
              <a:t>부분이다</a:t>
            </a:r>
            <a:endParaRPr lang="en-US" altLang="ko-KR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642918"/>
            <a:ext cx="8215338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857224" y="1785926"/>
            <a:ext cx="3433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마지막 </a:t>
            </a:r>
            <a:r>
              <a:rPr lang="en-US" altLang="ko-KR" dirty="0" smtClean="0"/>
              <a:t>footer</a:t>
            </a:r>
            <a:r>
              <a:rPr lang="ko-KR" altLang="en-US" dirty="0" smtClean="0"/>
              <a:t> 부분의 </a:t>
            </a:r>
            <a:r>
              <a:rPr lang="en-US" altLang="ko-KR" dirty="0" smtClean="0"/>
              <a:t>html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</a:t>
            </a: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2500306"/>
            <a:ext cx="43910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571480"/>
            <a:ext cx="285750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71472" y="214290"/>
            <a:ext cx="381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마지막 </a:t>
            </a:r>
            <a:r>
              <a:rPr lang="en-US" altLang="ko-KR" dirty="0" smtClean="0"/>
              <a:t>footer</a:t>
            </a:r>
            <a:r>
              <a:rPr lang="ko-KR" altLang="en-US" dirty="0" smtClean="0"/>
              <a:t> 부분의 </a:t>
            </a:r>
            <a:r>
              <a:rPr lang="en-US" altLang="ko-KR" dirty="0" smtClean="0"/>
              <a:t>CSS</a:t>
            </a:r>
            <a:r>
              <a:rPr lang="ko-KR" altLang="en-US" dirty="0" smtClean="0"/>
              <a:t>설정이다</a:t>
            </a:r>
            <a:r>
              <a:rPr lang="en-US" altLang="ko-KR" dirty="0" smtClean="0"/>
              <a:t>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785794"/>
            <a:ext cx="3171825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3214686"/>
            <a:ext cx="302895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메인 홈페이지</a:t>
            </a:r>
            <a:r>
              <a:rPr lang="en-US" altLang="ko-KR" dirty="0" smtClean="0"/>
              <a:t>-3 </a:t>
            </a:r>
            <a:r>
              <a:rPr lang="ko-KR" altLang="en-US" dirty="0" smtClean="0"/>
              <a:t>동적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928662" y="1785926"/>
            <a:ext cx="1071570" cy="50006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로고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" name="직선 연결선 11"/>
          <p:cNvCxnSpPr/>
          <p:nvPr/>
        </p:nvCxnSpPr>
        <p:spPr>
          <a:xfrm rot="5400000">
            <a:off x="-1464511" y="3821909"/>
            <a:ext cx="42148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 rot="5400000">
            <a:off x="6323025" y="3821909"/>
            <a:ext cx="42148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642910" y="5929330"/>
            <a:ext cx="77867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642910" y="1714488"/>
            <a:ext cx="77867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928662" y="2357430"/>
            <a:ext cx="6715172" cy="50006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메인메뉴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357290" y="3143248"/>
            <a:ext cx="2500330" cy="1785950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상품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714876" y="3143248"/>
            <a:ext cx="2500330" cy="1785950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상품</a:t>
            </a:r>
            <a:r>
              <a:rPr lang="en-US" altLang="ko-KR" dirty="0" smtClean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메인 홈페이지</a:t>
            </a:r>
            <a:r>
              <a:rPr lang="en-US" altLang="ko-KR" dirty="0" smtClean="0"/>
              <a:t>-3 </a:t>
            </a:r>
            <a:r>
              <a:rPr lang="ko-KR" altLang="en-US" dirty="0" smtClean="0"/>
              <a:t>동적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 rot="5400000">
            <a:off x="-1464511" y="3821909"/>
            <a:ext cx="42148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 rot="5400000">
            <a:off x="6323025" y="3821909"/>
            <a:ext cx="42148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642910" y="5929330"/>
            <a:ext cx="77867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642910" y="1714488"/>
            <a:ext cx="778674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071538" y="1928802"/>
            <a:ext cx="6357982" cy="257176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동영상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857224" y="5214950"/>
            <a:ext cx="7286676" cy="27622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 smtClean="0">
                <a:solidFill>
                  <a:schemeClr val="tx1"/>
                </a:solidFill>
              </a:rPr>
              <a:t>사이트주소</a:t>
            </a:r>
            <a:r>
              <a:rPr lang="en-US" altLang="ko-KR" sz="1100" dirty="0" smtClean="0">
                <a:solidFill>
                  <a:schemeClr val="tx1"/>
                </a:solidFill>
              </a:rPr>
              <a:t>:www.marvle.com  </a:t>
            </a:r>
            <a:r>
              <a:rPr lang="ko-KR" altLang="en-US" sz="1100" dirty="0" err="1" smtClean="0">
                <a:solidFill>
                  <a:schemeClr val="tx1"/>
                </a:solidFill>
              </a:rPr>
              <a:t>이메일</a:t>
            </a:r>
            <a:r>
              <a:rPr lang="en-US" altLang="ko-KR" sz="1100" dirty="0" smtClean="0">
                <a:solidFill>
                  <a:schemeClr val="tx1"/>
                </a:solidFill>
              </a:rPr>
              <a:t>:marvle@naver.com  </a:t>
            </a:r>
            <a:r>
              <a:rPr lang="en-US" altLang="ko-KR" sz="1100" dirty="0" err="1" smtClean="0">
                <a:solidFill>
                  <a:schemeClr val="tx1"/>
                </a:solidFill>
              </a:rPr>
              <a:t>SNS:marvlefacebook</a:t>
            </a:r>
            <a:r>
              <a:rPr lang="en-US" altLang="ko-KR" sz="1100" dirty="0" smtClean="0">
                <a:solidFill>
                  <a:schemeClr val="tx1"/>
                </a:solidFill>
              </a:rPr>
              <a:t> </a:t>
            </a:r>
            <a:r>
              <a:rPr lang="ko-KR" altLang="en-US" sz="1100" dirty="0" smtClean="0">
                <a:solidFill>
                  <a:schemeClr val="tx1"/>
                </a:solidFill>
              </a:rPr>
              <a:t>주소지</a:t>
            </a:r>
            <a:r>
              <a:rPr lang="en-US" altLang="ko-KR" sz="1100" dirty="0" smtClean="0">
                <a:solidFill>
                  <a:schemeClr val="tx1"/>
                </a:solidFill>
              </a:rPr>
              <a:t>:</a:t>
            </a:r>
            <a:r>
              <a:rPr lang="ko-KR" altLang="en-US" sz="1100" dirty="0" smtClean="0">
                <a:solidFill>
                  <a:schemeClr val="tx1"/>
                </a:solidFill>
              </a:rPr>
              <a:t>서울시 강남구</a:t>
            </a:r>
            <a:endParaRPr lang="en-US" altLang="ko-KR" sz="1100" dirty="0" smtClean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57224" y="4929198"/>
            <a:ext cx="1785950" cy="27622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 smtClean="0">
                <a:solidFill>
                  <a:schemeClr val="tx1"/>
                </a:solidFill>
              </a:rPr>
              <a:t>이용약관</a:t>
            </a:r>
            <a:endParaRPr lang="en-US" altLang="ko-KR" sz="1100" dirty="0" smtClean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43174" y="4929198"/>
            <a:ext cx="1785950" cy="27622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 smtClean="0">
                <a:solidFill>
                  <a:schemeClr val="tx1"/>
                </a:solidFill>
              </a:rPr>
              <a:t>문의사항</a:t>
            </a:r>
            <a:endParaRPr lang="en-US" altLang="ko-KR" sz="1100" dirty="0" smtClean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429124" y="4929198"/>
            <a:ext cx="1857388" cy="27622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>
                <a:solidFill>
                  <a:schemeClr val="tx1"/>
                </a:solidFill>
              </a:rPr>
              <a:t>개인정보 취급방침</a:t>
            </a:r>
            <a:endParaRPr lang="en-US" altLang="ko-KR" sz="1100" dirty="0" smtClean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286512" y="4929198"/>
            <a:ext cx="1857388" cy="276228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 err="1" smtClean="0">
                <a:solidFill>
                  <a:schemeClr val="tx1"/>
                </a:solidFill>
              </a:rPr>
              <a:t>입점</a:t>
            </a:r>
            <a:r>
              <a:rPr lang="en-US" altLang="ko-KR" sz="1100" dirty="0" smtClean="0">
                <a:solidFill>
                  <a:schemeClr val="tx1"/>
                </a:solidFill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</a:rPr>
              <a:t>제휴문의</a:t>
            </a:r>
            <a:endParaRPr lang="en-US" altLang="ko-KR" sz="11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메인-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4612" y="285728"/>
            <a:ext cx="3714776" cy="6211373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14414" y="1142984"/>
            <a:ext cx="5107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동적으로 화면의 크기를 </a:t>
            </a:r>
            <a:r>
              <a:rPr lang="ko-KR" altLang="en-US" dirty="0" err="1" smtClean="0"/>
              <a:t>줄였을때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css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설정이다</a:t>
            </a:r>
            <a:r>
              <a:rPr lang="en-US" altLang="ko-KR" dirty="0" smtClean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4414" y="1571612"/>
            <a:ext cx="5389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우선 </a:t>
            </a:r>
            <a:r>
              <a:rPr lang="en-US" altLang="ko-KR" dirty="0" smtClean="0"/>
              <a:t>main.css </a:t>
            </a:r>
            <a:r>
              <a:rPr lang="ko-KR" altLang="en-US" dirty="0" smtClean="0"/>
              <a:t>의 스타일에서 모바일에서 </a:t>
            </a:r>
            <a:r>
              <a:rPr lang="ko-KR" altLang="en-US" dirty="0" err="1" smtClean="0"/>
              <a:t>보여질때</a:t>
            </a:r>
            <a:endParaRPr lang="en-US" altLang="ko-KR" dirty="0" smtClean="0"/>
          </a:p>
          <a:p>
            <a:r>
              <a:rPr lang="ko-KR" altLang="en-US" dirty="0" smtClean="0"/>
              <a:t>필요한 부분만 보이게 설정하는 모습이다</a:t>
            </a:r>
            <a:r>
              <a:rPr lang="en-US" altLang="ko-KR" dirty="0" smtClean="0"/>
              <a:t>.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285992"/>
            <a:ext cx="243840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285852" y="2857496"/>
            <a:ext cx="6118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모바일</a:t>
            </a:r>
            <a:r>
              <a:rPr lang="ko-KR" altLang="en-US" dirty="0" smtClean="0"/>
              <a:t> 에서만 구동되는 </a:t>
            </a:r>
            <a:r>
              <a:rPr lang="en-US" altLang="ko-KR" dirty="0" smtClean="0"/>
              <a:t>Main1.css</a:t>
            </a:r>
            <a:r>
              <a:rPr lang="ko-KR" altLang="en-US" dirty="0" smtClean="0"/>
              <a:t>을 만들어서 지정한다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3214686"/>
            <a:ext cx="4895850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직선 화살표 연결선 10"/>
          <p:cNvCxnSpPr/>
          <p:nvPr/>
        </p:nvCxnSpPr>
        <p:spPr>
          <a:xfrm>
            <a:off x="1571604" y="3500438"/>
            <a:ext cx="357190" cy="2143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28794" y="3500438"/>
            <a:ext cx="6215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필요 없는 부분들은 전부 화면상에서 사라지게 만들어준다</a:t>
            </a:r>
            <a:endParaRPr lang="ko-KR" altLang="en-US" dirty="0"/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4414" y="4143380"/>
            <a:ext cx="2438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직선 화살표 연결선 13"/>
          <p:cNvCxnSpPr/>
          <p:nvPr/>
        </p:nvCxnSpPr>
        <p:spPr>
          <a:xfrm>
            <a:off x="3786182" y="4429132"/>
            <a:ext cx="357190" cy="2143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86248" y="4572008"/>
            <a:ext cx="3482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모바일</a:t>
            </a:r>
            <a:r>
              <a:rPr lang="ko-KR" altLang="en-US" dirty="0" smtClean="0"/>
              <a:t> 부분의 배경색 부분이다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472" y="357166"/>
            <a:ext cx="3015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모바일</a:t>
            </a:r>
            <a:r>
              <a:rPr lang="ko-KR" altLang="en-US" dirty="0" smtClean="0"/>
              <a:t> 사진부분의 </a:t>
            </a:r>
            <a:r>
              <a:rPr lang="en-US" altLang="ko-KR" dirty="0" err="1" smtClean="0"/>
              <a:t>css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285860"/>
            <a:ext cx="291465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5143512"/>
            <a:ext cx="260985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1538" y="3429000"/>
            <a:ext cx="391477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000628" y="5072074"/>
            <a:ext cx="30718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두번째</a:t>
            </a:r>
            <a:r>
              <a:rPr lang="ko-KR" altLang="en-US" dirty="0" smtClean="0"/>
              <a:t> 사진은 </a:t>
            </a:r>
            <a:r>
              <a:rPr lang="en-US" altLang="ko-KR" dirty="0" smtClean="0"/>
              <a:t>left</a:t>
            </a:r>
            <a:r>
              <a:rPr lang="ko-KR" altLang="en-US" dirty="0" smtClean="0"/>
              <a:t>속성과 </a:t>
            </a:r>
            <a:r>
              <a:rPr lang="en-US" altLang="ko-KR" dirty="0" smtClean="0"/>
              <a:t>top</a:t>
            </a:r>
            <a:r>
              <a:rPr lang="ko-KR" altLang="en-US" dirty="0" smtClean="0"/>
              <a:t>의 속성값만 다르기때문에 생략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29256" y="1142984"/>
            <a:ext cx="27051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428604"/>
            <a:ext cx="27813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>
            <a:off x="3500430" y="2143116"/>
            <a:ext cx="1643074" cy="11430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14678" y="3357562"/>
            <a:ext cx="4025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동영상 부분을 </a:t>
            </a:r>
            <a:r>
              <a:rPr lang="ko-KR" altLang="en-US" dirty="0" err="1" smtClean="0"/>
              <a:t>모바일에</a:t>
            </a:r>
            <a:r>
              <a:rPr lang="ko-KR" altLang="en-US" dirty="0" smtClean="0"/>
              <a:t> 구현한 부분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48" y="3929066"/>
            <a:ext cx="210502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28662" y="714356"/>
            <a:ext cx="253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Footer 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css</a:t>
            </a:r>
            <a:r>
              <a:rPr lang="ko-KR" altLang="en-US" dirty="0" smtClean="0"/>
              <a:t>부분이다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285860"/>
            <a:ext cx="210502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직선 화살표 연결선 6"/>
          <p:cNvCxnSpPr/>
          <p:nvPr/>
        </p:nvCxnSpPr>
        <p:spPr>
          <a:xfrm>
            <a:off x="3214678" y="2071678"/>
            <a:ext cx="42862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86182" y="1785926"/>
            <a:ext cx="40254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전체 이용약관 및 </a:t>
            </a:r>
            <a:r>
              <a:rPr lang="ko-KR" altLang="en-US" dirty="0" err="1" smtClean="0"/>
              <a:t>이메일</a:t>
            </a:r>
            <a:r>
              <a:rPr lang="ko-KR" altLang="en-US" dirty="0" smtClean="0"/>
              <a:t> 정보를</a:t>
            </a:r>
            <a:endParaRPr lang="en-US" altLang="ko-KR" dirty="0" smtClean="0"/>
          </a:p>
          <a:p>
            <a:r>
              <a:rPr lang="ko-KR" altLang="en-US" dirty="0" smtClean="0"/>
              <a:t>한곳에 묶어 위치와 크기를 지정한다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3143248"/>
            <a:ext cx="3105150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직선 화살표 연결선 11"/>
          <p:cNvCxnSpPr/>
          <p:nvPr/>
        </p:nvCxnSpPr>
        <p:spPr>
          <a:xfrm>
            <a:off x="3357554" y="4857760"/>
            <a:ext cx="85725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01885" y="4686988"/>
            <a:ext cx="343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이용약관의 속성을 설정한 부분</a:t>
            </a:r>
            <a:endParaRPr lang="ko-KR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785794"/>
            <a:ext cx="30194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>
            <a:stCxn id="16386" idx="3"/>
          </p:cNvCxnSpPr>
          <p:nvPr/>
        </p:nvCxnSpPr>
        <p:spPr>
          <a:xfrm>
            <a:off x="3733773" y="2138344"/>
            <a:ext cx="1195417" cy="477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29190" y="1785926"/>
            <a:ext cx="2359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주소 등의 부분의</a:t>
            </a:r>
            <a:endParaRPr lang="en-US" altLang="ko-KR" dirty="0" smtClean="0"/>
          </a:p>
          <a:p>
            <a:r>
              <a:rPr lang="en-US" altLang="ko-KR" dirty="0" err="1" smtClean="0"/>
              <a:t>Css</a:t>
            </a:r>
            <a:r>
              <a:rPr lang="en-US" altLang="ko-KR" dirty="0" smtClean="0"/>
              <a:t> </a:t>
            </a:r>
            <a:r>
              <a:rPr lang="ko-KR" altLang="en-US" dirty="0" smtClean="0"/>
              <a:t>스타일 부분이다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85728"/>
            <a:ext cx="113347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꺾인 연결선 5"/>
          <p:cNvCxnSpPr/>
          <p:nvPr/>
        </p:nvCxnSpPr>
        <p:spPr>
          <a:xfrm>
            <a:off x="1285852" y="714356"/>
            <a:ext cx="1143008" cy="78581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rot="16200000" flipH="1">
            <a:off x="5357818" y="3214686"/>
            <a:ext cx="571504" cy="4286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00760" y="3357562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회원가입 폼의 공간을 설정</a:t>
            </a:r>
            <a:endParaRPr lang="en-US" altLang="ko-KR" dirty="0" smtClean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1736" y="928670"/>
            <a:ext cx="350520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57818" y="4000504"/>
            <a:ext cx="2105025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직선 화살표 연결선 14"/>
          <p:cNvCxnSpPr/>
          <p:nvPr/>
        </p:nvCxnSpPr>
        <p:spPr>
          <a:xfrm rot="5400000">
            <a:off x="2821769" y="3036091"/>
            <a:ext cx="1714512" cy="135732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71538" y="4786322"/>
            <a:ext cx="2514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14348" y="6143644"/>
            <a:ext cx="61341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857224" y="3786190"/>
            <a:ext cx="23439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취소버튼을 </a:t>
            </a:r>
            <a:r>
              <a:rPr lang="ko-KR" altLang="en-US" dirty="0" err="1" smtClean="0"/>
              <a:t>눌렀을때</a:t>
            </a:r>
            <a:endParaRPr lang="en-US" altLang="ko-KR" dirty="0" smtClean="0"/>
          </a:p>
          <a:p>
            <a:r>
              <a:rPr lang="ko-KR" altLang="en-US" dirty="0" smtClean="0"/>
              <a:t>메인 홈페이지로 </a:t>
            </a:r>
            <a:endParaRPr lang="en-US" altLang="ko-KR" dirty="0" smtClean="0"/>
          </a:p>
          <a:p>
            <a:r>
              <a:rPr lang="ko-KR" altLang="en-US" dirty="0" smtClean="0"/>
              <a:t>돌아감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프로세스형 03 16x9">
  <a:themeElements>
    <a:clrScheme name="Process03_16x9">
      <a:dk1>
        <a:sysClr val="windowText" lastClr="000000"/>
      </a:dk1>
      <a:lt1>
        <a:sysClr val="window" lastClr="FFFFFF"/>
      </a:lt1>
      <a:dk2>
        <a:srgbClr val="262626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원본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ocess03_16x9_TP102888901" id="{B441CB4A-B5B6-4004-A5EF-00CD084A2CE0}" vid="{7FC1A0B5-1F70-473F-8AE2-4583EC2AF0D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tf02888912</Template>
  <TotalTime>493</TotalTime>
  <Words>299</Words>
  <Application>Microsoft Office PowerPoint</Application>
  <PresentationFormat>화면 슬라이드 쇼(4:3)</PresentationFormat>
  <Paragraphs>82</Paragraphs>
  <Slides>25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프로세스형 03 16x9</vt:lpstr>
      <vt:lpstr>Mini-project</vt:lpstr>
      <vt:lpstr>메인 홈페이지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메인 홈페이지-2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메인 홈페이지-3 동적</vt:lpstr>
      <vt:lpstr>메인 홈페이지-3 동적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Mini-project</dc:title>
  <dc:creator>kitcoop</dc:creator>
  <cp:lastModifiedBy>kitcoop</cp:lastModifiedBy>
  <cp:revision>50</cp:revision>
  <dcterms:created xsi:type="dcterms:W3CDTF">2017-05-23T06:30:57Z</dcterms:created>
  <dcterms:modified xsi:type="dcterms:W3CDTF">2017-05-26T05:15:38Z</dcterms:modified>
</cp:coreProperties>
</file>