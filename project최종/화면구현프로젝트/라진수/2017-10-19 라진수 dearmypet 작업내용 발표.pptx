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67" r:id="rId4"/>
    <p:sldId id="268" r:id="rId5"/>
    <p:sldId id="272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74" r:id="rId15"/>
    <p:sldId id="264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37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0287E"/>
    <a:srgbClr val="59403B"/>
    <a:srgbClr val="F9E81E"/>
    <a:srgbClr val="F78DBA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24" autoAdjust="0"/>
    <p:restoredTop sz="99854" autoAdjust="0"/>
  </p:normalViewPr>
  <p:slideViewPr>
    <p:cSldViewPr snapToGrid="0" showGuides="1">
      <p:cViewPr varScale="1">
        <p:scale>
          <a:sx n="90" d="100"/>
          <a:sy n="90" d="100"/>
        </p:scale>
        <p:origin x="-828" y="-114"/>
      </p:cViewPr>
      <p:guideLst>
        <p:guide orient="horz" pos="2137"/>
        <p:guide pos="38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428380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107383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866989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736282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4199815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66502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774348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397368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4211638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986079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074414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2B432-0DC4-46F0-B5CD-555B71A0BAF0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451277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1002985" y="714000"/>
            <a:ext cx="4372638" cy="923330"/>
            <a:chOff x="435428" y="325117"/>
            <a:chExt cx="4372638" cy="923330"/>
          </a:xfrm>
        </p:grpSpPr>
        <p:sp>
          <p:nvSpPr>
            <p:cNvPr id="4" name="TextBox 3"/>
            <p:cNvSpPr txBox="1"/>
            <p:nvPr/>
          </p:nvSpPr>
          <p:spPr>
            <a:xfrm>
              <a:off x="598259" y="325117"/>
              <a:ext cx="420980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400" b="1" dirty="0" smtClean="0"/>
                <a:t>D</a:t>
              </a:r>
              <a:r>
                <a:rPr lang="en-US" altLang="ko-KR" sz="5400" dirty="0" smtClean="0"/>
                <a:t>ear </a:t>
              </a:r>
              <a:r>
                <a:rPr lang="en-US" altLang="ko-KR" sz="5400" b="1" dirty="0" smtClean="0"/>
                <a:t>M</a:t>
              </a:r>
              <a:r>
                <a:rPr lang="en-US" altLang="ko-KR" sz="5400" dirty="0" smtClean="0"/>
                <a:t>y </a:t>
              </a:r>
              <a:r>
                <a:rPr lang="en-US" altLang="ko-KR" sz="5400" b="1" dirty="0" smtClean="0"/>
                <a:t>P</a:t>
              </a:r>
              <a:r>
                <a:rPr lang="en-US" altLang="ko-KR" sz="5400" dirty="0" smtClean="0"/>
                <a:t>et</a:t>
              </a:r>
              <a:endParaRPr lang="ko-KR" altLang="en-US" sz="5400" dirty="0" smtClean="0"/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435428" y="448942"/>
              <a:ext cx="0" cy="665155"/>
            </a:xfrm>
            <a:prstGeom prst="line">
              <a:avLst/>
            </a:prstGeom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489" y="2267343"/>
            <a:ext cx="6132512" cy="45906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890" y="6204761"/>
            <a:ext cx="3009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accent1"/>
                </a:solidFill>
              </a:rPr>
              <a:t>https://www.dearmypet.net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8059" y="1638427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chemeClr val="bg1"/>
                </a:solidFill>
              </a:rPr>
              <a:t>라진수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92428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329345" y="241738"/>
            <a:ext cx="3480094" cy="461665"/>
            <a:chOff x="924910" y="1187669"/>
            <a:chExt cx="3480094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34275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주제에 대한 간단한 설명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/>
          <p:cNvGrpSpPr/>
          <p:nvPr/>
        </p:nvGrpSpPr>
        <p:grpSpPr>
          <a:xfrm>
            <a:off x="569342" y="1434253"/>
            <a:ext cx="10980291" cy="4589125"/>
            <a:chOff x="2175920" y="2178096"/>
            <a:chExt cx="3595998" cy="1502918"/>
          </a:xfrm>
        </p:grpSpPr>
        <p:sp>
          <p:nvSpPr>
            <p:cNvPr id="2" name="TextBox 1"/>
            <p:cNvSpPr txBox="1"/>
            <p:nvPr/>
          </p:nvSpPr>
          <p:spPr>
            <a:xfrm>
              <a:off x="3147684" y="2624718"/>
              <a:ext cx="1608108" cy="5140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600" dirty="0" smtClean="0">
                  <a:solidFill>
                    <a:srgbClr val="F0287E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반려동물</a:t>
              </a:r>
              <a:endParaRPr lang="ko-KR" altLang="en-US" sz="9600" dirty="0">
                <a:solidFill>
                  <a:srgbClr val="F0287E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970621" y="2178096"/>
              <a:ext cx="1439066" cy="3326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동물병원</a:t>
              </a:r>
              <a:r>
                <a:rPr lang="en-US" altLang="ko-KR" sz="60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API</a:t>
              </a:r>
              <a:endParaRPr lang="ko-KR" altLang="en-US" sz="6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30900" y="2348624"/>
              <a:ext cx="705149" cy="231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0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분양관리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839980" y="2667061"/>
              <a:ext cx="931938" cy="302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54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입양신청</a:t>
              </a:r>
              <a:endParaRPr lang="ko-KR" altLang="en-US" sz="5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55792" y="3098970"/>
              <a:ext cx="640051" cy="211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6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임시보호</a:t>
              </a:r>
              <a:endParaRPr lang="ko-KR" altLang="en-US" sz="36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561749" y="3287912"/>
              <a:ext cx="1221725" cy="3931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2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동물학대</a:t>
              </a:r>
              <a:endParaRPr lang="ko-KR" altLang="en-US" sz="7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175920" y="2854208"/>
              <a:ext cx="835343" cy="2721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회원가입</a:t>
              </a:r>
              <a:endParaRPr lang="ko-KR" altLang="en-US" sz="48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72347" y="2516261"/>
              <a:ext cx="833243" cy="211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6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소셜 로그인</a:t>
              </a:r>
              <a:endParaRPr lang="ko-KR" altLang="en-US" sz="36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578105" y="3252633"/>
              <a:ext cx="866316" cy="231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0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자유게시판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76159276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329345" y="241738"/>
            <a:ext cx="2289063" cy="461665"/>
            <a:chOff x="924910" y="1187669"/>
            <a:chExt cx="2289063" cy="461665"/>
          </a:xfrm>
        </p:grpSpPr>
        <p:sp>
          <p:nvSpPr>
            <p:cNvPr id="6" name="TextBox 5"/>
            <p:cNvSpPr txBox="1"/>
            <p:nvPr/>
          </p:nvSpPr>
          <p:spPr>
            <a:xfrm>
              <a:off x="977463" y="1187669"/>
              <a:ext cx="2236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기능 </a:t>
              </a:r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투표 제작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193" y="466264"/>
            <a:ext cx="5168448" cy="59829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="" xmlns:p14="http://schemas.microsoft.com/office/powerpoint/2010/main" val="22061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329345" y="241738"/>
            <a:ext cx="4135722" cy="461665"/>
            <a:chOff x="924910" y="1187669"/>
            <a:chExt cx="4135722" cy="461665"/>
          </a:xfrm>
        </p:grpSpPr>
        <p:sp>
          <p:nvSpPr>
            <p:cNvPr id="6" name="TextBox 5"/>
            <p:cNvSpPr txBox="1"/>
            <p:nvPr/>
          </p:nvSpPr>
          <p:spPr>
            <a:xfrm>
              <a:off x="977463" y="1187669"/>
              <a:ext cx="40831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테이블 </a:t>
              </a:r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설계 틀 작성 및 정렬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838200" y="33162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" y="1480456"/>
            <a:ext cx="11702503" cy="4789407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3524250" y="4857750"/>
            <a:ext cx="8667750" cy="1809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17226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29345" y="209839"/>
            <a:ext cx="1442677" cy="461665"/>
            <a:chOff x="924910" y="1155770"/>
            <a:chExt cx="1442677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55770"/>
              <a:ext cx="13901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A.I. </a:t>
              </a:r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설계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C:\Users\kitcoop\Desktop\ai_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6275" y="838200"/>
            <a:ext cx="5162550" cy="5067300"/>
          </a:xfrm>
          <a:prstGeom prst="rect">
            <a:avLst/>
          </a:prstGeom>
          <a:noFill/>
        </p:spPr>
      </p:pic>
      <p:pic>
        <p:nvPicPr>
          <p:cNvPr id="1027" name="Picture 3" descr="C:\Users\kitcoop\Desktop\ai_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0" y="19050"/>
            <a:ext cx="5172075" cy="63166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29345" y="199206"/>
            <a:ext cx="852772" cy="461665"/>
            <a:chOff x="924910" y="1145137"/>
            <a:chExt cx="852772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로고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2690920" y="967551"/>
            <a:ext cx="6794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smtClean="0">
                <a:latin typeface="+mj-lt"/>
              </a:rPr>
              <a:t>글씨가 써지는 효과로 로고 디자인</a:t>
            </a:r>
            <a:endParaRPr lang="ko-KR" altLang="en-US" sz="3200" dirty="0">
              <a:latin typeface="+mj-lt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2550870" y="2211788"/>
            <a:ext cx="7074304" cy="3408620"/>
            <a:chOff x="2550870" y="2211788"/>
            <a:chExt cx="7074304" cy="340862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329399" y="2211788"/>
              <a:ext cx="4295775" cy="10096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329399" y="3558911"/>
              <a:ext cx="3448050" cy="8286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329399" y="4725058"/>
              <a:ext cx="3695700" cy="8953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14" name="타원 13"/>
            <p:cNvSpPr/>
            <p:nvPr/>
          </p:nvSpPr>
          <p:spPr>
            <a:xfrm>
              <a:off x="2550870" y="2583706"/>
              <a:ext cx="199361" cy="26581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/>
            <p:cNvSpPr/>
            <p:nvPr/>
          </p:nvSpPr>
          <p:spPr>
            <a:xfrm>
              <a:off x="2550870" y="3840341"/>
              <a:ext cx="199361" cy="26581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/>
            <p:cNvSpPr/>
            <p:nvPr/>
          </p:nvSpPr>
          <p:spPr>
            <a:xfrm>
              <a:off x="2550870" y="5039826"/>
              <a:ext cx="199361" cy="26581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878434" y="2516558"/>
              <a:ext cx="23262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000" dirty="0" smtClean="0"/>
                <a:t>아무것도 </a:t>
              </a:r>
              <a:r>
                <a:rPr lang="ko-KR" altLang="en-US" sz="2000" dirty="0" err="1" smtClean="0"/>
                <a:t>없는상태</a:t>
              </a:r>
              <a:endParaRPr lang="ko-KR" altLang="en-US" sz="20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916906" y="3773193"/>
              <a:ext cx="1556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000" dirty="0" smtClean="0"/>
                <a:t>그려지는 중</a:t>
              </a:r>
              <a:endParaRPr lang="ko-KR" altLang="en-US" sz="20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904081" y="4972678"/>
              <a:ext cx="18133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000" dirty="0" err="1" smtClean="0"/>
                <a:t>다그려진</a:t>
              </a:r>
              <a:r>
                <a:rPr lang="ko-KR" altLang="en-US" sz="2000" dirty="0" smtClean="0"/>
                <a:t> 상태</a:t>
              </a:r>
              <a:endParaRPr lang="ko-KR" alt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199206"/>
            <a:ext cx="1160549" cy="461665"/>
            <a:chOff x="924910" y="1145137"/>
            <a:chExt cx="1160549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디자인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6421" y="2142841"/>
            <a:ext cx="9945984" cy="4369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2690035" y="967556"/>
            <a:ext cx="6794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err="1" smtClean="0"/>
              <a:t>팝업되는</a:t>
            </a:r>
            <a:r>
              <a:rPr lang="ko-KR" altLang="en-US" sz="3200" dirty="0" smtClean="0"/>
              <a:t> </a:t>
            </a:r>
            <a:r>
              <a:rPr lang="ko-KR" altLang="en-US" sz="3200" dirty="0" err="1" smtClean="0"/>
              <a:t>로그인창</a:t>
            </a:r>
            <a:r>
              <a:rPr lang="ko-KR" altLang="en-US" sz="3200" dirty="0" smtClean="0"/>
              <a:t> 디자인</a:t>
            </a:r>
            <a:endParaRPr lang="ko-KR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199206"/>
            <a:ext cx="1160549" cy="461665"/>
            <a:chOff x="924910" y="1145137"/>
            <a:chExt cx="1160549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디자인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2690035" y="967556"/>
            <a:ext cx="6794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smtClean="0"/>
              <a:t>기본 회원가입 페이지 디자인</a:t>
            </a:r>
            <a:endParaRPr lang="ko-KR" altLang="en-US" sz="3200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9553" y="1860562"/>
            <a:ext cx="8151848" cy="451620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199206"/>
            <a:ext cx="1160549" cy="461665"/>
            <a:chOff x="924910" y="1145137"/>
            <a:chExt cx="1160549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디자인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2690035" y="967556"/>
            <a:ext cx="6794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smtClean="0"/>
              <a:t>반려동물 백과사전 페이지 디자인</a:t>
            </a:r>
            <a:endParaRPr lang="ko-KR" altLang="en-US" sz="3200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4374" y="1747056"/>
            <a:ext cx="8668192" cy="48431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199206"/>
            <a:ext cx="1160549" cy="461665"/>
            <a:chOff x="924910" y="1145137"/>
            <a:chExt cx="1160549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디자인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2690035" y="967556"/>
            <a:ext cx="6794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smtClean="0"/>
              <a:t>공지사항 게시판 디자인</a:t>
            </a:r>
            <a:endParaRPr lang="ko-KR" altLang="en-US" sz="3200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3954" y="1961483"/>
            <a:ext cx="6338223" cy="40917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199206"/>
            <a:ext cx="1160549" cy="461665"/>
            <a:chOff x="924910" y="1145137"/>
            <a:chExt cx="1160549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디자인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2690035" y="967556"/>
            <a:ext cx="6794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smtClean="0"/>
              <a:t>회사 소개 페이지 디자인</a:t>
            </a:r>
            <a:endParaRPr lang="ko-KR" altLang="en-US" sz="3200" dirty="0"/>
          </a:p>
        </p:txBody>
      </p:sp>
      <p:grpSp>
        <p:nvGrpSpPr>
          <p:cNvPr id="16" name="그룹 15"/>
          <p:cNvGrpSpPr/>
          <p:nvPr/>
        </p:nvGrpSpPr>
        <p:grpSpPr>
          <a:xfrm>
            <a:off x="6826860" y="1890792"/>
            <a:ext cx="2900506" cy="4081314"/>
            <a:chOff x="6273967" y="2102342"/>
            <a:chExt cx="2900506" cy="4081314"/>
          </a:xfrm>
        </p:grpSpPr>
        <p:grpSp>
          <p:nvGrpSpPr>
            <p:cNvPr id="15" name="그룹 14"/>
            <p:cNvGrpSpPr/>
            <p:nvPr/>
          </p:nvGrpSpPr>
          <p:grpSpPr>
            <a:xfrm>
              <a:off x="6273967" y="2102342"/>
              <a:ext cx="2889871" cy="3038571"/>
              <a:chOff x="6273967" y="2102342"/>
              <a:chExt cx="2889871" cy="3038571"/>
            </a:xfrm>
          </p:grpSpPr>
          <p:pic>
            <p:nvPicPr>
              <p:cNvPr id="25606" name="Picture 6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6273967" y="2102342"/>
                <a:ext cx="2880000" cy="18520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5607" name="Picture 7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6283838" y="3276836"/>
                <a:ext cx="2880000" cy="18640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25608" name="Picture 8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294473" y="4343400"/>
              <a:ext cx="2880000" cy="1840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4" name="그룹 13"/>
          <p:cNvGrpSpPr/>
          <p:nvPr/>
        </p:nvGrpSpPr>
        <p:grpSpPr>
          <a:xfrm>
            <a:off x="2558699" y="1800494"/>
            <a:ext cx="2902815" cy="4261911"/>
            <a:chOff x="2005806" y="1657977"/>
            <a:chExt cx="2902815" cy="4261911"/>
          </a:xfrm>
        </p:grpSpPr>
        <p:pic>
          <p:nvPicPr>
            <p:cNvPr id="25602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009570" y="1657977"/>
              <a:ext cx="2880000" cy="17560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604" name="Picture 4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028621" y="4049757"/>
              <a:ext cx="2880000" cy="18701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603" name="Picture 3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005806" y="2851298"/>
              <a:ext cx="2880000" cy="1840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199206"/>
            <a:ext cx="1160549" cy="461665"/>
            <a:chOff x="924910" y="1145137"/>
            <a:chExt cx="1160549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디자인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2690035" y="967556"/>
            <a:ext cx="6794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smtClean="0"/>
              <a:t>멤버 전체 디자인 통합작업</a:t>
            </a:r>
            <a:endParaRPr lang="ko-KR" altLang="en-US" sz="3200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10094" y="1798299"/>
            <a:ext cx="2222648" cy="47063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35010" y="1798299"/>
            <a:ext cx="2052724" cy="472674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90002" y="1798299"/>
            <a:ext cx="4927261" cy="41303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199206"/>
            <a:ext cx="852772" cy="461665"/>
            <a:chOff x="924910" y="1145137"/>
            <a:chExt cx="852772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코딩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2690035" y="967556"/>
            <a:ext cx="6794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smtClean="0"/>
              <a:t>추가 </a:t>
            </a:r>
            <a:r>
              <a:rPr lang="ko-KR" altLang="en-US" sz="3200" dirty="0" err="1" smtClean="0"/>
              <a:t>코딩한</a:t>
            </a:r>
            <a:r>
              <a:rPr lang="ko-KR" altLang="en-US" sz="3200" dirty="0" smtClean="0"/>
              <a:t> 내용</a:t>
            </a:r>
            <a:endParaRPr lang="ko-KR" altLang="en-US" sz="3200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80164" y="2122633"/>
            <a:ext cx="7010400" cy="1762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2562952" y="3998855"/>
            <a:ext cx="7053534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dirty="0" smtClean="0"/>
              <a:t> 중복된 </a:t>
            </a:r>
            <a:r>
              <a:rPr lang="ko-KR" altLang="en-US" dirty="0" smtClean="0"/>
              <a:t>코딩 제거를 위해 </a:t>
            </a:r>
            <a:r>
              <a:rPr lang="en-US" altLang="ko-KR" dirty="0" err="1" smtClean="0"/>
              <a:t>css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js</a:t>
            </a:r>
            <a:r>
              <a:rPr lang="en-US" altLang="ko-KR" dirty="0" smtClean="0"/>
              <a:t> </a:t>
            </a:r>
            <a:r>
              <a:rPr lang="ko-KR" altLang="en-US" dirty="0" smtClean="0"/>
              <a:t>부분을 분리 했으나</a:t>
            </a:r>
            <a:endParaRPr lang="en-US" altLang="ko-KR" dirty="0" smtClean="0"/>
          </a:p>
          <a:p>
            <a:pPr>
              <a:buFont typeface="Arial" pitchFamily="34" charset="0"/>
              <a:buChar char="•"/>
            </a:pPr>
            <a:r>
              <a:rPr lang="ko-KR" altLang="en-US" dirty="0" smtClean="0"/>
              <a:t> </a:t>
            </a:r>
            <a:r>
              <a:rPr lang="ko-KR" altLang="en-US" dirty="0" err="1" smtClean="0"/>
              <a:t>타일즈의</a:t>
            </a:r>
            <a:r>
              <a:rPr lang="ko-KR" altLang="en-US" dirty="0" smtClean="0"/>
              <a:t> </a:t>
            </a:r>
            <a:r>
              <a:rPr lang="ko-KR" altLang="en-US" dirty="0" smtClean="0"/>
              <a:t>경우 분리된 페이지 </a:t>
            </a:r>
            <a:r>
              <a:rPr lang="ko-KR" altLang="en-US" dirty="0" err="1" smtClean="0">
                <a:solidFill>
                  <a:srgbClr val="FF0000"/>
                </a:solidFill>
              </a:rPr>
              <a:t>주소값이</a:t>
            </a:r>
            <a:r>
              <a:rPr lang="ko-KR" altLang="en-US" dirty="0" smtClean="0">
                <a:solidFill>
                  <a:srgbClr val="FF0000"/>
                </a:solidFill>
              </a:rPr>
              <a:t> 없을 경우 에러가 </a:t>
            </a:r>
            <a:r>
              <a:rPr lang="ko-KR" altLang="en-US" dirty="0" smtClean="0"/>
              <a:t>발행함</a:t>
            </a:r>
            <a:r>
              <a:rPr lang="en-US" altLang="ko-KR" dirty="0" smtClean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ko-KR" altLang="en-US" dirty="0" smtClean="0"/>
              <a:t> 이를 </a:t>
            </a:r>
            <a:r>
              <a:rPr lang="ko-KR" altLang="en-US" dirty="0" smtClean="0"/>
              <a:t>해결하기 위한 코딩 내용입니다</a:t>
            </a:r>
            <a:r>
              <a:rPr lang="en-US" altLang="ko-KR" dirty="0" smtClean="0"/>
              <a:t>.</a:t>
            </a:r>
            <a:endParaRPr lang="ko-KR" altLang="en-US" dirty="0" smtClean="0"/>
          </a:p>
          <a:p>
            <a:pPr>
              <a:buFont typeface="Arial" pitchFamily="34" charset="0"/>
              <a:buChar char="•"/>
            </a:pPr>
            <a:endParaRPr lang="en-US" altLang="ko-KR" dirty="0" smtClean="0"/>
          </a:p>
          <a:p>
            <a:pPr>
              <a:buFont typeface="Arial" pitchFamily="34" charset="0"/>
              <a:buChar char="•"/>
            </a:pPr>
            <a:endParaRPr lang="en-US" altLang="ko-KR" dirty="0" smtClean="0"/>
          </a:p>
          <a:p>
            <a:pPr>
              <a:buFont typeface="Arial" pitchFamily="34" charset="0"/>
              <a:buChar char="•"/>
            </a:pPr>
            <a:r>
              <a:rPr lang="ko-KR" altLang="en-US" dirty="0" smtClean="0"/>
              <a:t> </a:t>
            </a:r>
            <a:r>
              <a:rPr lang="ko-KR" altLang="en-US" dirty="0" err="1" smtClean="0"/>
              <a:t>타일즈로</a:t>
            </a:r>
            <a:r>
              <a:rPr lang="ko-KR" altLang="en-US" dirty="0" smtClean="0"/>
              <a:t> 불러오는 </a:t>
            </a:r>
            <a:r>
              <a:rPr lang="ko-KR" altLang="en-US" dirty="0" err="1" smtClean="0"/>
              <a:t>페이지별로</a:t>
            </a:r>
            <a:r>
              <a:rPr lang="ko-KR" altLang="en-US" dirty="0" smtClean="0"/>
              <a:t> 현재 불러온 </a:t>
            </a:r>
            <a:r>
              <a:rPr lang="ko-KR" altLang="en-US" dirty="0" err="1" smtClean="0"/>
              <a:t>주소값에</a:t>
            </a:r>
            <a:r>
              <a:rPr lang="ko-KR" altLang="en-US" dirty="0" smtClean="0"/>
              <a:t> 따라</a:t>
            </a:r>
            <a:endParaRPr lang="en-US" altLang="ko-KR" dirty="0" smtClean="0"/>
          </a:p>
          <a:p>
            <a:pPr>
              <a:buFont typeface="Arial" pitchFamily="34" charset="0"/>
              <a:buChar char="•"/>
            </a:pPr>
            <a:r>
              <a:rPr lang="ko-KR" altLang="en-US" dirty="0" smtClean="0"/>
              <a:t> 불러오는 페이지를 다르게 하는 구문입니다</a:t>
            </a:r>
            <a:r>
              <a:rPr lang="en-US" altLang="ko-KR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29345" y="199206"/>
            <a:ext cx="1468325" cy="461665"/>
            <a:chOff x="924910" y="1145137"/>
            <a:chExt cx="1468325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업무분담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45" name="Picture 1" descr="C:\Users\kitcoop\Documents\카카오톡 받은 파일\KakaoTalk_20171019_15404366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4155" y="1747408"/>
            <a:ext cx="11023790" cy="47874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2690035" y="967556"/>
            <a:ext cx="6794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smtClean="0"/>
              <a:t>업무분담을 위한 표 작성</a:t>
            </a:r>
            <a:endParaRPr lang="ko-KR" alt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119" y="3732575"/>
            <a:ext cx="4934881" cy="312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2730" y="3038545"/>
            <a:ext cx="27735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감사합니다</a:t>
            </a:r>
            <a:r>
              <a:rPr lang="en-US" altLang="ko-KR" sz="4000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endParaRPr lang="ko-KR" altLang="en-US" sz="40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0438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127</Words>
  <Application>Microsoft Office PowerPoint</Application>
  <PresentationFormat>사용자 지정</PresentationFormat>
  <Paragraphs>46</Paragraphs>
  <Slides>15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6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kitcoop</dc:creator>
  <cp:lastModifiedBy>kitcoop</cp:lastModifiedBy>
  <cp:revision>204</cp:revision>
  <dcterms:created xsi:type="dcterms:W3CDTF">2017-07-26T00:56:20Z</dcterms:created>
  <dcterms:modified xsi:type="dcterms:W3CDTF">2017-10-19T07:16:39Z</dcterms:modified>
</cp:coreProperties>
</file>