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86" r:id="rId2"/>
    <p:sldId id="257" r:id="rId3"/>
    <p:sldId id="258" r:id="rId4"/>
    <p:sldId id="304" r:id="rId5"/>
    <p:sldId id="316" r:id="rId6"/>
    <p:sldId id="321" r:id="rId7"/>
    <p:sldId id="317" r:id="rId8"/>
    <p:sldId id="318" r:id="rId9"/>
    <p:sldId id="319" r:id="rId10"/>
    <p:sldId id="320" r:id="rId11"/>
    <p:sldId id="322" r:id="rId12"/>
    <p:sldId id="291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EBE600"/>
    <a:srgbClr val="EA0000"/>
    <a:srgbClr val="E9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55" autoAdjust="0"/>
    <p:restoredTop sz="94660"/>
  </p:normalViewPr>
  <p:slideViewPr>
    <p:cSldViewPr>
      <p:cViewPr>
        <p:scale>
          <a:sx n="100" d="100"/>
          <a:sy n="100" d="100"/>
        </p:scale>
        <p:origin x="-954" y="-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5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E290E-1855-4C76-AE8C-9CC724833F86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0DD1D-2713-46C5-95C8-CF8A97CCFF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614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17E6D-81CC-4B51-A111-E9C58B1BFE08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A62-C0FB-48C8-81A0-14ADC9E99D3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07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247501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130F2-1FDA-41E0-8A4C-F945853E1617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576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130F2-1FDA-41E0-8A4C-F945853E1617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576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89964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082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8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7"/>
          <p:cNvGrpSpPr/>
          <p:nvPr userDrawn="1"/>
        </p:nvGrpSpPr>
        <p:grpSpPr>
          <a:xfrm>
            <a:off x="117569" y="281122"/>
            <a:ext cx="8987246" cy="6576878"/>
            <a:chOff x="117568" y="279836"/>
            <a:chExt cx="8987246" cy="6576878"/>
          </a:xfrm>
        </p:grpSpPr>
        <p:grpSp>
          <p:nvGrpSpPr>
            <p:cNvPr id="3" name="그룹 10"/>
            <p:cNvGrpSpPr/>
            <p:nvPr userDrawn="1"/>
          </p:nvGrpSpPr>
          <p:grpSpPr>
            <a:xfrm>
              <a:off x="178529" y="279836"/>
              <a:ext cx="540000" cy="373638"/>
              <a:chOff x="3285372" y="1613498"/>
              <a:chExt cx="2573256" cy="1560224"/>
            </a:xfrm>
          </p:grpSpPr>
          <p:sp>
            <p:nvSpPr>
              <p:cNvPr id="12" name="자유형 11"/>
              <p:cNvSpPr/>
              <p:nvPr userDrawn="1"/>
            </p:nvSpPr>
            <p:spPr>
              <a:xfrm>
                <a:off x="4116914" y="1842807"/>
                <a:ext cx="1741714" cy="1330915"/>
              </a:xfrm>
              <a:custGeom>
                <a:avLst/>
                <a:gdLst>
                  <a:gd name="connsiteX0" fmla="*/ 78375 w 1741714"/>
                  <a:gd name="connsiteY0" fmla="*/ 0 h 1330915"/>
                  <a:gd name="connsiteX1" fmla="*/ 1663339 w 1741714"/>
                  <a:gd name="connsiteY1" fmla="*/ 0 h 1330915"/>
                  <a:gd name="connsiteX2" fmla="*/ 1741714 w 1741714"/>
                  <a:gd name="connsiteY2" fmla="*/ 78375 h 1330915"/>
                  <a:gd name="connsiteX3" fmla="*/ 1741714 w 1741714"/>
                  <a:gd name="connsiteY3" fmla="*/ 1062448 h 1330915"/>
                  <a:gd name="connsiteX4" fmla="*/ 1663339 w 1741714"/>
                  <a:gd name="connsiteY4" fmla="*/ 1140823 h 1330915"/>
                  <a:gd name="connsiteX5" fmla="*/ 1609451 w 1741714"/>
                  <a:gd name="connsiteY5" fmla="*/ 1140823 h 1330915"/>
                  <a:gd name="connsiteX6" fmla="*/ 1609451 w 1741714"/>
                  <a:gd name="connsiteY6" fmla="*/ 1330915 h 1330915"/>
                  <a:gd name="connsiteX7" fmla="*/ 1357810 w 1741714"/>
                  <a:gd name="connsiteY7" fmla="*/ 1140823 h 1330915"/>
                  <a:gd name="connsiteX8" fmla="*/ 78375 w 1741714"/>
                  <a:gd name="connsiteY8" fmla="*/ 1140823 h 1330915"/>
                  <a:gd name="connsiteX9" fmla="*/ 0 w 1741714"/>
                  <a:gd name="connsiteY9" fmla="*/ 1062448 h 1330915"/>
                  <a:gd name="connsiteX10" fmla="*/ 0 w 1741714"/>
                  <a:gd name="connsiteY10" fmla="*/ 78375 h 1330915"/>
                  <a:gd name="connsiteX11" fmla="*/ 78375 w 1741714"/>
                  <a:gd name="connsiteY11" fmla="*/ 0 h 133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4" h="1330915">
                    <a:moveTo>
                      <a:pt x="78375" y="0"/>
                    </a:moveTo>
                    <a:lnTo>
                      <a:pt x="1663339" y="0"/>
                    </a:lnTo>
                    <a:cubicBezTo>
                      <a:pt x="1706624" y="0"/>
                      <a:pt x="1741714" y="35090"/>
                      <a:pt x="1741714" y="78375"/>
                    </a:cubicBezTo>
                    <a:lnTo>
                      <a:pt x="1741714" y="1062448"/>
                    </a:lnTo>
                    <a:cubicBezTo>
                      <a:pt x="1741714" y="1105733"/>
                      <a:pt x="1706624" y="1140823"/>
                      <a:pt x="1663339" y="1140823"/>
                    </a:cubicBezTo>
                    <a:lnTo>
                      <a:pt x="1609451" y="1140823"/>
                    </a:lnTo>
                    <a:lnTo>
                      <a:pt x="1609451" y="1330915"/>
                    </a:lnTo>
                    <a:lnTo>
                      <a:pt x="1357810" y="1140823"/>
                    </a:lnTo>
                    <a:lnTo>
                      <a:pt x="78375" y="1140823"/>
                    </a:lnTo>
                    <a:cubicBezTo>
                      <a:pt x="35090" y="1140823"/>
                      <a:pt x="0" y="1105733"/>
                      <a:pt x="0" y="1062448"/>
                    </a:cubicBezTo>
                    <a:lnTo>
                      <a:pt x="0" y="78375"/>
                    </a:lnTo>
                    <a:cubicBezTo>
                      <a:pt x="0" y="35090"/>
                      <a:pt x="35090" y="0"/>
                      <a:pt x="78375" y="0"/>
                    </a:cubicBezTo>
                    <a:close/>
                  </a:path>
                </a:pathLst>
              </a:custGeom>
              <a:solidFill>
                <a:srgbClr val="B1D1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/>
              <p:cNvCxnSpPr/>
              <p:nvPr userDrawn="1"/>
            </p:nvCxnSpPr>
            <p:spPr>
              <a:xfrm flipH="1">
                <a:off x="4213771" y="1724657"/>
                <a:ext cx="1548000" cy="0"/>
              </a:xfrm>
              <a:prstGeom prst="line">
                <a:avLst/>
              </a:prstGeom>
              <a:ln w="12700">
                <a:solidFill>
                  <a:srgbClr val="EEECE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자유형 13"/>
              <p:cNvSpPr/>
              <p:nvPr userDrawn="1"/>
            </p:nvSpPr>
            <p:spPr>
              <a:xfrm flipH="1">
                <a:off x="3285372" y="1613498"/>
                <a:ext cx="1060205" cy="810146"/>
              </a:xfrm>
              <a:custGeom>
                <a:avLst/>
                <a:gdLst>
                  <a:gd name="connsiteX0" fmla="*/ 1012497 w 1060205"/>
                  <a:gd name="connsiteY0" fmla="*/ 0 h 810146"/>
                  <a:gd name="connsiteX1" fmla="*/ 47708 w 1060205"/>
                  <a:gd name="connsiteY1" fmla="*/ 0 h 810146"/>
                  <a:gd name="connsiteX2" fmla="*/ 0 w 1060205"/>
                  <a:gd name="connsiteY2" fmla="*/ 47708 h 810146"/>
                  <a:gd name="connsiteX3" fmla="*/ 0 w 1060205"/>
                  <a:gd name="connsiteY3" fmla="*/ 646727 h 810146"/>
                  <a:gd name="connsiteX4" fmla="*/ 47708 w 1060205"/>
                  <a:gd name="connsiteY4" fmla="*/ 694435 h 810146"/>
                  <a:gd name="connsiteX5" fmla="*/ 826518 w 1060205"/>
                  <a:gd name="connsiteY5" fmla="*/ 694435 h 810146"/>
                  <a:gd name="connsiteX6" fmla="*/ 979695 w 1060205"/>
                  <a:gd name="connsiteY6" fmla="*/ 810146 h 810146"/>
                  <a:gd name="connsiteX7" fmla="*/ 979695 w 1060205"/>
                  <a:gd name="connsiteY7" fmla="*/ 694435 h 810146"/>
                  <a:gd name="connsiteX8" fmla="*/ 1012497 w 1060205"/>
                  <a:gd name="connsiteY8" fmla="*/ 694435 h 810146"/>
                  <a:gd name="connsiteX9" fmla="*/ 1060205 w 1060205"/>
                  <a:gd name="connsiteY9" fmla="*/ 646727 h 810146"/>
                  <a:gd name="connsiteX10" fmla="*/ 1060205 w 1060205"/>
                  <a:gd name="connsiteY10" fmla="*/ 47708 h 810146"/>
                  <a:gd name="connsiteX11" fmla="*/ 1012497 w 1060205"/>
                  <a:gd name="connsiteY11" fmla="*/ 0 h 81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60205" h="810146">
                    <a:moveTo>
                      <a:pt x="1012497" y="0"/>
                    </a:moveTo>
                    <a:lnTo>
                      <a:pt x="47708" y="0"/>
                    </a:lnTo>
                    <a:cubicBezTo>
                      <a:pt x="21360" y="0"/>
                      <a:pt x="0" y="21360"/>
                      <a:pt x="0" y="47708"/>
                    </a:cubicBezTo>
                    <a:lnTo>
                      <a:pt x="0" y="646727"/>
                    </a:lnTo>
                    <a:cubicBezTo>
                      <a:pt x="0" y="673075"/>
                      <a:pt x="21360" y="694435"/>
                      <a:pt x="47708" y="694435"/>
                    </a:cubicBezTo>
                    <a:lnTo>
                      <a:pt x="826518" y="694435"/>
                    </a:lnTo>
                    <a:lnTo>
                      <a:pt x="979695" y="810146"/>
                    </a:lnTo>
                    <a:lnTo>
                      <a:pt x="979695" y="694435"/>
                    </a:lnTo>
                    <a:lnTo>
                      <a:pt x="1012497" y="694435"/>
                    </a:lnTo>
                    <a:cubicBezTo>
                      <a:pt x="1038845" y="694435"/>
                      <a:pt x="1060205" y="673075"/>
                      <a:pt x="1060205" y="646727"/>
                    </a:cubicBezTo>
                    <a:lnTo>
                      <a:pt x="1060205" y="47708"/>
                    </a:lnTo>
                    <a:cubicBezTo>
                      <a:pt x="1060205" y="21360"/>
                      <a:pt x="1038845" y="0"/>
                      <a:pt x="1012497" y="0"/>
                    </a:cubicBezTo>
                    <a:close/>
                  </a:path>
                </a:pathLst>
              </a:custGeom>
              <a:solidFill>
                <a:srgbClr val="D585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sp>
          <p:nvSpPr>
            <p:cNvPr id="11" name="자유형 10"/>
            <p:cNvSpPr/>
            <p:nvPr userDrawn="1"/>
          </p:nvSpPr>
          <p:spPr>
            <a:xfrm rot="16200000">
              <a:off x="4566191" y="2318091"/>
              <a:ext cx="90000" cy="8987246"/>
            </a:xfrm>
            <a:custGeom>
              <a:avLst/>
              <a:gdLst>
                <a:gd name="connsiteX0" fmla="*/ 68159 w 68159"/>
                <a:gd name="connsiteY0" fmla="*/ 22382 h 8987246"/>
                <a:gd name="connsiteX1" fmla="*/ 68159 w 68159"/>
                <a:gd name="connsiteY1" fmla="*/ 3991180 h 8987246"/>
                <a:gd name="connsiteX2" fmla="*/ 66675 w 68159"/>
                <a:gd name="connsiteY2" fmla="*/ 3991180 h 8987246"/>
                <a:gd name="connsiteX3" fmla="*/ 66675 w 68159"/>
                <a:gd name="connsiteY3" fmla="*/ 4686505 h 8987246"/>
                <a:gd name="connsiteX4" fmla="*/ 68159 w 68159"/>
                <a:gd name="connsiteY4" fmla="*/ 4686505 h 8987246"/>
                <a:gd name="connsiteX5" fmla="*/ 68159 w 68159"/>
                <a:gd name="connsiteY5" fmla="*/ 8964864 h 8987246"/>
                <a:gd name="connsiteX6" fmla="*/ 0 w 68159"/>
                <a:gd name="connsiteY6" fmla="*/ 8987246 h 8987246"/>
                <a:gd name="connsiteX7" fmla="*/ 0 w 68159"/>
                <a:gd name="connsiteY7" fmla="*/ 0 h 8987246"/>
                <a:gd name="connsiteX8" fmla="*/ 68159 w 68159"/>
                <a:gd name="connsiteY8" fmla="*/ 22382 h 898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59" h="8987246">
                  <a:moveTo>
                    <a:pt x="68159" y="22382"/>
                  </a:moveTo>
                  <a:lnTo>
                    <a:pt x="68159" y="3991180"/>
                  </a:lnTo>
                  <a:lnTo>
                    <a:pt x="66675" y="3991180"/>
                  </a:lnTo>
                  <a:lnTo>
                    <a:pt x="66675" y="4686505"/>
                  </a:lnTo>
                  <a:lnTo>
                    <a:pt x="68159" y="4686505"/>
                  </a:lnTo>
                  <a:lnTo>
                    <a:pt x="68159" y="8964864"/>
                  </a:lnTo>
                  <a:cubicBezTo>
                    <a:pt x="68159" y="8977225"/>
                    <a:pt x="37643" y="8987246"/>
                    <a:pt x="0" y="8987246"/>
                  </a:cubicBezTo>
                  <a:lnTo>
                    <a:pt x="0" y="0"/>
                  </a:lnTo>
                  <a:cubicBezTo>
                    <a:pt x="37643" y="0"/>
                    <a:pt x="68159" y="10021"/>
                    <a:pt x="68159" y="22382"/>
                  </a:cubicBezTo>
                  <a:close/>
                </a:path>
              </a:pathLst>
            </a:custGeom>
            <a:solidFill>
              <a:srgbClr val="B1D1CE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799914" y="2701200"/>
            <a:ext cx="5857916" cy="8309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defTabSz="1330325" eaLnBrk="0" latinLnBrk="0" hangingPunct="0">
              <a:buSzPct val="100000"/>
              <a:defRPr/>
            </a:pPr>
            <a:r>
              <a:rPr lang="ko-KR" altLang="en-US" sz="4800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프로젝트 보고서</a:t>
            </a:r>
            <a:endParaRPr lang="ko-KR" altLang="en-US" sz="4800" kern="0" spc="-15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323528" y="3532197"/>
            <a:ext cx="8334302" cy="0"/>
          </a:xfrm>
          <a:custGeom>
            <a:avLst/>
            <a:gdLst>
              <a:gd name="connsiteX0" fmla="*/ 0 w 8334302"/>
              <a:gd name="connsiteY0" fmla="*/ 0 h 0"/>
              <a:gd name="connsiteX1" fmla="*/ 8334302 w 833430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34302">
                <a:moveTo>
                  <a:pt x="0" y="0"/>
                </a:moveTo>
                <a:lnTo>
                  <a:pt x="8334302" y="0"/>
                </a:lnTo>
              </a:path>
            </a:pathLst>
          </a:custGeom>
          <a:noFill/>
          <a:ln w="19050" cap="rnd">
            <a:solidFill>
              <a:schemeClr val="accent1">
                <a:lumMod val="75000"/>
              </a:schemeClr>
            </a:solidFill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680110" y="4514344"/>
            <a:ext cx="4996346" cy="10156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defTabSz="1330325" eaLnBrk="0" latinLnBrk="0" hangingPunct="0">
              <a:buSzPct val="100000"/>
              <a:defRPr/>
            </a:pPr>
            <a:r>
              <a:rPr lang="en-US" altLang="ko-KR" sz="2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2017-10-18</a:t>
            </a:r>
            <a:endParaRPr lang="en-US" altLang="ko-KR" sz="2000" b="1" kern="0" spc="-150" dirty="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endParaRPr lang="en-US" altLang="ko-KR" sz="2000" b="1" kern="0" spc="-150" dirty="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000" b="1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팀장 </a:t>
            </a:r>
            <a:r>
              <a:rPr lang="en-US" altLang="ko-KR" sz="2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: </a:t>
            </a:r>
            <a:r>
              <a:rPr lang="ko-KR" altLang="en-US" sz="2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양재소슬체S" panose="02020603020101020101" pitchFamily="18" charset="-127"/>
                <a:ea typeface="양재소슬체S" panose="02020603020101020101" pitchFamily="18" charset="-127"/>
              </a:rPr>
              <a:t>박성진</a:t>
            </a:r>
            <a:endParaRPr lang="en-US" altLang="ko-KR" sz="2000" b="1" kern="0" spc="-150" dirty="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/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1984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465940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041071" y="1376527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1</a:t>
            </a:r>
            <a:endParaRPr lang="ko-KR" altLang="en-US" sz="600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41071" y="2650863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 dirty="0" smtClean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2</a:t>
            </a:r>
            <a:endParaRPr lang="ko-KR" altLang="en-US" sz="6000" dirty="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3438" y="1711068"/>
            <a:ext cx="432048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>
                    <a:lumMod val="75000"/>
                  </a:schemeClr>
                </a:solidFill>
              </a:rPr>
              <a:t>프로젝트 </a:t>
            </a:r>
            <a:r>
              <a:rPr lang="ko-KR" altLang="en-US" sz="2400" b="1" dirty="0" smtClean="0">
                <a:solidFill>
                  <a:schemeClr val="tx2">
                    <a:lumMod val="75000"/>
                  </a:schemeClr>
                </a:solidFill>
              </a:rPr>
              <a:t>일</a:t>
            </a:r>
            <a:r>
              <a:rPr lang="ko-KR" altLang="en-US" sz="2400" b="1" dirty="0">
                <a:solidFill>
                  <a:schemeClr val="tx2">
                    <a:lumMod val="75000"/>
                  </a:schemeClr>
                </a:solidFill>
              </a:rPr>
              <a:t>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8" y="2996952"/>
            <a:ext cx="4120342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b="1" err="1" smtClean="0">
                <a:solidFill>
                  <a:schemeClr val="tx2">
                    <a:lumMod val="75000"/>
                  </a:schemeClr>
                </a:solidFill>
              </a:rPr>
              <a:t>프로젝트명</a:t>
            </a:r>
            <a:r>
              <a:rPr lang="ko-KR" altLang="en-US" sz="2400" b="1" smtClean="0">
                <a:solidFill>
                  <a:schemeClr val="tx2">
                    <a:lumMod val="75000"/>
                  </a:schemeClr>
                </a:solidFill>
              </a:rPr>
              <a:t> 진행상황</a:t>
            </a:r>
            <a:endParaRPr lang="ko-KR" altLang="en-US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5646" y="1484203"/>
            <a:ext cx="1234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solidFill>
                  <a:schemeClr val="bg1"/>
                </a:solidFill>
              </a:rPr>
              <a:t>목 차</a:t>
            </a:r>
            <a:endParaRPr lang="ko-KR" altLang="en-US" sz="3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5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/>
          <p:cNvSpPr/>
          <p:nvPr/>
        </p:nvSpPr>
        <p:spPr>
          <a:xfrm>
            <a:off x="2542974" y="1340768"/>
            <a:ext cx="4032448" cy="374441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smtClean="0"/>
              <a:t>프로젝트</a:t>
            </a:r>
            <a:endParaRPr lang="en-US" altLang="ko-KR" sz="4000" b="1" smtClean="0"/>
          </a:p>
          <a:p>
            <a:pPr algn="ctr"/>
            <a:r>
              <a:rPr lang="ko-KR" altLang="en-US" sz="4000" b="1" smtClean="0"/>
              <a:t>일정</a:t>
            </a:r>
            <a:endParaRPr lang="ko-KR" altLang="en-US" sz="4000" b="1"/>
          </a:p>
        </p:txBody>
      </p:sp>
    </p:spTree>
    <p:extLst>
      <p:ext uri="{BB962C8B-B14F-4D97-AF65-F5344CB8AC3E}">
        <p14:creationId xmlns:p14="http://schemas.microsoft.com/office/powerpoint/2010/main" val="335680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508319"/>
              </p:ext>
            </p:extLst>
          </p:nvPr>
        </p:nvGraphicFramePr>
        <p:xfrm>
          <a:off x="251520" y="692696"/>
          <a:ext cx="8640961" cy="513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169"/>
                <a:gridCol w="420045"/>
                <a:gridCol w="420045"/>
                <a:gridCol w="420045"/>
                <a:gridCol w="420045"/>
                <a:gridCol w="420045"/>
                <a:gridCol w="456978"/>
                <a:gridCol w="420045"/>
                <a:gridCol w="522368"/>
                <a:gridCol w="517752"/>
                <a:gridCol w="513135"/>
                <a:gridCol w="508519"/>
                <a:gridCol w="503902"/>
                <a:gridCol w="499286"/>
                <a:gridCol w="531601"/>
                <a:gridCol w="491981"/>
              </a:tblGrid>
              <a:tr h="5071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진행사항</a:t>
                      </a:r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7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8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9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10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838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주제</a:t>
                      </a: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&amp;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자료수집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6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38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데이터 모델링</a:t>
                      </a:r>
                      <a:r>
                        <a:rPr lang="en-US" altLang="ko-KR" sz="1600" b="1" smtClean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스토리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보드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51415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DB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구축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BE6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38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디자인</a:t>
                      </a:r>
                      <a:endParaRPr lang="en-US" altLang="ko-KR" sz="16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(Front End)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</a:tr>
              <a:tr h="7838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기능별구현</a:t>
                      </a:r>
                      <a:endParaRPr lang="en-US" altLang="ko-KR" sz="16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(Back</a:t>
                      </a:r>
                      <a:r>
                        <a:rPr lang="en-US" altLang="ko-KR" sz="1600" b="1" baseline="0" dirty="0" smtClean="0">
                          <a:solidFill>
                            <a:schemeClr val="bg1"/>
                          </a:solidFill>
                        </a:rPr>
                        <a:t> End)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38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모듈통합 및</a:t>
                      </a:r>
                      <a:r>
                        <a:rPr lang="ko-KR" altLang="en-US" sz="16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600" b="1" baseline="0" dirty="0" smtClean="0">
                          <a:solidFill>
                            <a:schemeClr val="bg1"/>
                          </a:solidFill>
                        </a:rPr>
                        <a:t>Error </a:t>
                      </a:r>
                      <a:r>
                        <a:rPr lang="ko-KR" altLang="en-US" sz="1600" b="1" baseline="0" dirty="0" smtClean="0">
                          <a:solidFill>
                            <a:schemeClr val="bg1"/>
                          </a:solidFill>
                        </a:rPr>
                        <a:t>수정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F6BB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진행상황</a:t>
            </a:r>
            <a:endParaRPr lang="ko-KR" altLang="en-US" b="1">
              <a:solidFill>
                <a:schemeClr val="bg2"/>
              </a:solidFill>
            </a:endParaRPr>
          </a:p>
        </p:txBody>
      </p:sp>
      <p:sp>
        <p:nvSpPr>
          <p:cNvPr id="15" name="Cool"/>
          <p:cNvSpPr>
            <a:spLocks noChangeAspect="1" noEditPoints="1"/>
          </p:cNvSpPr>
          <p:nvPr/>
        </p:nvSpPr>
        <p:spPr bwMode="auto">
          <a:xfrm>
            <a:off x="7380312" y="4293096"/>
            <a:ext cx="445839" cy="450390"/>
          </a:xfrm>
          <a:custGeom>
            <a:avLst/>
            <a:gdLst>
              <a:gd name="T0" fmla="*/ 640 w 640"/>
              <a:gd name="T1" fmla="*/ 320 h 640"/>
              <a:gd name="T2" fmla="*/ 600 w 640"/>
              <a:gd name="T3" fmla="*/ 231 h 640"/>
              <a:gd name="T4" fmla="*/ 351 w 640"/>
              <a:gd name="T5" fmla="*/ 225 h 640"/>
              <a:gd name="T6" fmla="*/ 77 w 640"/>
              <a:gd name="T7" fmla="*/ 221 h 640"/>
              <a:gd name="T8" fmla="*/ 208 w 640"/>
              <a:gd name="T9" fmla="*/ 240 h 640"/>
              <a:gd name="T10" fmla="*/ 270 w 640"/>
              <a:gd name="T11" fmla="*/ 249 h 640"/>
              <a:gd name="T12" fmla="*/ 278 w 640"/>
              <a:gd name="T13" fmla="*/ 306 h 640"/>
              <a:gd name="T14" fmla="*/ 187 w 640"/>
              <a:gd name="T15" fmla="*/ 373 h 640"/>
              <a:gd name="T16" fmla="*/ 125 w 640"/>
              <a:gd name="T17" fmla="*/ 359 h 640"/>
              <a:gd name="T18" fmla="*/ 94 w 640"/>
              <a:gd name="T19" fmla="*/ 333 h 640"/>
              <a:gd name="T20" fmla="*/ 80 w 640"/>
              <a:gd name="T21" fmla="*/ 290 h 640"/>
              <a:gd name="T22" fmla="*/ 81 w 640"/>
              <a:gd name="T23" fmla="*/ 248 h 640"/>
              <a:gd name="T24" fmla="*/ 160 w 640"/>
              <a:gd name="T25" fmla="*/ 241 h 640"/>
              <a:gd name="T26" fmla="*/ 320 w 640"/>
              <a:gd name="T27" fmla="*/ 240 h 640"/>
              <a:gd name="T28" fmla="*/ 453 w 640"/>
              <a:gd name="T29" fmla="*/ 400 h 640"/>
              <a:gd name="T30" fmla="*/ 602 w 640"/>
              <a:gd name="T31" fmla="*/ 267 h 640"/>
              <a:gd name="T32" fmla="*/ 27 w 640"/>
              <a:gd name="T33" fmla="*/ 320 h 640"/>
              <a:gd name="T34" fmla="*/ 53 w 640"/>
              <a:gd name="T35" fmla="*/ 290 h 640"/>
              <a:gd name="T36" fmla="*/ 307 w 640"/>
              <a:gd name="T37" fmla="*/ 280 h 640"/>
              <a:gd name="T38" fmla="*/ 453 w 640"/>
              <a:gd name="T39" fmla="*/ 240 h 640"/>
              <a:gd name="T40" fmla="*/ 520 w 640"/>
              <a:gd name="T41" fmla="*/ 253 h 640"/>
              <a:gd name="T42" fmla="*/ 573 w 640"/>
              <a:gd name="T43" fmla="*/ 253 h 640"/>
              <a:gd name="T44" fmla="*/ 547 w 640"/>
              <a:gd name="T45" fmla="*/ 307 h 640"/>
              <a:gd name="T46" fmla="*/ 520 w 640"/>
              <a:gd name="T47" fmla="*/ 333 h 640"/>
              <a:gd name="T48" fmla="*/ 493 w 640"/>
              <a:gd name="T49" fmla="*/ 360 h 640"/>
              <a:gd name="T50" fmla="*/ 427 w 640"/>
              <a:gd name="T51" fmla="*/ 371 h 640"/>
              <a:gd name="T52" fmla="*/ 360 w 640"/>
              <a:gd name="T53" fmla="*/ 280 h 640"/>
              <a:gd name="T54" fmla="*/ 413 w 640"/>
              <a:gd name="T55" fmla="*/ 253 h 640"/>
              <a:gd name="T56" fmla="*/ 80 w 640"/>
              <a:gd name="T57" fmla="*/ 267 h 640"/>
              <a:gd name="T58" fmla="*/ 147 w 640"/>
              <a:gd name="T59" fmla="*/ 253 h 640"/>
              <a:gd name="T60" fmla="*/ 147 w 640"/>
              <a:gd name="T61" fmla="*/ 253 h 640"/>
              <a:gd name="T62" fmla="*/ 213 w 640"/>
              <a:gd name="T63" fmla="*/ 267 h 640"/>
              <a:gd name="T64" fmla="*/ 253 w 640"/>
              <a:gd name="T65" fmla="*/ 280 h 640"/>
              <a:gd name="T66" fmla="*/ 373 w 640"/>
              <a:gd name="T67" fmla="*/ 267 h 640"/>
              <a:gd name="T68" fmla="*/ 440 w 640"/>
              <a:gd name="T69" fmla="*/ 253 h 640"/>
              <a:gd name="T70" fmla="*/ 440 w 640"/>
              <a:gd name="T71" fmla="*/ 253 h 640"/>
              <a:gd name="T72" fmla="*/ 507 w 640"/>
              <a:gd name="T73" fmla="*/ 267 h 640"/>
              <a:gd name="T74" fmla="*/ 547 w 640"/>
              <a:gd name="T75" fmla="*/ 280 h 640"/>
              <a:gd name="T76" fmla="*/ 107 w 640"/>
              <a:gd name="T77" fmla="*/ 293 h 640"/>
              <a:gd name="T78" fmla="*/ 173 w 640"/>
              <a:gd name="T79" fmla="*/ 280 h 640"/>
              <a:gd name="T80" fmla="*/ 173 w 640"/>
              <a:gd name="T81" fmla="*/ 280 h 640"/>
              <a:gd name="T82" fmla="*/ 240 w 640"/>
              <a:gd name="T83" fmla="*/ 293 h 640"/>
              <a:gd name="T84" fmla="*/ 413 w 640"/>
              <a:gd name="T85" fmla="*/ 307 h 640"/>
              <a:gd name="T86" fmla="*/ 453 w 640"/>
              <a:gd name="T87" fmla="*/ 293 h 640"/>
              <a:gd name="T88" fmla="*/ 520 w 640"/>
              <a:gd name="T89" fmla="*/ 280 h 640"/>
              <a:gd name="T90" fmla="*/ 520 w 640"/>
              <a:gd name="T91" fmla="*/ 280 h 640"/>
              <a:gd name="T92" fmla="*/ 160 w 640"/>
              <a:gd name="T93" fmla="*/ 320 h 640"/>
              <a:gd name="T94" fmla="*/ 200 w 640"/>
              <a:gd name="T95" fmla="*/ 333 h 640"/>
              <a:gd name="T96" fmla="*/ 240 w 640"/>
              <a:gd name="T97" fmla="*/ 320 h 640"/>
              <a:gd name="T98" fmla="*/ 387 w 640"/>
              <a:gd name="T99" fmla="*/ 307 h 640"/>
              <a:gd name="T100" fmla="*/ 387 w 640"/>
              <a:gd name="T101" fmla="*/ 307 h 640"/>
              <a:gd name="T102" fmla="*/ 453 w 640"/>
              <a:gd name="T103" fmla="*/ 320 h 640"/>
              <a:gd name="T104" fmla="*/ 493 w 640"/>
              <a:gd name="T105" fmla="*/ 333 h 640"/>
              <a:gd name="T106" fmla="*/ 160 w 640"/>
              <a:gd name="T107" fmla="*/ 347 h 640"/>
              <a:gd name="T108" fmla="*/ 227 w 640"/>
              <a:gd name="T109" fmla="*/ 333 h 640"/>
              <a:gd name="T110" fmla="*/ 227 w 640"/>
              <a:gd name="T111" fmla="*/ 333 h 640"/>
              <a:gd name="T112" fmla="*/ 427 w 640"/>
              <a:gd name="T113" fmla="*/ 347 h 640"/>
              <a:gd name="T114" fmla="*/ 467 w 640"/>
              <a:gd name="T115" fmla="*/ 360 h 640"/>
              <a:gd name="T116" fmla="*/ 496 w 640"/>
              <a:gd name="T117" fmla="*/ 431 h 640"/>
              <a:gd name="T118" fmla="*/ 217 w 640"/>
              <a:gd name="T119" fmla="*/ 503 h 640"/>
              <a:gd name="T120" fmla="*/ 506 w 640"/>
              <a:gd name="T121" fmla="*/ 426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40" h="640">
                <a:moveTo>
                  <a:pt x="320" y="0"/>
                </a:moveTo>
                <a:cubicBezTo>
                  <a:pt x="143" y="0"/>
                  <a:pt x="0" y="143"/>
                  <a:pt x="0" y="320"/>
                </a:cubicBezTo>
                <a:cubicBezTo>
                  <a:pt x="0" y="496"/>
                  <a:pt x="143" y="640"/>
                  <a:pt x="320" y="640"/>
                </a:cubicBezTo>
                <a:cubicBezTo>
                  <a:pt x="497" y="640"/>
                  <a:pt x="640" y="496"/>
                  <a:pt x="640" y="320"/>
                </a:cubicBezTo>
                <a:cubicBezTo>
                  <a:pt x="640" y="144"/>
                  <a:pt x="498" y="1"/>
                  <a:pt x="322" y="0"/>
                </a:cubicBezTo>
                <a:cubicBezTo>
                  <a:pt x="321" y="0"/>
                  <a:pt x="321" y="0"/>
                  <a:pt x="320" y="0"/>
                </a:cubicBezTo>
                <a:close/>
                <a:moveTo>
                  <a:pt x="320" y="27"/>
                </a:moveTo>
                <a:cubicBezTo>
                  <a:pt x="451" y="27"/>
                  <a:pt x="562" y="113"/>
                  <a:pt x="600" y="231"/>
                </a:cubicBezTo>
                <a:cubicBezTo>
                  <a:pt x="598" y="231"/>
                  <a:pt x="597" y="230"/>
                  <a:pt x="596" y="230"/>
                </a:cubicBezTo>
                <a:cubicBezTo>
                  <a:pt x="588" y="226"/>
                  <a:pt x="577" y="224"/>
                  <a:pt x="563" y="221"/>
                </a:cubicBezTo>
                <a:cubicBezTo>
                  <a:pt x="535" y="216"/>
                  <a:pt x="492" y="213"/>
                  <a:pt x="432" y="213"/>
                </a:cubicBezTo>
                <a:cubicBezTo>
                  <a:pt x="394" y="213"/>
                  <a:pt x="377" y="221"/>
                  <a:pt x="351" y="225"/>
                </a:cubicBezTo>
                <a:cubicBezTo>
                  <a:pt x="345" y="220"/>
                  <a:pt x="336" y="213"/>
                  <a:pt x="320" y="213"/>
                </a:cubicBezTo>
                <a:cubicBezTo>
                  <a:pt x="304" y="213"/>
                  <a:pt x="295" y="220"/>
                  <a:pt x="289" y="225"/>
                </a:cubicBezTo>
                <a:cubicBezTo>
                  <a:pt x="263" y="221"/>
                  <a:pt x="246" y="213"/>
                  <a:pt x="208" y="213"/>
                </a:cubicBezTo>
                <a:cubicBezTo>
                  <a:pt x="148" y="213"/>
                  <a:pt x="105" y="216"/>
                  <a:pt x="77" y="221"/>
                </a:cubicBezTo>
                <a:cubicBezTo>
                  <a:pt x="63" y="224"/>
                  <a:pt x="52" y="226"/>
                  <a:pt x="44" y="230"/>
                </a:cubicBezTo>
                <a:cubicBezTo>
                  <a:pt x="43" y="230"/>
                  <a:pt x="42" y="231"/>
                  <a:pt x="40" y="231"/>
                </a:cubicBezTo>
                <a:cubicBezTo>
                  <a:pt x="78" y="113"/>
                  <a:pt x="189" y="27"/>
                  <a:pt x="320" y="27"/>
                </a:cubicBezTo>
                <a:close/>
                <a:moveTo>
                  <a:pt x="208" y="240"/>
                </a:moveTo>
                <a:cubicBezTo>
                  <a:pt x="210" y="240"/>
                  <a:pt x="211" y="240"/>
                  <a:pt x="213" y="240"/>
                </a:cubicBezTo>
                <a:cubicBezTo>
                  <a:pt x="213" y="247"/>
                  <a:pt x="219" y="253"/>
                  <a:pt x="227" y="253"/>
                </a:cubicBezTo>
                <a:cubicBezTo>
                  <a:pt x="233" y="253"/>
                  <a:pt x="238" y="249"/>
                  <a:pt x="240" y="243"/>
                </a:cubicBezTo>
                <a:cubicBezTo>
                  <a:pt x="250" y="244"/>
                  <a:pt x="260" y="246"/>
                  <a:pt x="270" y="249"/>
                </a:cubicBezTo>
                <a:cubicBezTo>
                  <a:pt x="272" y="252"/>
                  <a:pt x="276" y="253"/>
                  <a:pt x="280" y="253"/>
                </a:cubicBezTo>
                <a:lnTo>
                  <a:pt x="280" y="280"/>
                </a:lnTo>
                <a:cubicBezTo>
                  <a:pt x="273" y="280"/>
                  <a:pt x="267" y="286"/>
                  <a:pt x="267" y="293"/>
                </a:cubicBezTo>
                <a:cubicBezTo>
                  <a:pt x="267" y="300"/>
                  <a:pt x="272" y="305"/>
                  <a:pt x="278" y="306"/>
                </a:cubicBezTo>
                <a:cubicBezTo>
                  <a:pt x="275" y="329"/>
                  <a:pt x="267" y="343"/>
                  <a:pt x="256" y="353"/>
                </a:cubicBezTo>
                <a:cubicBezTo>
                  <a:pt x="246" y="363"/>
                  <a:pt x="231" y="369"/>
                  <a:pt x="213" y="371"/>
                </a:cubicBezTo>
                <a:cubicBezTo>
                  <a:pt x="212" y="365"/>
                  <a:pt x="207" y="360"/>
                  <a:pt x="200" y="360"/>
                </a:cubicBezTo>
                <a:cubicBezTo>
                  <a:pt x="193" y="360"/>
                  <a:pt x="187" y="366"/>
                  <a:pt x="187" y="373"/>
                </a:cubicBezTo>
                <a:cubicBezTo>
                  <a:pt x="177" y="373"/>
                  <a:pt x="168" y="372"/>
                  <a:pt x="160" y="371"/>
                </a:cubicBezTo>
                <a:cubicBezTo>
                  <a:pt x="158" y="364"/>
                  <a:pt x="153" y="360"/>
                  <a:pt x="147" y="360"/>
                </a:cubicBezTo>
                <a:cubicBezTo>
                  <a:pt x="143" y="360"/>
                  <a:pt x="139" y="361"/>
                  <a:pt x="137" y="364"/>
                </a:cubicBezTo>
                <a:cubicBezTo>
                  <a:pt x="133" y="362"/>
                  <a:pt x="129" y="361"/>
                  <a:pt x="125" y="359"/>
                </a:cubicBezTo>
                <a:cubicBezTo>
                  <a:pt x="130" y="357"/>
                  <a:pt x="133" y="352"/>
                  <a:pt x="133" y="347"/>
                </a:cubicBezTo>
                <a:cubicBezTo>
                  <a:pt x="133" y="339"/>
                  <a:pt x="127" y="333"/>
                  <a:pt x="120" y="333"/>
                </a:cubicBezTo>
                <a:cubicBezTo>
                  <a:pt x="113" y="333"/>
                  <a:pt x="107" y="339"/>
                  <a:pt x="107" y="346"/>
                </a:cubicBezTo>
                <a:cubicBezTo>
                  <a:pt x="102" y="342"/>
                  <a:pt x="98" y="338"/>
                  <a:pt x="94" y="333"/>
                </a:cubicBezTo>
                <a:cubicBezTo>
                  <a:pt x="101" y="332"/>
                  <a:pt x="107" y="327"/>
                  <a:pt x="107" y="320"/>
                </a:cubicBezTo>
                <a:cubicBezTo>
                  <a:pt x="107" y="312"/>
                  <a:pt x="101" y="307"/>
                  <a:pt x="93" y="307"/>
                </a:cubicBezTo>
                <a:cubicBezTo>
                  <a:pt x="89" y="307"/>
                  <a:pt x="86" y="308"/>
                  <a:pt x="83" y="311"/>
                </a:cubicBezTo>
                <a:cubicBezTo>
                  <a:pt x="81" y="304"/>
                  <a:pt x="80" y="297"/>
                  <a:pt x="80" y="290"/>
                </a:cubicBezTo>
                <a:cubicBezTo>
                  <a:pt x="80" y="272"/>
                  <a:pt x="73" y="260"/>
                  <a:pt x="65" y="253"/>
                </a:cubicBezTo>
                <a:cubicBezTo>
                  <a:pt x="65" y="253"/>
                  <a:pt x="66" y="253"/>
                  <a:pt x="67" y="253"/>
                </a:cubicBezTo>
                <a:cubicBezTo>
                  <a:pt x="71" y="253"/>
                  <a:pt x="74" y="251"/>
                  <a:pt x="77" y="248"/>
                </a:cubicBezTo>
                <a:cubicBezTo>
                  <a:pt x="78" y="248"/>
                  <a:pt x="79" y="248"/>
                  <a:pt x="81" y="248"/>
                </a:cubicBezTo>
                <a:cubicBezTo>
                  <a:pt x="89" y="246"/>
                  <a:pt x="98" y="245"/>
                  <a:pt x="107" y="244"/>
                </a:cubicBezTo>
                <a:cubicBezTo>
                  <a:pt x="109" y="250"/>
                  <a:pt x="114" y="253"/>
                  <a:pt x="120" y="253"/>
                </a:cubicBezTo>
                <a:cubicBezTo>
                  <a:pt x="126" y="253"/>
                  <a:pt x="132" y="248"/>
                  <a:pt x="133" y="242"/>
                </a:cubicBezTo>
                <a:cubicBezTo>
                  <a:pt x="141" y="241"/>
                  <a:pt x="151" y="241"/>
                  <a:pt x="160" y="241"/>
                </a:cubicBezTo>
                <a:cubicBezTo>
                  <a:pt x="160" y="248"/>
                  <a:pt x="166" y="253"/>
                  <a:pt x="173" y="253"/>
                </a:cubicBezTo>
                <a:cubicBezTo>
                  <a:pt x="181" y="253"/>
                  <a:pt x="186" y="247"/>
                  <a:pt x="187" y="240"/>
                </a:cubicBezTo>
                <a:cubicBezTo>
                  <a:pt x="194" y="240"/>
                  <a:pt x="200" y="240"/>
                  <a:pt x="208" y="240"/>
                </a:cubicBezTo>
                <a:close/>
                <a:moveTo>
                  <a:pt x="320" y="240"/>
                </a:moveTo>
                <a:cubicBezTo>
                  <a:pt x="328" y="240"/>
                  <a:pt x="332" y="245"/>
                  <a:pt x="333" y="246"/>
                </a:cubicBezTo>
                <a:lnTo>
                  <a:pt x="333" y="280"/>
                </a:lnTo>
                <a:cubicBezTo>
                  <a:pt x="333" y="322"/>
                  <a:pt x="344" y="353"/>
                  <a:pt x="366" y="373"/>
                </a:cubicBezTo>
                <a:cubicBezTo>
                  <a:pt x="388" y="393"/>
                  <a:pt x="418" y="400"/>
                  <a:pt x="453" y="400"/>
                </a:cubicBezTo>
                <a:cubicBezTo>
                  <a:pt x="489" y="400"/>
                  <a:pt x="522" y="389"/>
                  <a:pt x="547" y="370"/>
                </a:cubicBezTo>
                <a:cubicBezTo>
                  <a:pt x="571" y="351"/>
                  <a:pt x="587" y="322"/>
                  <a:pt x="587" y="290"/>
                </a:cubicBezTo>
                <a:cubicBezTo>
                  <a:pt x="587" y="274"/>
                  <a:pt x="590" y="273"/>
                  <a:pt x="593" y="271"/>
                </a:cubicBezTo>
                <a:cubicBezTo>
                  <a:pt x="595" y="270"/>
                  <a:pt x="598" y="269"/>
                  <a:pt x="602" y="267"/>
                </a:cubicBezTo>
                <a:cubicBezTo>
                  <a:pt x="603" y="266"/>
                  <a:pt x="606" y="265"/>
                  <a:pt x="608" y="263"/>
                </a:cubicBezTo>
                <a:cubicBezTo>
                  <a:pt x="611" y="281"/>
                  <a:pt x="613" y="300"/>
                  <a:pt x="613" y="320"/>
                </a:cubicBezTo>
                <a:cubicBezTo>
                  <a:pt x="613" y="482"/>
                  <a:pt x="482" y="613"/>
                  <a:pt x="320" y="613"/>
                </a:cubicBezTo>
                <a:cubicBezTo>
                  <a:pt x="158" y="613"/>
                  <a:pt x="27" y="482"/>
                  <a:pt x="27" y="320"/>
                </a:cubicBezTo>
                <a:cubicBezTo>
                  <a:pt x="27" y="300"/>
                  <a:pt x="29" y="281"/>
                  <a:pt x="32" y="263"/>
                </a:cubicBezTo>
                <a:cubicBezTo>
                  <a:pt x="34" y="265"/>
                  <a:pt x="36" y="266"/>
                  <a:pt x="38" y="267"/>
                </a:cubicBezTo>
                <a:cubicBezTo>
                  <a:pt x="42" y="269"/>
                  <a:pt x="45" y="270"/>
                  <a:pt x="46" y="271"/>
                </a:cubicBezTo>
                <a:cubicBezTo>
                  <a:pt x="50" y="273"/>
                  <a:pt x="53" y="274"/>
                  <a:pt x="53" y="290"/>
                </a:cubicBezTo>
                <a:cubicBezTo>
                  <a:pt x="53" y="322"/>
                  <a:pt x="69" y="351"/>
                  <a:pt x="93" y="370"/>
                </a:cubicBezTo>
                <a:cubicBezTo>
                  <a:pt x="118" y="389"/>
                  <a:pt x="151" y="400"/>
                  <a:pt x="187" y="400"/>
                </a:cubicBezTo>
                <a:cubicBezTo>
                  <a:pt x="222" y="400"/>
                  <a:pt x="252" y="393"/>
                  <a:pt x="274" y="373"/>
                </a:cubicBezTo>
                <a:cubicBezTo>
                  <a:pt x="296" y="353"/>
                  <a:pt x="307" y="322"/>
                  <a:pt x="307" y="280"/>
                </a:cubicBezTo>
                <a:lnTo>
                  <a:pt x="307" y="246"/>
                </a:lnTo>
                <a:cubicBezTo>
                  <a:pt x="308" y="245"/>
                  <a:pt x="312" y="240"/>
                  <a:pt x="320" y="240"/>
                </a:cubicBezTo>
                <a:close/>
                <a:moveTo>
                  <a:pt x="432" y="240"/>
                </a:moveTo>
                <a:cubicBezTo>
                  <a:pt x="440" y="240"/>
                  <a:pt x="446" y="240"/>
                  <a:pt x="453" y="240"/>
                </a:cubicBezTo>
                <a:cubicBezTo>
                  <a:pt x="453" y="247"/>
                  <a:pt x="459" y="253"/>
                  <a:pt x="467" y="253"/>
                </a:cubicBezTo>
                <a:cubicBezTo>
                  <a:pt x="474" y="253"/>
                  <a:pt x="479" y="248"/>
                  <a:pt x="480" y="241"/>
                </a:cubicBezTo>
                <a:cubicBezTo>
                  <a:pt x="489" y="241"/>
                  <a:pt x="499" y="241"/>
                  <a:pt x="507" y="242"/>
                </a:cubicBezTo>
                <a:cubicBezTo>
                  <a:pt x="508" y="248"/>
                  <a:pt x="513" y="253"/>
                  <a:pt x="520" y="253"/>
                </a:cubicBezTo>
                <a:cubicBezTo>
                  <a:pt x="526" y="253"/>
                  <a:pt x="531" y="250"/>
                  <a:pt x="533" y="244"/>
                </a:cubicBezTo>
                <a:cubicBezTo>
                  <a:pt x="542" y="245"/>
                  <a:pt x="551" y="246"/>
                  <a:pt x="559" y="247"/>
                </a:cubicBezTo>
                <a:cubicBezTo>
                  <a:pt x="560" y="248"/>
                  <a:pt x="562" y="248"/>
                  <a:pt x="563" y="248"/>
                </a:cubicBezTo>
                <a:cubicBezTo>
                  <a:pt x="566" y="251"/>
                  <a:pt x="569" y="253"/>
                  <a:pt x="573" y="253"/>
                </a:cubicBezTo>
                <a:cubicBezTo>
                  <a:pt x="574" y="253"/>
                  <a:pt x="574" y="253"/>
                  <a:pt x="575" y="253"/>
                </a:cubicBezTo>
                <a:cubicBezTo>
                  <a:pt x="567" y="260"/>
                  <a:pt x="560" y="272"/>
                  <a:pt x="560" y="290"/>
                </a:cubicBezTo>
                <a:cubicBezTo>
                  <a:pt x="560" y="297"/>
                  <a:pt x="559" y="304"/>
                  <a:pt x="557" y="311"/>
                </a:cubicBezTo>
                <a:cubicBezTo>
                  <a:pt x="554" y="308"/>
                  <a:pt x="550" y="307"/>
                  <a:pt x="547" y="307"/>
                </a:cubicBezTo>
                <a:cubicBezTo>
                  <a:pt x="539" y="307"/>
                  <a:pt x="533" y="312"/>
                  <a:pt x="533" y="320"/>
                </a:cubicBezTo>
                <a:cubicBezTo>
                  <a:pt x="533" y="327"/>
                  <a:pt x="539" y="333"/>
                  <a:pt x="545" y="333"/>
                </a:cubicBezTo>
                <a:cubicBezTo>
                  <a:pt x="542" y="338"/>
                  <a:pt x="538" y="342"/>
                  <a:pt x="533" y="346"/>
                </a:cubicBezTo>
                <a:cubicBezTo>
                  <a:pt x="533" y="339"/>
                  <a:pt x="527" y="333"/>
                  <a:pt x="520" y="333"/>
                </a:cubicBezTo>
                <a:cubicBezTo>
                  <a:pt x="513" y="333"/>
                  <a:pt x="507" y="339"/>
                  <a:pt x="507" y="347"/>
                </a:cubicBezTo>
                <a:cubicBezTo>
                  <a:pt x="507" y="352"/>
                  <a:pt x="510" y="357"/>
                  <a:pt x="515" y="359"/>
                </a:cubicBezTo>
                <a:cubicBezTo>
                  <a:pt x="511" y="361"/>
                  <a:pt x="507" y="362"/>
                  <a:pt x="503" y="364"/>
                </a:cubicBezTo>
                <a:cubicBezTo>
                  <a:pt x="500" y="361"/>
                  <a:pt x="497" y="360"/>
                  <a:pt x="493" y="360"/>
                </a:cubicBezTo>
                <a:cubicBezTo>
                  <a:pt x="487" y="360"/>
                  <a:pt x="481" y="364"/>
                  <a:pt x="480" y="371"/>
                </a:cubicBezTo>
                <a:cubicBezTo>
                  <a:pt x="472" y="372"/>
                  <a:pt x="463" y="373"/>
                  <a:pt x="453" y="373"/>
                </a:cubicBezTo>
                <a:cubicBezTo>
                  <a:pt x="453" y="366"/>
                  <a:pt x="447" y="360"/>
                  <a:pt x="440" y="360"/>
                </a:cubicBezTo>
                <a:cubicBezTo>
                  <a:pt x="433" y="360"/>
                  <a:pt x="428" y="365"/>
                  <a:pt x="427" y="371"/>
                </a:cubicBezTo>
                <a:cubicBezTo>
                  <a:pt x="409" y="369"/>
                  <a:pt x="394" y="363"/>
                  <a:pt x="384" y="353"/>
                </a:cubicBezTo>
                <a:cubicBezTo>
                  <a:pt x="373" y="343"/>
                  <a:pt x="365" y="329"/>
                  <a:pt x="362" y="306"/>
                </a:cubicBezTo>
                <a:cubicBezTo>
                  <a:pt x="368" y="305"/>
                  <a:pt x="373" y="300"/>
                  <a:pt x="373" y="293"/>
                </a:cubicBezTo>
                <a:cubicBezTo>
                  <a:pt x="373" y="286"/>
                  <a:pt x="367" y="280"/>
                  <a:pt x="360" y="280"/>
                </a:cubicBezTo>
                <a:lnTo>
                  <a:pt x="360" y="253"/>
                </a:lnTo>
                <a:cubicBezTo>
                  <a:pt x="364" y="253"/>
                  <a:pt x="367" y="252"/>
                  <a:pt x="370" y="249"/>
                </a:cubicBezTo>
                <a:cubicBezTo>
                  <a:pt x="380" y="246"/>
                  <a:pt x="390" y="244"/>
                  <a:pt x="400" y="243"/>
                </a:cubicBezTo>
                <a:cubicBezTo>
                  <a:pt x="402" y="249"/>
                  <a:pt x="407" y="253"/>
                  <a:pt x="413" y="253"/>
                </a:cubicBezTo>
                <a:cubicBezTo>
                  <a:pt x="421" y="253"/>
                  <a:pt x="426" y="247"/>
                  <a:pt x="427" y="240"/>
                </a:cubicBezTo>
                <a:cubicBezTo>
                  <a:pt x="428" y="240"/>
                  <a:pt x="430" y="240"/>
                  <a:pt x="432" y="240"/>
                </a:cubicBezTo>
                <a:close/>
                <a:moveTo>
                  <a:pt x="93" y="253"/>
                </a:moveTo>
                <a:cubicBezTo>
                  <a:pt x="86" y="253"/>
                  <a:pt x="80" y="259"/>
                  <a:pt x="80" y="267"/>
                </a:cubicBezTo>
                <a:cubicBezTo>
                  <a:pt x="80" y="274"/>
                  <a:pt x="86" y="280"/>
                  <a:pt x="93" y="280"/>
                </a:cubicBezTo>
                <a:cubicBezTo>
                  <a:pt x="101" y="280"/>
                  <a:pt x="107" y="274"/>
                  <a:pt x="107" y="267"/>
                </a:cubicBezTo>
                <a:cubicBezTo>
                  <a:pt x="107" y="259"/>
                  <a:pt x="101" y="253"/>
                  <a:pt x="93" y="253"/>
                </a:cubicBezTo>
                <a:close/>
                <a:moveTo>
                  <a:pt x="147" y="253"/>
                </a:moveTo>
                <a:cubicBezTo>
                  <a:pt x="139" y="253"/>
                  <a:pt x="133" y="259"/>
                  <a:pt x="133" y="267"/>
                </a:cubicBezTo>
                <a:cubicBezTo>
                  <a:pt x="133" y="274"/>
                  <a:pt x="139" y="280"/>
                  <a:pt x="147" y="280"/>
                </a:cubicBezTo>
                <a:cubicBezTo>
                  <a:pt x="154" y="280"/>
                  <a:pt x="160" y="274"/>
                  <a:pt x="160" y="267"/>
                </a:cubicBezTo>
                <a:cubicBezTo>
                  <a:pt x="160" y="259"/>
                  <a:pt x="154" y="253"/>
                  <a:pt x="147" y="253"/>
                </a:cubicBezTo>
                <a:close/>
                <a:moveTo>
                  <a:pt x="200" y="253"/>
                </a:moveTo>
                <a:cubicBezTo>
                  <a:pt x="193" y="253"/>
                  <a:pt x="187" y="259"/>
                  <a:pt x="187" y="267"/>
                </a:cubicBezTo>
                <a:cubicBezTo>
                  <a:pt x="187" y="274"/>
                  <a:pt x="193" y="280"/>
                  <a:pt x="200" y="280"/>
                </a:cubicBezTo>
                <a:cubicBezTo>
                  <a:pt x="207" y="280"/>
                  <a:pt x="213" y="274"/>
                  <a:pt x="213" y="267"/>
                </a:cubicBezTo>
                <a:cubicBezTo>
                  <a:pt x="213" y="259"/>
                  <a:pt x="207" y="253"/>
                  <a:pt x="200" y="253"/>
                </a:cubicBezTo>
                <a:close/>
                <a:moveTo>
                  <a:pt x="253" y="253"/>
                </a:moveTo>
                <a:cubicBezTo>
                  <a:pt x="246" y="253"/>
                  <a:pt x="240" y="259"/>
                  <a:pt x="240" y="267"/>
                </a:cubicBezTo>
                <a:cubicBezTo>
                  <a:pt x="240" y="274"/>
                  <a:pt x="246" y="280"/>
                  <a:pt x="253" y="280"/>
                </a:cubicBezTo>
                <a:cubicBezTo>
                  <a:pt x="261" y="280"/>
                  <a:pt x="267" y="274"/>
                  <a:pt x="267" y="267"/>
                </a:cubicBezTo>
                <a:cubicBezTo>
                  <a:pt x="267" y="259"/>
                  <a:pt x="261" y="253"/>
                  <a:pt x="253" y="253"/>
                </a:cubicBezTo>
                <a:close/>
                <a:moveTo>
                  <a:pt x="387" y="253"/>
                </a:moveTo>
                <a:cubicBezTo>
                  <a:pt x="379" y="253"/>
                  <a:pt x="373" y="259"/>
                  <a:pt x="373" y="267"/>
                </a:cubicBezTo>
                <a:cubicBezTo>
                  <a:pt x="373" y="274"/>
                  <a:pt x="379" y="280"/>
                  <a:pt x="387" y="280"/>
                </a:cubicBezTo>
                <a:cubicBezTo>
                  <a:pt x="394" y="280"/>
                  <a:pt x="400" y="274"/>
                  <a:pt x="400" y="267"/>
                </a:cubicBezTo>
                <a:cubicBezTo>
                  <a:pt x="400" y="259"/>
                  <a:pt x="394" y="253"/>
                  <a:pt x="387" y="253"/>
                </a:cubicBezTo>
                <a:close/>
                <a:moveTo>
                  <a:pt x="440" y="253"/>
                </a:moveTo>
                <a:cubicBezTo>
                  <a:pt x="433" y="253"/>
                  <a:pt x="427" y="259"/>
                  <a:pt x="427" y="267"/>
                </a:cubicBezTo>
                <a:cubicBezTo>
                  <a:pt x="427" y="274"/>
                  <a:pt x="433" y="280"/>
                  <a:pt x="440" y="280"/>
                </a:cubicBezTo>
                <a:cubicBezTo>
                  <a:pt x="447" y="280"/>
                  <a:pt x="453" y="274"/>
                  <a:pt x="453" y="267"/>
                </a:cubicBezTo>
                <a:cubicBezTo>
                  <a:pt x="453" y="259"/>
                  <a:pt x="447" y="253"/>
                  <a:pt x="440" y="253"/>
                </a:cubicBezTo>
                <a:close/>
                <a:moveTo>
                  <a:pt x="493" y="253"/>
                </a:moveTo>
                <a:cubicBezTo>
                  <a:pt x="486" y="253"/>
                  <a:pt x="480" y="259"/>
                  <a:pt x="480" y="267"/>
                </a:cubicBezTo>
                <a:cubicBezTo>
                  <a:pt x="480" y="274"/>
                  <a:pt x="486" y="280"/>
                  <a:pt x="493" y="280"/>
                </a:cubicBezTo>
                <a:cubicBezTo>
                  <a:pt x="501" y="280"/>
                  <a:pt x="507" y="274"/>
                  <a:pt x="507" y="267"/>
                </a:cubicBezTo>
                <a:cubicBezTo>
                  <a:pt x="507" y="259"/>
                  <a:pt x="501" y="253"/>
                  <a:pt x="493" y="253"/>
                </a:cubicBezTo>
                <a:close/>
                <a:moveTo>
                  <a:pt x="547" y="253"/>
                </a:moveTo>
                <a:cubicBezTo>
                  <a:pt x="539" y="253"/>
                  <a:pt x="533" y="259"/>
                  <a:pt x="533" y="267"/>
                </a:cubicBezTo>
                <a:cubicBezTo>
                  <a:pt x="533" y="274"/>
                  <a:pt x="539" y="280"/>
                  <a:pt x="547" y="280"/>
                </a:cubicBezTo>
                <a:cubicBezTo>
                  <a:pt x="554" y="280"/>
                  <a:pt x="560" y="274"/>
                  <a:pt x="560" y="267"/>
                </a:cubicBezTo>
                <a:cubicBezTo>
                  <a:pt x="560" y="259"/>
                  <a:pt x="554" y="253"/>
                  <a:pt x="547" y="253"/>
                </a:cubicBezTo>
                <a:close/>
                <a:moveTo>
                  <a:pt x="120" y="280"/>
                </a:moveTo>
                <a:cubicBezTo>
                  <a:pt x="113" y="280"/>
                  <a:pt x="107" y="286"/>
                  <a:pt x="107" y="293"/>
                </a:cubicBezTo>
                <a:cubicBezTo>
                  <a:pt x="107" y="301"/>
                  <a:pt x="113" y="307"/>
                  <a:pt x="120" y="307"/>
                </a:cubicBezTo>
                <a:cubicBezTo>
                  <a:pt x="127" y="307"/>
                  <a:pt x="133" y="301"/>
                  <a:pt x="133" y="293"/>
                </a:cubicBezTo>
                <a:cubicBezTo>
                  <a:pt x="133" y="286"/>
                  <a:pt x="127" y="280"/>
                  <a:pt x="120" y="280"/>
                </a:cubicBezTo>
                <a:close/>
                <a:moveTo>
                  <a:pt x="173" y="280"/>
                </a:moveTo>
                <a:cubicBezTo>
                  <a:pt x="166" y="280"/>
                  <a:pt x="160" y="286"/>
                  <a:pt x="160" y="293"/>
                </a:cubicBezTo>
                <a:cubicBezTo>
                  <a:pt x="160" y="301"/>
                  <a:pt x="166" y="307"/>
                  <a:pt x="173" y="307"/>
                </a:cubicBezTo>
                <a:cubicBezTo>
                  <a:pt x="181" y="307"/>
                  <a:pt x="187" y="301"/>
                  <a:pt x="187" y="293"/>
                </a:cubicBezTo>
                <a:cubicBezTo>
                  <a:pt x="187" y="286"/>
                  <a:pt x="181" y="280"/>
                  <a:pt x="173" y="280"/>
                </a:cubicBezTo>
                <a:close/>
                <a:moveTo>
                  <a:pt x="227" y="280"/>
                </a:moveTo>
                <a:cubicBezTo>
                  <a:pt x="219" y="280"/>
                  <a:pt x="213" y="286"/>
                  <a:pt x="213" y="293"/>
                </a:cubicBezTo>
                <a:cubicBezTo>
                  <a:pt x="213" y="301"/>
                  <a:pt x="219" y="307"/>
                  <a:pt x="227" y="307"/>
                </a:cubicBezTo>
                <a:cubicBezTo>
                  <a:pt x="234" y="307"/>
                  <a:pt x="240" y="301"/>
                  <a:pt x="240" y="293"/>
                </a:cubicBezTo>
                <a:cubicBezTo>
                  <a:pt x="240" y="286"/>
                  <a:pt x="234" y="280"/>
                  <a:pt x="227" y="280"/>
                </a:cubicBezTo>
                <a:close/>
                <a:moveTo>
                  <a:pt x="413" y="280"/>
                </a:moveTo>
                <a:cubicBezTo>
                  <a:pt x="406" y="280"/>
                  <a:pt x="400" y="286"/>
                  <a:pt x="400" y="293"/>
                </a:cubicBezTo>
                <a:cubicBezTo>
                  <a:pt x="400" y="301"/>
                  <a:pt x="406" y="307"/>
                  <a:pt x="413" y="307"/>
                </a:cubicBezTo>
                <a:cubicBezTo>
                  <a:pt x="421" y="307"/>
                  <a:pt x="427" y="301"/>
                  <a:pt x="427" y="293"/>
                </a:cubicBezTo>
                <a:cubicBezTo>
                  <a:pt x="427" y="286"/>
                  <a:pt x="421" y="280"/>
                  <a:pt x="413" y="280"/>
                </a:cubicBezTo>
                <a:close/>
                <a:moveTo>
                  <a:pt x="467" y="280"/>
                </a:moveTo>
                <a:cubicBezTo>
                  <a:pt x="459" y="280"/>
                  <a:pt x="453" y="286"/>
                  <a:pt x="453" y="293"/>
                </a:cubicBezTo>
                <a:cubicBezTo>
                  <a:pt x="453" y="301"/>
                  <a:pt x="459" y="307"/>
                  <a:pt x="467" y="307"/>
                </a:cubicBezTo>
                <a:cubicBezTo>
                  <a:pt x="474" y="307"/>
                  <a:pt x="480" y="301"/>
                  <a:pt x="480" y="293"/>
                </a:cubicBezTo>
                <a:cubicBezTo>
                  <a:pt x="480" y="286"/>
                  <a:pt x="474" y="280"/>
                  <a:pt x="467" y="280"/>
                </a:cubicBezTo>
                <a:close/>
                <a:moveTo>
                  <a:pt x="520" y="280"/>
                </a:moveTo>
                <a:cubicBezTo>
                  <a:pt x="513" y="280"/>
                  <a:pt x="507" y="286"/>
                  <a:pt x="507" y="293"/>
                </a:cubicBezTo>
                <a:cubicBezTo>
                  <a:pt x="507" y="301"/>
                  <a:pt x="513" y="307"/>
                  <a:pt x="520" y="307"/>
                </a:cubicBezTo>
                <a:cubicBezTo>
                  <a:pt x="527" y="307"/>
                  <a:pt x="533" y="301"/>
                  <a:pt x="533" y="293"/>
                </a:cubicBezTo>
                <a:cubicBezTo>
                  <a:pt x="533" y="286"/>
                  <a:pt x="527" y="280"/>
                  <a:pt x="520" y="280"/>
                </a:cubicBezTo>
                <a:close/>
                <a:moveTo>
                  <a:pt x="147" y="307"/>
                </a:moveTo>
                <a:cubicBezTo>
                  <a:pt x="139" y="307"/>
                  <a:pt x="133" y="312"/>
                  <a:pt x="133" y="320"/>
                </a:cubicBezTo>
                <a:cubicBezTo>
                  <a:pt x="133" y="327"/>
                  <a:pt x="139" y="333"/>
                  <a:pt x="147" y="333"/>
                </a:cubicBezTo>
                <a:cubicBezTo>
                  <a:pt x="154" y="333"/>
                  <a:pt x="160" y="327"/>
                  <a:pt x="160" y="320"/>
                </a:cubicBezTo>
                <a:cubicBezTo>
                  <a:pt x="160" y="312"/>
                  <a:pt x="154" y="307"/>
                  <a:pt x="147" y="307"/>
                </a:cubicBezTo>
                <a:close/>
                <a:moveTo>
                  <a:pt x="200" y="307"/>
                </a:moveTo>
                <a:cubicBezTo>
                  <a:pt x="193" y="307"/>
                  <a:pt x="187" y="312"/>
                  <a:pt x="187" y="320"/>
                </a:cubicBezTo>
                <a:cubicBezTo>
                  <a:pt x="187" y="327"/>
                  <a:pt x="193" y="333"/>
                  <a:pt x="200" y="333"/>
                </a:cubicBezTo>
                <a:cubicBezTo>
                  <a:pt x="207" y="333"/>
                  <a:pt x="213" y="327"/>
                  <a:pt x="213" y="320"/>
                </a:cubicBezTo>
                <a:cubicBezTo>
                  <a:pt x="213" y="312"/>
                  <a:pt x="207" y="307"/>
                  <a:pt x="200" y="307"/>
                </a:cubicBezTo>
                <a:close/>
                <a:moveTo>
                  <a:pt x="253" y="307"/>
                </a:moveTo>
                <a:cubicBezTo>
                  <a:pt x="246" y="307"/>
                  <a:pt x="240" y="312"/>
                  <a:pt x="240" y="320"/>
                </a:cubicBezTo>
                <a:cubicBezTo>
                  <a:pt x="240" y="327"/>
                  <a:pt x="246" y="333"/>
                  <a:pt x="253" y="333"/>
                </a:cubicBezTo>
                <a:cubicBezTo>
                  <a:pt x="261" y="333"/>
                  <a:pt x="267" y="327"/>
                  <a:pt x="267" y="320"/>
                </a:cubicBezTo>
                <a:cubicBezTo>
                  <a:pt x="267" y="312"/>
                  <a:pt x="261" y="307"/>
                  <a:pt x="253" y="307"/>
                </a:cubicBezTo>
                <a:close/>
                <a:moveTo>
                  <a:pt x="387" y="307"/>
                </a:moveTo>
                <a:cubicBezTo>
                  <a:pt x="379" y="307"/>
                  <a:pt x="373" y="312"/>
                  <a:pt x="373" y="320"/>
                </a:cubicBezTo>
                <a:cubicBezTo>
                  <a:pt x="373" y="327"/>
                  <a:pt x="379" y="333"/>
                  <a:pt x="387" y="333"/>
                </a:cubicBezTo>
                <a:cubicBezTo>
                  <a:pt x="394" y="333"/>
                  <a:pt x="400" y="327"/>
                  <a:pt x="400" y="320"/>
                </a:cubicBezTo>
                <a:cubicBezTo>
                  <a:pt x="400" y="312"/>
                  <a:pt x="394" y="307"/>
                  <a:pt x="387" y="307"/>
                </a:cubicBezTo>
                <a:close/>
                <a:moveTo>
                  <a:pt x="440" y="307"/>
                </a:moveTo>
                <a:cubicBezTo>
                  <a:pt x="433" y="307"/>
                  <a:pt x="427" y="312"/>
                  <a:pt x="427" y="320"/>
                </a:cubicBezTo>
                <a:cubicBezTo>
                  <a:pt x="427" y="327"/>
                  <a:pt x="433" y="333"/>
                  <a:pt x="440" y="333"/>
                </a:cubicBezTo>
                <a:cubicBezTo>
                  <a:pt x="447" y="333"/>
                  <a:pt x="453" y="327"/>
                  <a:pt x="453" y="320"/>
                </a:cubicBezTo>
                <a:cubicBezTo>
                  <a:pt x="453" y="312"/>
                  <a:pt x="447" y="307"/>
                  <a:pt x="440" y="307"/>
                </a:cubicBezTo>
                <a:close/>
                <a:moveTo>
                  <a:pt x="493" y="307"/>
                </a:moveTo>
                <a:cubicBezTo>
                  <a:pt x="486" y="307"/>
                  <a:pt x="480" y="312"/>
                  <a:pt x="480" y="320"/>
                </a:cubicBezTo>
                <a:cubicBezTo>
                  <a:pt x="480" y="327"/>
                  <a:pt x="486" y="333"/>
                  <a:pt x="493" y="333"/>
                </a:cubicBezTo>
                <a:cubicBezTo>
                  <a:pt x="501" y="333"/>
                  <a:pt x="507" y="327"/>
                  <a:pt x="507" y="320"/>
                </a:cubicBezTo>
                <a:cubicBezTo>
                  <a:pt x="507" y="312"/>
                  <a:pt x="501" y="307"/>
                  <a:pt x="493" y="307"/>
                </a:cubicBezTo>
                <a:close/>
                <a:moveTo>
                  <a:pt x="173" y="333"/>
                </a:moveTo>
                <a:cubicBezTo>
                  <a:pt x="166" y="333"/>
                  <a:pt x="160" y="339"/>
                  <a:pt x="160" y="347"/>
                </a:cubicBezTo>
                <a:cubicBezTo>
                  <a:pt x="160" y="354"/>
                  <a:pt x="166" y="360"/>
                  <a:pt x="173" y="360"/>
                </a:cubicBezTo>
                <a:cubicBezTo>
                  <a:pt x="181" y="360"/>
                  <a:pt x="187" y="354"/>
                  <a:pt x="187" y="347"/>
                </a:cubicBezTo>
                <a:cubicBezTo>
                  <a:pt x="187" y="339"/>
                  <a:pt x="181" y="333"/>
                  <a:pt x="173" y="333"/>
                </a:cubicBezTo>
                <a:close/>
                <a:moveTo>
                  <a:pt x="227" y="333"/>
                </a:moveTo>
                <a:cubicBezTo>
                  <a:pt x="219" y="333"/>
                  <a:pt x="213" y="339"/>
                  <a:pt x="213" y="347"/>
                </a:cubicBezTo>
                <a:cubicBezTo>
                  <a:pt x="213" y="354"/>
                  <a:pt x="219" y="360"/>
                  <a:pt x="227" y="360"/>
                </a:cubicBezTo>
                <a:cubicBezTo>
                  <a:pt x="234" y="360"/>
                  <a:pt x="240" y="354"/>
                  <a:pt x="240" y="347"/>
                </a:cubicBezTo>
                <a:cubicBezTo>
                  <a:pt x="240" y="339"/>
                  <a:pt x="234" y="333"/>
                  <a:pt x="227" y="333"/>
                </a:cubicBezTo>
                <a:close/>
                <a:moveTo>
                  <a:pt x="413" y="333"/>
                </a:moveTo>
                <a:cubicBezTo>
                  <a:pt x="406" y="333"/>
                  <a:pt x="400" y="339"/>
                  <a:pt x="400" y="347"/>
                </a:cubicBezTo>
                <a:cubicBezTo>
                  <a:pt x="400" y="354"/>
                  <a:pt x="406" y="360"/>
                  <a:pt x="413" y="360"/>
                </a:cubicBezTo>
                <a:cubicBezTo>
                  <a:pt x="421" y="360"/>
                  <a:pt x="427" y="354"/>
                  <a:pt x="427" y="347"/>
                </a:cubicBezTo>
                <a:cubicBezTo>
                  <a:pt x="427" y="339"/>
                  <a:pt x="421" y="333"/>
                  <a:pt x="413" y="333"/>
                </a:cubicBezTo>
                <a:close/>
                <a:moveTo>
                  <a:pt x="467" y="333"/>
                </a:moveTo>
                <a:cubicBezTo>
                  <a:pt x="459" y="333"/>
                  <a:pt x="453" y="339"/>
                  <a:pt x="453" y="347"/>
                </a:cubicBezTo>
                <a:cubicBezTo>
                  <a:pt x="453" y="354"/>
                  <a:pt x="459" y="360"/>
                  <a:pt x="467" y="360"/>
                </a:cubicBezTo>
                <a:cubicBezTo>
                  <a:pt x="474" y="360"/>
                  <a:pt x="480" y="354"/>
                  <a:pt x="480" y="347"/>
                </a:cubicBezTo>
                <a:cubicBezTo>
                  <a:pt x="480" y="339"/>
                  <a:pt x="474" y="333"/>
                  <a:pt x="467" y="333"/>
                </a:cubicBezTo>
                <a:close/>
                <a:moveTo>
                  <a:pt x="506" y="426"/>
                </a:moveTo>
                <a:cubicBezTo>
                  <a:pt x="503" y="426"/>
                  <a:pt x="499" y="428"/>
                  <a:pt x="496" y="431"/>
                </a:cubicBezTo>
                <a:cubicBezTo>
                  <a:pt x="496" y="431"/>
                  <a:pt x="434" y="507"/>
                  <a:pt x="320" y="507"/>
                </a:cubicBezTo>
                <a:cubicBezTo>
                  <a:pt x="288" y="507"/>
                  <a:pt x="267" y="500"/>
                  <a:pt x="254" y="494"/>
                </a:cubicBezTo>
                <a:cubicBezTo>
                  <a:pt x="240" y="488"/>
                  <a:pt x="236" y="484"/>
                  <a:pt x="236" y="484"/>
                </a:cubicBezTo>
                <a:cubicBezTo>
                  <a:pt x="223" y="471"/>
                  <a:pt x="204" y="490"/>
                  <a:pt x="217" y="503"/>
                </a:cubicBezTo>
                <a:cubicBezTo>
                  <a:pt x="217" y="503"/>
                  <a:pt x="226" y="511"/>
                  <a:pt x="243" y="519"/>
                </a:cubicBezTo>
                <a:cubicBezTo>
                  <a:pt x="260" y="526"/>
                  <a:pt x="285" y="533"/>
                  <a:pt x="320" y="533"/>
                </a:cubicBezTo>
                <a:cubicBezTo>
                  <a:pt x="446" y="533"/>
                  <a:pt x="517" y="448"/>
                  <a:pt x="517" y="448"/>
                </a:cubicBezTo>
                <a:cubicBezTo>
                  <a:pt x="524" y="440"/>
                  <a:pt x="518" y="426"/>
                  <a:pt x="506" y="426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6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/>
          <p:cNvSpPr/>
          <p:nvPr/>
        </p:nvSpPr>
        <p:spPr>
          <a:xfrm>
            <a:off x="2542974" y="1340768"/>
            <a:ext cx="4032448" cy="374441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smtClean="0"/>
              <a:t>진행상황</a:t>
            </a:r>
            <a:endParaRPr lang="en-US" altLang="ko-KR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269550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제</a:t>
            </a:r>
            <a:r>
              <a:rPr lang="ko-KR" altLang="en-US" b="1">
                <a:solidFill>
                  <a:schemeClr val="bg2"/>
                </a:solidFill>
              </a:rPr>
              <a:t>작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746194"/>
              </p:ext>
            </p:extLst>
          </p:nvPr>
        </p:nvGraphicFramePr>
        <p:xfrm>
          <a:off x="1331640" y="1412776"/>
          <a:ext cx="6624736" cy="390420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624736"/>
              </a:tblGrid>
              <a:tr h="802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내 역할</a:t>
                      </a:r>
                      <a:endParaRPr lang="ko-KR" altLang="en-US"/>
                    </a:p>
                  </a:txBody>
                  <a:tcPr anchor="ctr"/>
                </a:tc>
              </a:tr>
              <a:tr h="31012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각 페이지마다 컨트롤러 연결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en-US" altLang="ko-KR" smtClean="0"/>
                        <a:t>Mybatis </a:t>
                      </a:r>
                      <a:r>
                        <a:rPr lang="ko-KR" altLang="en-US" smtClean="0"/>
                        <a:t>연동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ko-KR" altLang="en-US" smtClean="0"/>
                        <a:t>로그인 처리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ko-KR" altLang="en-US" smtClean="0"/>
                        <a:t>회원가입 처리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ko-KR" altLang="en-US" smtClean="0"/>
                        <a:t>게시판 </a:t>
                      </a:r>
                      <a:r>
                        <a:rPr lang="ko-KR" altLang="en-US" smtClean="0"/>
                        <a:t>동적 페이징 처리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ko-KR" altLang="en-US" smtClean="0"/>
                        <a:t>파일업로드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ko-KR" altLang="en-US" strike="sngStrike" smtClean="0">
                          <a:solidFill>
                            <a:srgbClr val="FF0000"/>
                          </a:solidFill>
                        </a:rPr>
                        <a:t>회원정보수정</a:t>
                      </a:r>
                      <a:r>
                        <a:rPr lang="en-US" altLang="ko-KR" strike="sngStrike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trike="sngStrike" smtClean="0">
                          <a:solidFill>
                            <a:srgbClr val="FF0000"/>
                          </a:solidFill>
                        </a:rPr>
                        <a:t>회원탈퇴</a:t>
                      </a:r>
                      <a:r>
                        <a:rPr lang="en-US" altLang="ko-KR" strike="sngStrike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trike="sngStrike" smtClean="0">
                          <a:solidFill>
                            <a:srgbClr val="FF0000"/>
                          </a:solidFill>
                        </a:rPr>
                        <a:t>가입된 동호회보기</a:t>
                      </a:r>
                      <a:r>
                        <a:rPr lang="en-US" altLang="ko-KR" strike="sngStrike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trike="sngStrike" smtClean="0">
                          <a:solidFill>
                            <a:srgbClr val="FF0000"/>
                          </a:solidFill>
                        </a:rPr>
                        <a:t>예정</a:t>
                      </a:r>
                      <a:r>
                        <a:rPr lang="en-US" altLang="ko-KR" strike="sngStrike" smtClean="0">
                          <a:solidFill>
                            <a:srgbClr val="FF0000"/>
                          </a:solidFill>
                        </a:rPr>
                        <a:t>)/</a:t>
                      </a:r>
                      <a:r>
                        <a:rPr lang="ko-KR" altLang="en-US" strike="sngStrike" smtClean="0">
                          <a:solidFill>
                            <a:srgbClr val="FF0000"/>
                          </a:solidFill>
                        </a:rPr>
                        <a:t>시큐리티</a:t>
                      </a:r>
                      <a:endParaRPr lang="en-US" altLang="ko-KR" strike="sngStrike" smtClean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trike="sngStrike" smtClean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trike="sngStrike" smtClean="0">
                          <a:solidFill>
                            <a:srgbClr val="FF0000"/>
                          </a:solidFill>
                        </a:rPr>
                        <a:t>예정</a:t>
                      </a:r>
                      <a:endParaRPr lang="ko-KR" altLang="en-US" strike="sngStrike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71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진행상황</a:t>
            </a:r>
            <a:r>
              <a:rPr lang="en-US" altLang="ko-KR" b="1" smtClean="0">
                <a:solidFill>
                  <a:schemeClr val="bg2"/>
                </a:solidFill>
              </a:rPr>
              <a:t>(</a:t>
            </a:r>
            <a:r>
              <a:rPr lang="ko-KR" altLang="en-US" b="1" smtClean="0">
                <a:solidFill>
                  <a:schemeClr val="bg2"/>
                </a:solidFill>
              </a:rPr>
              <a:t>로그인 페이지</a:t>
            </a:r>
            <a:r>
              <a:rPr lang="en-US" altLang="ko-KR" b="1" smtClean="0">
                <a:solidFill>
                  <a:schemeClr val="bg2"/>
                </a:solidFill>
              </a:rPr>
              <a:t>)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747" y="1484784"/>
            <a:ext cx="4230985" cy="467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080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로그인 세션 처리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425552"/>
            <a:ext cx="45529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07976"/>
            <a:ext cx="856895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99" y="1628800"/>
            <a:ext cx="730567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004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진행상황</a:t>
            </a:r>
            <a:r>
              <a:rPr lang="en-US" altLang="ko-KR" b="1" smtClean="0">
                <a:solidFill>
                  <a:schemeClr val="bg2"/>
                </a:solidFill>
              </a:rPr>
              <a:t>(</a:t>
            </a:r>
            <a:r>
              <a:rPr lang="ko-KR" altLang="en-US" b="1" smtClean="0">
                <a:solidFill>
                  <a:schemeClr val="bg2"/>
                </a:solidFill>
              </a:rPr>
              <a:t>게시판</a:t>
            </a:r>
            <a:r>
              <a:rPr lang="en-US" altLang="ko-KR" b="1" smtClean="0">
                <a:solidFill>
                  <a:schemeClr val="bg2"/>
                </a:solidFill>
              </a:rPr>
              <a:t>)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817314"/>
            <a:ext cx="511256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815134"/>
            <a:ext cx="4099696" cy="1541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3586708"/>
            <a:ext cx="8745782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708" y="2965887"/>
            <a:ext cx="20955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004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진행상황</a:t>
            </a:r>
            <a:r>
              <a:rPr lang="en-US" altLang="ko-KR" b="1" smtClean="0">
                <a:solidFill>
                  <a:schemeClr val="bg2"/>
                </a:solidFill>
              </a:rPr>
              <a:t>(</a:t>
            </a:r>
            <a:r>
              <a:rPr lang="ko-KR" altLang="en-US" b="1" smtClean="0">
                <a:solidFill>
                  <a:schemeClr val="bg2"/>
                </a:solidFill>
              </a:rPr>
              <a:t>회원가입</a:t>
            </a:r>
            <a:r>
              <a:rPr lang="en-US" altLang="ko-KR" b="1" smtClean="0">
                <a:solidFill>
                  <a:schemeClr val="bg2"/>
                </a:solidFill>
              </a:rPr>
              <a:t>)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74626"/>
            <a:ext cx="4847456" cy="46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764704"/>
            <a:ext cx="32194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1" y="5589240"/>
            <a:ext cx="882047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004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bg2"/>
                </a:solidFill>
              </a:rPr>
              <a:t>진행상황</a:t>
            </a:r>
            <a:r>
              <a:rPr lang="en-US" altLang="ko-KR" b="1" smtClean="0">
                <a:solidFill>
                  <a:schemeClr val="bg2"/>
                </a:solidFill>
              </a:rPr>
              <a:t>(</a:t>
            </a:r>
            <a:r>
              <a:rPr lang="ko-KR" altLang="en-US" b="1" smtClean="0">
                <a:solidFill>
                  <a:schemeClr val="bg2"/>
                </a:solidFill>
              </a:rPr>
              <a:t>파일업로드</a:t>
            </a:r>
            <a:r>
              <a:rPr lang="en-US" altLang="ko-KR" b="1" smtClean="0">
                <a:solidFill>
                  <a:schemeClr val="bg2"/>
                </a:solidFill>
              </a:rPr>
              <a:t>)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73" y="1789584"/>
            <a:ext cx="2705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48880"/>
            <a:ext cx="7056784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73" y="3456434"/>
            <a:ext cx="34861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13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 4"/>
          <p:cNvSpPr/>
          <p:nvPr/>
        </p:nvSpPr>
        <p:spPr>
          <a:xfrm>
            <a:off x="580036" y="3730992"/>
            <a:ext cx="7879404" cy="0"/>
          </a:xfrm>
          <a:custGeom>
            <a:avLst/>
            <a:gdLst>
              <a:gd name="connsiteX0" fmla="*/ 0 w 7879404"/>
              <a:gd name="connsiteY0" fmla="*/ 0 h 0"/>
              <a:gd name="connsiteX1" fmla="*/ 7879404 w 787940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79404">
                <a:moveTo>
                  <a:pt x="0" y="0"/>
                </a:moveTo>
                <a:lnTo>
                  <a:pt x="7879404" y="0"/>
                </a:lnTo>
              </a:path>
            </a:pathLst>
          </a:custGeom>
          <a:noFill/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" name="그룹 10"/>
          <p:cNvGrpSpPr/>
          <p:nvPr/>
        </p:nvGrpSpPr>
        <p:grpSpPr>
          <a:xfrm>
            <a:off x="614291" y="2958604"/>
            <a:ext cx="8015380" cy="727060"/>
            <a:chOff x="589068" y="3278004"/>
            <a:chExt cx="8015380" cy="727060"/>
          </a:xfrm>
        </p:grpSpPr>
        <p:sp>
          <p:nvSpPr>
            <p:cNvPr id="19" name="직사각형 18"/>
            <p:cNvSpPr/>
            <p:nvPr/>
          </p:nvSpPr>
          <p:spPr>
            <a:xfrm>
              <a:off x="589068" y="3297178"/>
              <a:ext cx="8015380" cy="70788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r>
                <a:rPr lang="en-US" altLang="ko-KR" sz="4000" b="1" kern="0" spc="-150" smtClean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100000">
                        <a:srgbClr val="004D86"/>
                      </a:gs>
                    </a:gsLst>
                    <a:lin ang="5400000" scaled="0"/>
                  </a:gra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  <a:latin typeface="Arial" panose="020B0604020202020204" pitchFamily="34" charset="0"/>
                  <a:ea typeface="양재소슬체S" panose="02020603020101020101" pitchFamily="18" charset="-127"/>
                  <a:cs typeface="Arial" panose="020B0604020202020204" pitchFamily="34" charset="0"/>
                </a:rPr>
                <a:t>Thanks for Viewing &amp; Reading</a:t>
              </a:r>
              <a:endParaRPr lang="ko-KR" altLang="en-US" sz="3600" b="1" kern="0" spc="-15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 panose="020B0604020202020204" pitchFamily="34" charset="0"/>
                <a:ea typeface="양재소슬체S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99592" y="3278004"/>
              <a:ext cx="59855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endParaRPr lang="ko-KR" altLang="en-US" sz="3600" kern="0" spc="-15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-윤고딕330" panose="02030504000101010101" pitchFamily="18" charset="-127"/>
                <a:ea typeface="-윤고딕330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38942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</TotalTime>
  <Words>108</Words>
  <Application>Microsoft Office PowerPoint</Application>
  <PresentationFormat>화면 슬라이드 쇼(4:3)</PresentationFormat>
  <Paragraphs>44</Paragraphs>
  <Slides>12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...</cp:lastModifiedBy>
  <cp:revision>512</cp:revision>
  <dcterms:created xsi:type="dcterms:W3CDTF">2006-10-05T04:04:58Z</dcterms:created>
  <dcterms:modified xsi:type="dcterms:W3CDTF">2017-10-20T09:04:59Z</dcterms:modified>
</cp:coreProperties>
</file>