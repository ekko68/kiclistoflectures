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>
      <p:cViewPr varScale="1">
        <p:scale>
          <a:sx n="124" d="100"/>
          <a:sy n="124" d="100"/>
        </p:scale>
        <p:origin x="6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EB661-A7AD-4738-8FA8-04D73B26B7A7}" type="datetimeFigureOut">
              <a:rPr lang="ko-KR" altLang="en-US" smtClean="0"/>
              <a:t>2017. 10. 19.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3CC6F2-47F6-4699-9C8E-BD19D39733E7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Amigo</a:t>
            </a:r>
            <a:br>
              <a:rPr lang="en-US" altLang="ko-KR" dirty="0" smtClean="0"/>
            </a:br>
            <a:r>
              <a:rPr lang="ko-KR" altLang="en-US" dirty="0" smtClean="0"/>
              <a:t>프로젝트 개인 </a:t>
            </a:r>
            <a:r>
              <a:rPr lang="ko-KR" altLang="en-US" dirty="0" err="1" smtClean="0"/>
              <a:t>엄무</a:t>
            </a:r>
            <a:r>
              <a:rPr lang="ko-KR" altLang="en-US" dirty="0" smtClean="0"/>
              <a:t> 진행사항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558118" cy="2614634"/>
          </a:xfrm>
        </p:spPr>
        <p:txBody>
          <a:bodyPr>
            <a:normAutofit/>
          </a:bodyPr>
          <a:lstStyle/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				</a:t>
            </a:r>
            <a:r>
              <a:rPr lang="ko-KR" altLang="en-US" dirty="0" smtClean="0">
                <a:solidFill>
                  <a:schemeClr val="tx1"/>
                </a:solidFill>
              </a:rPr>
              <a:t>팀원</a:t>
            </a:r>
            <a:r>
              <a:rPr lang="en-US" altLang="ko-KR" dirty="0" smtClean="0">
                <a:solidFill>
                  <a:schemeClr val="tx1"/>
                </a:solidFill>
              </a:rPr>
              <a:t>:</a:t>
            </a:r>
            <a:r>
              <a:rPr lang="ko-KR" altLang="en-US" dirty="0" err="1" smtClean="0">
                <a:solidFill>
                  <a:schemeClr val="tx1"/>
                </a:solidFill>
              </a:rPr>
              <a:t>최해군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428596" y="785794"/>
            <a:ext cx="8229600" cy="1143000"/>
          </a:xfrm>
        </p:spPr>
        <p:txBody>
          <a:bodyPr/>
          <a:lstStyle/>
          <a:p>
            <a:r>
              <a:rPr lang="ko-KR" altLang="en-US" dirty="0" err="1" smtClean="0"/>
              <a:t>엄무</a:t>
            </a:r>
            <a:r>
              <a:rPr lang="ko-KR" altLang="en-US" dirty="0" smtClean="0"/>
              <a:t> 리스트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>
          <a:xfrm>
            <a:off x="428596" y="2143116"/>
            <a:ext cx="8258204" cy="3983047"/>
          </a:xfrm>
        </p:spPr>
        <p:txBody>
          <a:bodyPr/>
          <a:lstStyle/>
          <a:p>
            <a:pPr>
              <a:buNone/>
            </a:pPr>
            <a:r>
              <a:rPr lang="en-US" altLang="ko-KR" dirty="0" smtClean="0"/>
              <a:t>1.</a:t>
            </a:r>
            <a:r>
              <a:rPr lang="ko-KR" altLang="en-US" dirty="0" smtClean="0"/>
              <a:t>자유게시판 화면 구현 </a:t>
            </a:r>
            <a:r>
              <a:rPr lang="en-US" altLang="ko-KR" dirty="0" smtClean="0"/>
              <a:t>(Bootstrap)</a:t>
            </a:r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2.</a:t>
            </a:r>
            <a:r>
              <a:rPr lang="ko-KR" altLang="en-US" dirty="0" smtClean="0"/>
              <a:t>스프링</a:t>
            </a:r>
            <a:r>
              <a:rPr lang="en-US" altLang="ko-KR" dirty="0" err="1" smtClean="0"/>
              <a:t>mvc</a:t>
            </a:r>
            <a:r>
              <a:rPr lang="en-US" altLang="ko-KR" dirty="0"/>
              <a:t> </a:t>
            </a:r>
            <a:r>
              <a:rPr lang="ko-KR" altLang="en-US" dirty="0" smtClean="0"/>
              <a:t>적용 </a:t>
            </a:r>
            <a:r>
              <a:rPr lang="en-US" altLang="ko-KR" dirty="0" smtClean="0"/>
              <a:t>DB</a:t>
            </a:r>
            <a:r>
              <a:rPr lang="ko-KR" altLang="en-US" dirty="0" smtClean="0"/>
              <a:t>연동</a:t>
            </a:r>
            <a:endParaRPr lang="en-US" altLang="ko-KR" dirty="0" smtClean="0"/>
          </a:p>
          <a:p>
            <a:pPr>
              <a:buNone/>
            </a:pP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3.</a:t>
            </a:r>
            <a:r>
              <a:rPr lang="ko-KR" altLang="en-US" dirty="0" smtClean="0"/>
              <a:t>게시판 </a:t>
            </a:r>
            <a:r>
              <a:rPr lang="ko-KR" altLang="en-US" dirty="0" err="1" smtClean="0"/>
              <a:t>글작성</a:t>
            </a:r>
            <a:r>
              <a:rPr lang="en-US" altLang="ko-KR" dirty="0" smtClean="0"/>
              <a:t>,</a:t>
            </a:r>
            <a:r>
              <a:rPr lang="ko-KR" altLang="en-US" dirty="0" smtClean="0"/>
              <a:t>조회</a:t>
            </a:r>
            <a:r>
              <a:rPr lang="en-US" altLang="ko-KR" dirty="0" smtClean="0"/>
              <a:t>,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</a:t>
            </a:r>
            <a:r>
              <a:rPr lang="ko-KR" altLang="en-US" dirty="0" smtClean="0"/>
              <a:t>삭제 구</a:t>
            </a:r>
            <a:r>
              <a:rPr lang="ko-KR" altLang="en-US" dirty="0"/>
              <a:t>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캡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33"/>
            <a:ext cx="9144000" cy="51322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상자 1"/>
          <p:cNvSpPr txBox="1"/>
          <p:nvPr/>
        </p:nvSpPr>
        <p:spPr>
          <a:xfrm>
            <a:off x="2339752" y="476672"/>
            <a:ext cx="3672408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게시판 리스트 화면</a:t>
            </a:r>
            <a:endParaRPr kumimoji="1" lang="ko-KR" altLang="en-US" sz="2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988840"/>
            <a:ext cx="8279904" cy="40324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2800" dirty="0" smtClean="0"/>
              <a:t>글상세 내용 보기</a:t>
            </a:r>
            <a:endParaRPr kumimoji="1" lang="ko-KR" altLang="en-US" sz="28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580" y="1417638"/>
            <a:ext cx="7560840" cy="438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2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smtClean="0"/>
              <a:t>글내용 수정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 smtClean="0"/>
              <a:t>수정을 클릭 하면 수정내용 변경 되면서 </a:t>
            </a:r>
            <a:endParaRPr kumimoji="1" lang="en-US" altLang="ko-KR" dirty="0" smtClean="0"/>
          </a:p>
          <a:p>
            <a:r>
              <a:rPr kumimoji="1" lang="ko-KR" altLang="en-US" dirty="0" smtClean="0"/>
              <a:t>리스트 화면에 돌아 갑니다</a:t>
            </a:r>
            <a:r>
              <a:rPr kumimoji="1" lang="en-US" altLang="ko-KR" dirty="0" smtClean="0"/>
              <a:t>.</a:t>
            </a:r>
            <a:endParaRPr kumimoji="1"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780928"/>
            <a:ext cx="3816424" cy="3744416"/>
          </a:xfrm>
          <a:prstGeom prst="rect">
            <a:avLst/>
          </a:prstGeom>
        </p:spPr>
      </p:pic>
      <p:sp>
        <p:nvSpPr>
          <p:cNvPr id="5" name="오른쪽 화살표[R] 4"/>
          <p:cNvSpPr/>
          <p:nvPr/>
        </p:nvSpPr>
        <p:spPr>
          <a:xfrm>
            <a:off x="3995936" y="4168504"/>
            <a:ext cx="43204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672" y="3308308"/>
            <a:ext cx="3923928" cy="2064908"/>
          </a:xfrm>
          <a:prstGeom prst="rect">
            <a:avLst/>
          </a:prstGeom>
        </p:spPr>
      </p:pic>
      <p:sp>
        <p:nvSpPr>
          <p:cNvPr id="9" name="위로 구부러진 화살표[C] 8"/>
          <p:cNvSpPr/>
          <p:nvPr/>
        </p:nvSpPr>
        <p:spPr>
          <a:xfrm>
            <a:off x="323528" y="6237312"/>
            <a:ext cx="4382144" cy="50405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84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smtClean="0"/>
              <a:t>글삭제 구현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 smtClean="0"/>
              <a:t>글내용 보기 에서  삭제 클릭 하면 리스트 </a:t>
            </a:r>
            <a:endParaRPr kumimoji="1" lang="en-US" altLang="ko-KR" dirty="0" smtClean="0"/>
          </a:p>
          <a:p>
            <a:r>
              <a:rPr kumimoji="1" lang="ko-KR" altLang="en-US" dirty="0" smtClean="0"/>
              <a:t>페이지 이동</a:t>
            </a:r>
            <a:endParaRPr kumimoji="1"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90" y="2780928"/>
            <a:ext cx="4176464" cy="3744416"/>
          </a:xfrm>
          <a:prstGeom prst="rect">
            <a:avLst/>
          </a:prstGeom>
        </p:spPr>
      </p:pic>
      <p:sp>
        <p:nvSpPr>
          <p:cNvPr id="5" name="오른쪽 화살표[R] 4"/>
          <p:cNvSpPr/>
          <p:nvPr/>
        </p:nvSpPr>
        <p:spPr>
          <a:xfrm>
            <a:off x="4355976" y="4168504"/>
            <a:ext cx="43204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3378366"/>
            <a:ext cx="3923928" cy="2064908"/>
          </a:xfrm>
          <a:prstGeom prst="rect">
            <a:avLst/>
          </a:prstGeom>
        </p:spPr>
      </p:pic>
      <p:sp>
        <p:nvSpPr>
          <p:cNvPr id="8" name="위로 굽은 화살표[B] 7"/>
          <p:cNvSpPr/>
          <p:nvPr/>
        </p:nvSpPr>
        <p:spPr>
          <a:xfrm>
            <a:off x="827584" y="6126163"/>
            <a:ext cx="6024736" cy="399181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아래쪽 화살표[D] 8"/>
          <p:cNvSpPr/>
          <p:nvPr/>
        </p:nvSpPr>
        <p:spPr>
          <a:xfrm>
            <a:off x="755576" y="6126163"/>
            <a:ext cx="72008" cy="3139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3861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 smtClean="0"/>
              <a:t>여기까지 게시판 기본 기능구현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2492896"/>
            <a:ext cx="8229600" cy="2764904"/>
          </a:xfrm>
        </p:spPr>
        <p:txBody>
          <a:bodyPr/>
          <a:lstStyle/>
          <a:p>
            <a:pPr algn="ctr"/>
            <a:r>
              <a:rPr kumimoji="1" lang="en-US" altLang="ko-KR" dirty="0" smtClean="0"/>
              <a:t>1.</a:t>
            </a:r>
            <a:r>
              <a:rPr kumimoji="1" lang="ko-KR" altLang="en-US" dirty="0" smtClean="0"/>
              <a:t>다음 작업 역할은 아작스 이용해서 로그인 아이디 체크 구현</a:t>
            </a:r>
            <a:endParaRPr kumimoji="1" lang="en-US" altLang="ko-KR" dirty="0" smtClean="0"/>
          </a:p>
          <a:p>
            <a:pPr algn="ctr"/>
            <a:r>
              <a:rPr kumimoji="1" lang="en-US" altLang="ko-KR" dirty="0" smtClean="0"/>
              <a:t>2.</a:t>
            </a:r>
            <a:r>
              <a:rPr kumimoji="1" lang="ko-KR" altLang="en-US" dirty="0" smtClean="0"/>
              <a:t>그리고 </a:t>
            </a:r>
            <a:r>
              <a:rPr kumimoji="1" lang="en-US" altLang="ko-KR" dirty="0" smtClean="0"/>
              <a:t>1:1</a:t>
            </a:r>
            <a:r>
              <a:rPr kumimoji="1" lang="ko-KR" altLang="en-US" dirty="0" smtClean="0"/>
              <a:t> 질문 페이징처리 과 화면 구현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1839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83</Words>
  <Application>Microsoft Macintosh PowerPoint</Application>
  <PresentationFormat>화면 슬라이드 쇼(4:3)</PresentationFormat>
  <Paragraphs>21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Amigo 프로젝트 개인 엄무 진행사항</vt:lpstr>
      <vt:lpstr>엄무 리스트</vt:lpstr>
      <vt:lpstr>PowerPoint 프레젠테이션</vt:lpstr>
      <vt:lpstr>PowerPoint 프레젠테이션</vt:lpstr>
      <vt:lpstr>글상세 내용 보기</vt:lpstr>
      <vt:lpstr>글내용 수정</vt:lpstr>
      <vt:lpstr>글삭제 구현</vt:lpstr>
      <vt:lpstr>여기까지 게시판 기본 기능구현</vt:lpstr>
    </vt:vector>
  </TitlesOfParts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Amigo 프로젝트</dc:title>
  <dc:creator>kitcoop</dc:creator>
  <cp:lastModifiedBy>최해군</cp:lastModifiedBy>
  <cp:revision>27</cp:revision>
  <dcterms:created xsi:type="dcterms:W3CDTF">2017-10-18T05:16:41Z</dcterms:created>
  <dcterms:modified xsi:type="dcterms:W3CDTF">2017-10-19T01:25:43Z</dcterms:modified>
</cp:coreProperties>
</file>