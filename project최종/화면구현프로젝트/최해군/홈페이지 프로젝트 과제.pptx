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2" r:id="rId4"/>
    <p:sldId id="259" r:id="rId5"/>
    <p:sldId id="263" r:id="rId6"/>
    <p:sldId id="260" r:id="rId7"/>
    <p:sldId id="261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54484B49-0697-4684-8AFD-7698A1B5DEDC}">
          <p14:sldIdLst>
            <p14:sldId id="256"/>
            <p14:sldId id="258"/>
            <p14:sldId id="262"/>
            <p14:sldId id="259"/>
            <p14:sldId id="263"/>
            <p14:sldId id="260"/>
            <p14:sldId id="261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3" autoAdjust="0"/>
    <p:restoredTop sz="94660"/>
  </p:normalViewPr>
  <p:slideViewPr>
    <p:cSldViewPr snapToGrid="0">
      <p:cViewPr varScale="1">
        <p:scale>
          <a:sx n="87" d="100"/>
          <a:sy n="87" d="100"/>
        </p:scale>
        <p:origin x="96" y="8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ko-KR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ko-KR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28F1C-271B-444A-B799-3DA76C03A339}" type="datetimeFigureOut">
              <a:rPr lang="ko-KR" altLang="en-US" smtClean="0"/>
              <a:pPr/>
              <a:t>2017-05-25</a:t>
            </a:fld>
            <a:endParaRPr lang="ko-KR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6BEFD-0C04-4E54-B8AC-ED3522B090F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382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ko-KR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ko-KR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28F1C-271B-444A-B799-3DA76C03A339}" type="datetimeFigureOut">
              <a:rPr lang="ko-KR" altLang="en-US" smtClean="0"/>
              <a:pPr/>
              <a:t>2017-05-25</a:t>
            </a:fld>
            <a:endParaRPr lang="ko-KR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6BEFD-0C04-4E54-B8AC-ED3522B090F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370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ko-KR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28F1C-271B-444A-B799-3DA76C03A339}" type="datetimeFigureOut">
              <a:rPr lang="ko-KR" altLang="en-US" smtClean="0"/>
              <a:pPr/>
              <a:t>2017-05-25</a:t>
            </a:fld>
            <a:endParaRPr lang="ko-KR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6BEFD-0C04-4E54-B8AC-ED3522B090F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0600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ko-KR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ko-KR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ko-KR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28F1C-271B-444A-B799-3DA76C03A339}" type="datetimeFigureOut">
              <a:rPr lang="ko-KR" altLang="en-US" smtClean="0"/>
              <a:pPr/>
              <a:t>2017-05-25</a:t>
            </a:fld>
            <a:endParaRPr lang="ko-KR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6BEFD-0C04-4E54-B8AC-ED3522B090F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2905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ko-KR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ko-KR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ko-KR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28F1C-271B-444A-B799-3DA76C03A339}" type="datetimeFigureOut">
              <a:rPr lang="ko-KR" altLang="en-US" smtClean="0"/>
              <a:pPr/>
              <a:t>2017-05-25</a:t>
            </a:fld>
            <a:endParaRPr lang="ko-KR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6BEFD-0C04-4E54-B8AC-ED3522B090F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7640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ko-KR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28F1C-271B-444A-B799-3DA76C03A339}" type="datetimeFigureOut">
              <a:rPr lang="ko-KR" altLang="en-US" smtClean="0"/>
              <a:pPr/>
              <a:t>2017-05-25</a:t>
            </a:fld>
            <a:endParaRPr lang="ko-KR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6BEFD-0C04-4E54-B8AC-ED3522B090F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758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28F1C-271B-444A-B799-3DA76C03A339}" type="datetimeFigureOut">
              <a:rPr lang="ko-KR" altLang="en-US" smtClean="0"/>
              <a:pPr/>
              <a:t>2017-05-25</a:t>
            </a:fld>
            <a:endParaRPr lang="ko-KR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6BEFD-0C04-4E54-B8AC-ED3522B090F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018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ko-KR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ko-KR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28F1C-271B-444A-B799-3DA76C03A339}" type="datetimeFigureOut">
              <a:rPr lang="ko-KR" altLang="en-US" smtClean="0"/>
              <a:pPr/>
              <a:t>2017-05-25</a:t>
            </a:fld>
            <a:endParaRPr lang="ko-KR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6BEFD-0C04-4E54-B8AC-ED3522B090F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2546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ko-KR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28F1C-271B-444A-B799-3DA76C03A339}" type="datetimeFigureOut">
              <a:rPr lang="ko-KR" altLang="en-US" smtClean="0"/>
              <a:pPr/>
              <a:t>2017-05-25</a:t>
            </a:fld>
            <a:endParaRPr lang="ko-KR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6BEFD-0C04-4E54-B8AC-ED3522B090F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1004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ko-KR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ko-KR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28F1C-271B-444A-B799-3DA76C03A339}" type="datetimeFigureOut">
              <a:rPr lang="ko-KR" altLang="en-US" smtClean="0"/>
              <a:pPr/>
              <a:t>2017-05-25</a:t>
            </a:fld>
            <a:endParaRPr lang="ko-KR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6BEFD-0C04-4E54-B8AC-ED3522B090F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563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ko-KR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ko-KR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28F1C-271B-444A-B799-3DA76C03A339}" type="datetimeFigureOut">
              <a:rPr lang="ko-KR" altLang="en-US" smtClean="0"/>
              <a:pPr/>
              <a:t>2017-05-25</a:t>
            </a:fld>
            <a:endParaRPr lang="ko-KR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6BEFD-0C04-4E54-B8AC-ED3522B090F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9159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ko-KR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ko-KR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28F1C-271B-444A-B799-3DA76C03A339}" type="datetimeFigureOut">
              <a:rPr lang="ko-KR" altLang="en-US" smtClean="0"/>
              <a:pPr/>
              <a:t>2017-05-25</a:t>
            </a:fld>
            <a:endParaRPr lang="ko-KR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66BEFD-0C04-4E54-B8AC-ED3522B090F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0993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72794"/>
            <a:ext cx="9144000" cy="935037"/>
          </a:xfrm>
        </p:spPr>
        <p:txBody>
          <a:bodyPr/>
          <a:lstStyle/>
          <a:p>
            <a:r>
              <a:rPr lang="ko-KR" altLang="en-US" smtClean="0"/>
              <a:t>홈페이지 프로젝트 과제</a:t>
            </a:r>
            <a:endParaRPr lang="ko-KR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95400" y="1705708"/>
            <a:ext cx="6670431" cy="4220307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 smtClean="0"/>
              <a:t> </a:t>
            </a:r>
            <a:r>
              <a:rPr lang="en-US" altLang="ko-KR" sz="4000" dirty="0" smtClean="0"/>
              <a:t>1.</a:t>
            </a:r>
            <a:r>
              <a:rPr lang="ko-KR" altLang="en-US" sz="4000" dirty="0" smtClean="0"/>
              <a:t>기본구조 설계 설명</a:t>
            </a:r>
            <a:endParaRPr lang="en-US" altLang="ko-KR" sz="4000" dirty="0" smtClean="0"/>
          </a:p>
          <a:p>
            <a:pPr algn="l"/>
            <a:r>
              <a:rPr lang="en-US" altLang="ko-KR" dirty="0" smtClean="0"/>
              <a:t> </a:t>
            </a:r>
          </a:p>
          <a:p>
            <a:pPr algn="l"/>
            <a:r>
              <a:rPr lang="en-US" altLang="ko-KR" sz="4000" dirty="0" smtClean="0"/>
              <a:t> 2.</a:t>
            </a:r>
            <a:r>
              <a:rPr lang="ko-KR" altLang="en-US" sz="4000" dirty="0" smtClean="0"/>
              <a:t>샘플메인 페이지 보기</a:t>
            </a:r>
            <a:endParaRPr lang="en-US" altLang="ko-KR" sz="4000" dirty="0" smtClean="0"/>
          </a:p>
          <a:p>
            <a:pPr algn="l"/>
            <a:r>
              <a:rPr lang="en-US" altLang="ko-KR" sz="4000" dirty="0"/>
              <a:t> </a:t>
            </a:r>
            <a:endParaRPr lang="en-US" altLang="ko-KR" sz="4000" dirty="0" smtClean="0"/>
          </a:p>
          <a:p>
            <a:pPr algn="l"/>
            <a:r>
              <a:rPr lang="en-US" altLang="ko-KR" sz="4000" dirty="0" smtClean="0"/>
              <a:t> 3.</a:t>
            </a:r>
            <a:r>
              <a:rPr lang="ko-KR" altLang="en-US" sz="4000" dirty="0" smtClean="0"/>
              <a:t>각부분별설명</a:t>
            </a:r>
            <a:endParaRPr lang="en-US" altLang="ko-KR" sz="4000" dirty="0" smtClean="0"/>
          </a:p>
          <a:p>
            <a:pPr algn="l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2886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8262" y="70339"/>
            <a:ext cx="11869615" cy="888023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 smtClean="0"/>
              <a:t>                             </a:t>
            </a:r>
            <a:r>
              <a:rPr lang="ko-KR" altLang="en-US" sz="2800" dirty="0" smtClean="0"/>
              <a:t>애니메션 상단글자</a:t>
            </a:r>
            <a:r>
              <a:rPr lang="en-US" altLang="ko-KR" sz="2800" dirty="0" smtClean="0"/>
              <a:t>(ONEPIECE)</a:t>
            </a:r>
            <a:endParaRPr lang="ko-KR" altLang="en-US" sz="2800" dirty="0"/>
          </a:p>
        </p:txBody>
      </p:sp>
      <p:sp>
        <p:nvSpPr>
          <p:cNvPr id="3" name="矩形 2"/>
          <p:cNvSpPr/>
          <p:nvPr/>
        </p:nvSpPr>
        <p:spPr>
          <a:xfrm>
            <a:off x="9829800" y="261694"/>
            <a:ext cx="1863969" cy="547198"/>
          </a:xfrm>
          <a:prstGeom prst="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>
                <a:solidFill>
                  <a:srgbClr val="7030A0"/>
                </a:solidFill>
              </a:rPr>
              <a:t>로그인메뉴</a:t>
            </a:r>
            <a:endParaRPr lang="ko-KR" altLang="en-US" sz="2000" dirty="0">
              <a:solidFill>
                <a:srgbClr val="7030A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158261" y="1233019"/>
            <a:ext cx="11869615" cy="597876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/>
              <a:t>상단매인 매뉴</a:t>
            </a:r>
            <a:endParaRPr lang="ko-KR" altLang="en-US" sz="2800" dirty="0"/>
          </a:p>
        </p:txBody>
      </p:sp>
      <p:graphicFrame>
        <p:nvGraphicFramePr>
          <p:cNvPr id="5" name="内容占位符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2250646"/>
              </p:ext>
            </p:extLst>
          </p:nvPr>
        </p:nvGraphicFramePr>
        <p:xfrm>
          <a:off x="835269" y="2028968"/>
          <a:ext cx="10515600" cy="1452803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7199236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4121115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2886191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15144668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504453865"/>
                    </a:ext>
                  </a:extLst>
                </a:gridCol>
              </a:tblGrid>
              <a:tr h="1452803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 smtClean="0"/>
                        <a:t>불러올 이미지</a:t>
                      </a:r>
                      <a:r>
                        <a:rPr lang="en-US" altLang="ko-KR" dirty="0" smtClean="0"/>
                        <a:t>(1)</a:t>
                      </a:r>
                    </a:p>
                    <a:p>
                      <a:pPr algn="ctr"/>
                      <a:endParaRPr lang="en-US" altLang="ko-KR" dirty="0" smtClean="0"/>
                    </a:p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 smtClean="0"/>
                        <a:t>불러올 이미지</a:t>
                      </a:r>
                      <a:r>
                        <a:rPr lang="en-US" altLang="ko-KR" dirty="0" smtClean="0"/>
                        <a:t>(2)</a:t>
                      </a:r>
                    </a:p>
                    <a:p>
                      <a:pPr algn="ctr"/>
                      <a:endParaRPr lang="en-US" altLang="ko-KR" dirty="0" smtClean="0"/>
                    </a:p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 smtClean="0"/>
                        <a:t>불러올 이미지</a:t>
                      </a:r>
                      <a:r>
                        <a:rPr lang="en-US" altLang="ko-KR" dirty="0" smtClean="0"/>
                        <a:t>(3)</a:t>
                      </a:r>
                    </a:p>
                    <a:p>
                      <a:pPr algn="ctr"/>
                      <a:endParaRPr lang="en-US" altLang="ko-KR" dirty="0" smtClean="0"/>
                    </a:p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 smtClean="0"/>
                        <a:t>불러올 이미지</a:t>
                      </a:r>
                      <a:r>
                        <a:rPr lang="en-US" altLang="ko-KR" dirty="0" smtClean="0"/>
                        <a:t>(4)</a:t>
                      </a:r>
                    </a:p>
                    <a:p>
                      <a:pPr algn="ctr"/>
                      <a:endParaRPr lang="en-US" altLang="ko-KR" dirty="0" smtClean="0"/>
                    </a:p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 smtClean="0"/>
                        <a:t>불러올 이미지</a:t>
                      </a:r>
                      <a:r>
                        <a:rPr lang="en-US" altLang="ko-KR" dirty="0" smtClean="0"/>
                        <a:t>(5)</a:t>
                      </a:r>
                    </a:p>
                    <a:p>
                      <a:pPr algn="ctr"/>
                      <a:endParaRPr lang="en-US" altLang="ko-KR" dirty="0" smtClean="0"/>
                    </a:p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776592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835269" y="4319113"/>
            <a:ext cx="10515600" cy="1283677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/>
              <a:t>동영상 나오는 부분</a:t>
            </a:r>
            <a:endParaRPr lang="ko-KR" altLang="en-US" sz="2800" dirty="0"/>
          </a:p>
        </p:txBody>
      </p:sp>
      <p:sp>
        <p:nvSpPr>
          <p:cNvPr id="7" name="矩形 6"/>
          <p:cNvSpPr/>
          <p:nvPr/>
        </p:nvSpPr>
        <p:spPr>
          <a:xfrm>
            <a:off x="835269" y="3580555"/>
            <a:ext cx="10515600" cy="5978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3200" dirty="0" smtClean="0"/>
              <a:t>문단작성영역</a:t>
            </a:r>
            <a:endParaRPr lang="ko-KR" altLang="en-US" sz="3200" dirty="0"/>
          </a:p>
        </p:txBody>
      </p:sp>
      <p:sp>
        <p:nvSpPr>
          <p:cNvPr id="8" name="矩形 7"/>
          <p:cNvSpPr/>
          <p:nvPr/>
        </p:nvSpPr>
        <p:spPr>
          <a:xfrm>
            <a:off x="158262" y="5679831"/>
            <a:ext cx="3552092" cy="1019907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하단 포털 작성영역</a:t>
            </a:r>
            <a:endParaRPr lang="ko-KR" altLang="en-US" dirty="0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812686"/>
              </p:ext>
            </p:extLst>
          </p:nvPr>
        </p:nvGraphicFramePr>
        <p:xfrm>
          <a:off x="158260" y="1213235"/>
          <a:ext cx="11869616" cy="637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7404">
                  <a:extLst>
                    <a:ext uri="{9D8B030D-6E8A-4147-A177-3AD203B41FA5}">
                      <a16:colId xmlns:a16="http://schemas.microsoft.com/office/drawing/2014/main" val="3211588081"/>
                    </a:ext>
                  </a:extLst>
                </a:gridCol>
                <a:gridCol w="2967404">
                  <a:extLst>
                    <a:ext uri="{9D8B030D-6E8A-4147-A177-3AD203B41FA5}">
                      <a16:colId xmlns:a16="http://schemas.microsoft.com/office/drawing/2014/main" val="2858422855"/>
                    </a:ext>
                  </a:extLst>
                </a:gridCol>
                <a:gridCol w="2967404">
                  <a:extLst>
                    <a:ext uri="{9D8B030D-6E8A-4147-A177-3AD203B41FA5}">
                      <a16:colId xmlns:a16="http://schemas.microsoft.com/office/drawing/2014/main" val="2035303541"/>
                    </a:ext>
                  </a:extLst>
                </a:gridCol>
                <a:gridCol w="2967404">
                  <a:extLst>
                    <a:ext uri="{9D8B030D-6E8A-4147-A177-3AD203B41FA5}">
                      <a16:colId xmlns:a16="http://schemas.microsoft.com/office/drawing/2014/main" val="3719376845"/>
                    </a:ext>
                  </a:extLst>
                </a:gridCol>
              </a:tblGrid>
              <a:tr h="63744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/>
                        <a:t>상단메뉴</a:t>
                      </a:r>
                      <a:r>
                        <a:rPr lang="ko-KR" altLang="en-US" dirty="0" smtClean="0"/>
                        <a:t> </a:t>
                      </a:r>
                      <a:r>
                        <a:rPr lang="en-US" altLang="ko-KR" dirty="0" smtClean="0"/>
                        <a:t>(</a:t>
                      </a:r>
                      <a:r>
                        <a:rPr lang="ko-KR" altLang="en-US" dirty="0" smtClean="0"/>
                        <a:t>가계소개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/>
                        <a:t>상단메뉴</a:t>
                      </a:r>
                      <a:r>
                        <a:rPr lang="ko-KR" altLang="en-US" dirty="0" smtClean="0"/>
                        <a:t> </a:t>
                      </a:r>
                      <a:r>
                        <a:rPr lang="en-US" altLang="ko-KR" dirty="0" smtClean="0"/>
                        <a:t>(</a:t>
                      </a:r>
                      <a:r>
                        <a:rPr lang="ko-KR" altLang="en-US" dirty="0" smtClean="0"/>
                        <a:t>매뉴서비스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상단메뉴 </a:t>
                      </a:r>
                      <a:r>
                        <a:rPr lang="en-US" altLang="ko-KR" dirty="0" smtClean="0"/>
                        <a:t>(</a:t>
                      </a:r>
                      <a:r>
                        <a:rPr lang="ko-KR" altLang="en-US" dirty="0" smtClean="0"/>
                        <a:t>오시는실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상단메뉴 </a:t>
                      </a:r>
                      <a:r>
                        <a:rPr lang="en-US" altLang="ko-KR" dirty="0" smtClean="0"/>
                        <a:t>(</a:t>
                      </a:r>
                      <a:r>
                        <a:rPr lang="ko-KR" altLang="en-US" dirty="0" smtClean="0"/>
                        <a:t>리뷰및포토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3976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1587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907733"/>
            <a:ext cx="11869615" cy="888023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 smtClean="0"/>
              <a:t>                             </a:t>
            </a:r>
            <a:r>
              <a:rPr lang="ko-KR" altLang="en-US" sz="2800" dirty="0" smtClean="0"/>
              <a:t>애니메션 상단글자</a:t>
            </a:r>
            <a:r>
              <a:rPr lang="en-US" altLang="ko-KR" sz="2800" dirty="0" smtClean="0"/>
              <a:t>(ONEPIECE)</a:t>
            </a:r>
            <a:endParaRPr lang="ko-KR" altLang="en-US" sz="2800" dirty="0"/>
          </a:p>
        </p:txBody>
      </p:sp>
      <p:sp>
        <p:nvSpPr>
          <p:cNvPr id="3" name="矩形 2"/>
          <p:cNvSpPr/>
          <p:nvPr/>
        </p:nvSpPr>
        <p:spPr>
          <a:xfrm>
            <a:off x="9733083" y="2078145"/>
            <a:ext cx="1863969" cy="547198"/>
          </a:xfrm>
          <a:prstGeom prst="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>
                <a:solidFill>
                  <a:srgbClr val="7030A0"/>
                </a:solidFill>
              </a:rPr>
              <a:t>로그인메뉴</a:t>
            </a:r>
            <a:endParaRPr lang="ko-KR" altLang="en-US" sz="2000" dirty="0">
              <a:solidFill>
                <a:srgbClr val="7030A0"/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48056"/>
              </p:ext>
            </p:extLst>
          </p:nvPr>
        </p:nvGraphicFramePr>
        <p:xfrm>
          <a:off x="35167" y="3570747"/>
          <a:ext cx="11869616" cy="637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7404">
                  <a:extLst>
                    <a:ext uri="{9D8B030D-6E8A-4147-A177-3AD203B41FA5}">
                      <a16:colId xmlns:a16="http://schemas.microsoft.com/office/drawing/2014/main" val="3211588081"/>
                    </a:ext>
                  </a:extLst>
                </a:gridCol>
                <a:gridCol w="2967404">
                  <a:extLst>
                    <a:ext uri="{9D8B030D-6E8A-4147-A177-3AD203B41FA5}">
                      <a16:colId xmlns:a16="http://schemas.microsoft.com/office/drawing/2014/main" val="2858422855"/>
                    </a:ext>
                  </a:extLst>
                </a:gridCol>
                <a:gridCol w="2967404">
                  <a:extLst>
                    <a:ext uri="{9D8B030D-6E8A-4147-A177-3AD203B41FA5}">
                      <a16:colId xmlns:a16="http://schemas.microsoft.com/office/drawing/2014/main" val="2035303541"/>
                    </a:ext>
                  </a:extLst>
                </a:gridCol>
                <a:gridCol w="2967404">
                  <a:extLst>
                    <a:ext uri="{9D8B030D-6E8A-4147-A177-3AD203B41FA5}">
                      <a16:colId xmlns:a16="http://schemas.microsoft.com/office/drawing/2014/main" val="3719376845"/>
                    </a:ext>
                  </a:extLst>
                </a:gridCol>
              </a:tblGrid>
              <a:tr h="63744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/>
                        <a:t>상단메뉴</a:t>
                      </a:r>
                      <a:r>
                        <a:rPr lang="ko-KR" altLang="en-US" dirty="0" smtClean="0"/>
                        <a:t> </a:t>
                      </a:r>
                      <a:r>
                        <a:rPr lang="en-US" altLang="ko-KR" dirty="0" smtClean="0"/>
                        <a:t>(</a:t>
                      </a:r>
                      <a:r>
                        <a:rPr lang="ko-KR" altLang="en-US" dirty="0" smtClean="0"/>
                        <a:t>가계소개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/>
                        <a:t>상단메뉴</a:t>
                      </a:r>
                      <a:r>
                        <a:rPr lang="ko-KR" altLang="en-US" dirty="0" smtClean="0"/>
                        <a:t> </a:t>
                      </a:r>
                      <a:r>
                        <a:rPr lang="en-US" altLang="ko-KR" dirty="0" smtClean="0"/>
                        <a:t>(</a:t>
                      </a:r>
                      <a:r>
                        <a:rPr lang="ko-KR" altLang="en-US" dirty="0" smtClean="0"/>
                        <a:t>매뉴서비스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상단메뉴 </a:t>
                      </a:r>
                      <a:r>
                        <a:rPr lang="en-US" altLang="ko-KR" dirty="0" smtClean="0"/>
                        <a:t>(</a:t>
                      </a:r>
                      <a:r>
                        <a:rPr lang="ko-KR" altLang="en-US" dirty="0" smtClean="0"/>
                        <a:t>오시는실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상단메뉴 </a:t>
                      </a:r>
                      <a:r>
                        <a:rPr lang="en-US" altLang="ko-KR" dirty="0" smtClean="0"/>
                        <a:t>(</a:t>
                      </a:r>
                      <a:r>
                        <a:rPr lang="ko-KR" altLang="en-US" dirty="0" smtClean="0"/>
                        <a:t>리뷰및포토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3976693"/>
                  </a:ext>
                </a:extLst>
              </a:tr>
            </a:tbl>
          </a:graphicData>
        </a:graphic>
      </p:graphicFrame>
      <p:graphicFrame>
        <p:nvGraphicFramePr>
          <p:cNvPr id="5" name="内容占位符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75935618"/>
              </p:ext>
            </p:extLst>
          </p:nvPr>
        </p:nvGraphicFramePr>
        <p:xfrm>
          <a:off x="712175" y="4983183"/>
          <a:ext cx="10515600" cy="1452803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7199236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4121115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2886191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15144668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504453865"/>
                    </a:ext>
                  </a:extLst>
                </a:gridCol>
              </a:tblGrid>
              <a:tr h="1452803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 smtClean="0"/>
                        <a:t>불러올 이미지</a:t>
                      </a:r>
                      <a:r>
                        <a:rPr lang="en-US" altLang="ko-KR" dirty="0" smtClean="0"/>
                        <a:t>(1)</a:t>
                      </a:r>
                    </a:p>
                    <a:p>
                      <a:pPr algn="ctr"/>
                      <a:endParaRPr lang="en-US" altLang="ko-KR" dirty="0" smtClean="0"/>
                    </a:p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 smtClean="0"/>
                        <a:t>불러올 이미지</a:t>
                      </a:r>
                      <a:r>
                        <a:rPr lang="en-US" altLang="ko-KR" dirty="0" smtClean="0"/>
                        <a:t>(2)</a:t>
                      </a:r>
                    </a:p>
                    <a:p>
                      <a:pPr algn="ctr"/>
                      <a:endParaRPr lang="en-US" altLang="ko-KR" dirty="0" smtClean="0"/>
                    </a:p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 smtClean="0"/>
                        <a:t>불러올 이미지</a:t>
                      </a:r>
                      <a:r>
                        <a:rPr lang="en-US" altLang="ko-KR" dirty="0" smtClean="0"/>
                        <a:t>(3)</a:t>
                      </a:r>
                    </a:p>
                    <a:p>
                      <a:pPr algn="ctr"/>
                      <a:endParaRPr lang="en-US" altLang="ko-KR" dirty="0" smtClean="0"/>
                    </a:p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 smtClean="0"/>
                        <a:t>불러올 이미지</a:t>
                      </a:r>
                      <a:r>
                        <a:rPr lang="en-US" altLang="ko-KR" dirty="0" smtClean="0"/>
                        <a:t>(4)</a:t>
                      </a:r>
                    </a:p>
                    <a:p>
                      <a:pPr algn="ctr"/>
                      <a:endParaRPr lang="en-US" altLang="ko-KR" dirty="0" smtClean="0"/>
                    </a:p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 smtClean="0"/>
                        <a:t>불러올 이미지</a:t>
                      </a:r>
                      <a:r>
                        <a:rPr lang="en-US" altLang="ko-KR" dirty="0" smtClean="0"/>
                        <a:t>(5)</a:t>
                      </a:r>
                    </a:p>
                    <a:p>
                      <a:pPr algn="ctr"/>
                      <a:endParaRPr lang="en-US" altLang="ko-KR" dirty="0" smtClean="0"/>
                    </a:p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776592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342899" y="299169"/>
            <a:ext cx="11254153" cy="86164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4000" dirty="0" smtClean="0"/>
              <a:t>메 인 페 이 지 설계도  </a:t>
            </a:r>
            <a:r>
              <a:rPr lang="en-US" altLang="ko-KR" sz="4400" dirty="0" smtClean="0"/>
              <a:t>1</a:t>
            </a:r>
            <a:endParaRPr lang="ko-KR" altLang="en-US" sz="4400" dirty="0"/>
          </a:p>
        </p:txBody>
      </p:sp>
      <p:sp>
        <p:nvSpPr>
          <p:cNvPr id="7" name="下箭头 6"/>
          <p:cNvSpPr/>
          <p:nvPr/>
        </p:nvSpPr>
        <p:spPr>
          <a:xfrm>
            <a:off x="5433646" y="1318846"/>
            <a:ext cx="1019908" cy="42203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下箭头 7"/>
          <p:cNvSpPr/>
          <p:nvPr/>
        </p:nvSpPr>
        <p:spPr>
          <a:xfrm>
            <a:off x="5460021" y="3007405"/>
            <a:ext cx="1019908" cy="42203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下箭头 8"/>
          <p:cNvSpPr/>
          <p:nvPr/>
        </p:nvSpPr>
        <p:spPr>
          <a:xfrm>
            <a:off x="5460021" y="4402692"/>
            <a:ext cx="1019908" cy="42203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3987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54" y="1389185"/>
            <a:ext cx="11606904" cy="5345723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74785" y="246185"/>
            <a:ext cx="11254153" cy="86164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4000" dirty="0" smtClean="0"/>
              <a:t>메 인 페 이 지  </a:t>
            </a:r>
            <a:r>
              <a:rPr lang="en-US" altLang="ko-KR" sz="4400" dirty="0" smtClean="0"/>
              <a:t>1</a:t>
            </a:r>
            <a:endParaRPr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63042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74785" y="246185"/>
            <a:ext cx="11254153" cy="86164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4000" dirty="0" smtClean="0"/>
              <a:t>메 인 페 이 지 설계도 </a:t>
            </a:r>
            <a:r>
              <a:rPr lang="en-US" altLang="ko-KR" sz="4000" dirty="0" smtClean="0"/>
              <a:t>2</a:t>
            </a:r>
            <a:endParaRPr lang="ko-KR" altLang="en-US" sz="4400" dirty="0"/>
          </a:p>
        </p:txBody>
      </p:sp>
      <p:sp>
        <p:nvSpPr>
          <p:cNvPr id="3" name="矩形 2"/>
          <p:cNvSpPr/>
          <p:nvPr/>
        </p:nvSpPr>
        <p:spPr>
          <a:xfrm>
            <a:off x="633045" y="2024318"/>
            <a:ext cx="10515600" cy="8331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3200" dirty="0" smtClean="0"/>
              <a:t>문단작성영역</a:t>
            </a:r>
            <a:endParaRPr lang="ko-KR" altLang="en-US" sz="3200" dirty="0"/>
          </a:p>
        </p:txBody>
      </p:sp>
      <p:sp>
        <p:nvSpPr>
          <p:cNvPr id="4" name="矩形 3"/>
          <p:cNvSpPr/>
          <p:nvPr/>
        </p:nvSpPr>
        <p:spPr>
          <a:xfrm>
            <a:off x="844061" y="3773989"/>
            <a:ext cx="10515600" cy="1283677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/>
              <a:t>동영상 나오는 부분</a:t>
            </a:r>
            <a:endParaRPr lang="ko-KR" altLang="en-US" sz="2800" dirty="0"/>
          </a:p>
        </p:txBody>
      </p:sp>
      <p:sp>
        <p:nvSpPr>
          <p:cNvPr id="5" name="下箭头 4"/>
          <p:cNvSpPr/>
          <p:nvPr/>
        </p:nvSpPr>
        <p:spPr>
          <a:xfrm>
            <a:off x="5380891" y="3104730"/>
            <a:ext cx="1019908" cy="42203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下箭头 5"/>
          <p:cNvSpPr/>
          <p:nvPr/>
        </p:nvSpPr>
        <p:spPr>
          <a:xfrm>
            <a:off x="5380891" y="1355059"/>
            <a:ext cx="1019908" cy="42203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下箭头 6"/>
          <p:cNvSpPr/>
          <p:nvPr/>
        </p:nvSpPr>
        <p:spPr>
          <a:xfrm>
            <a:off x="2285998" y="5163174"/>
            <a:ext cx="1019908" cy="42203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矩形 7"/>
          <p:cNvSpPr/>
          <p:nvPr/>
        </p:nvSpPr>
        <p:spPr>
          <a:xfrm>
            <a:off x="158262" y="5679831"/>
            <a:ext cx="3552092" cy="1019907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하단 포털 작성영역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8149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03430" y="277202"/>
            <a:ext cx="3698631" cy="900967"/>
          </a:xfrm>
        </p:spPr>
        <p:txBody>
          <a:bodyPr/>
          <a:lstStyle/>
          <a:p>
            <a:pPr algn="ctr"/>
            <a:r>
              <a:rPr lang="ko-KR" altLang="en-US" dirty="0" smtClean="0"/>
              <a:t>메인페이지 </a:t>
            </a:r>
            <a:r>
              <a:rPr lang="en-US" altLang="ko-KR" dirty="0" smtClean="0"/>
              <a:t>2</a:t>
            </a:r>
            <a:endParaRPr lang="ko-KR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786" y="1318846"/>
            <a:ext cx="11078306" cy="5345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587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9" y="55483"/>
            <a:ext cx="11465169" cy="12482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70" y="5568745"/>
            <a:ext cx="8001000" cy="104891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9" y="1459523"/>
            <a:ext cx="5380893" cy="3953427"/>
          </a:xfrm>
          <a:prstGeom prst="rect">
            <a:avLst/>
          </a:prstGeom>
        </p:spPr>
      </p:pic>
      <p:sp>
        <p:nvSpPr>
          <p:cNvPr id="9" name="右箭头 8"/>
          <p:cNvSpPr/>
          <p:nvPr/>
        </p:nvSpPr>
        <p:spPr>
          <a:xfrm rot="10800000">
            <a:off x="7526212" y="967153"/>
            <a:ext cx="3938953" cy="1934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7109929" y="1353534"/>
            <a:ext cx="4619009" cy="27356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애니메션 실행 방향 오른쪽부터 중간으로</a:t>
            </a:r>
            <a:endParaRPr lang="ko-KR" altLang="en-US" dirty="0"/>
          </a:p>
        </p:txBody>
      </p:sp>
      <p:sp>
        <p:nvSpPr>
          <p:cNvPr id="12" name="右箭头 11"/>
          <p:cNvSpPr/>
          <p:nvPr/>
        </p:nvSpPr>
        <p:spPr>
          <a:xfrm rot="843305">
            <a:off x="5877067" y="2068694"/>
            <a:ext cx="1477010" cy="4227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右箭头 12"/>
          <p:cNvSpPr/>
          <p:nvPr/>
        </p:nvSpPr>
        <p:spPr>
          <a:xfrm>
            <a:off x="5644662" y="3401210"/>
            <a:ext cx="1434099" cy="4674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右箭头 13"/>
          <p:cNvSpPr/>
          <p:nvPr/>
        </p:nvSpPr>
        <p:spPr>
          <a:xfrm>
            <a:off x="5644956" y="4617603"/>
            <a:ext cx="1464973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右箭头 14"/>
          <p:cNvSpPr/>
          <p:nvPr/>
        </p:nvSpPr>
        <p:spPr>
          <a:xfrm>
            <a:off x="8334606" y="6034672"/>
            <a:ext cx="1181139" cy="4039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矩形 15"/>
          <p:cNvSpPr/>
          <p:nvPr/>
        </p:nvSpPr>
        <p:spPr>
          <a:xfrm>
            <a:off x="7649304" y="1895672"/>
            <a:ext cx="4290650" cy="10057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애니메션스타일 작성</a:t>
            </a:r>
            <a:r>
              <a:rPr lang="en-US" altLang="ko-KR" dirty="0" smtClean="0"/>
              <a:t>(</a:t>
            </a:r>
            <a:r>
              <a:rPr lang="ko-KR" altLang="en-US" dirty="0" smtClean="0"/>
              <a:t>작동시간</a:t>
            </a:r>
            <a:r>
              <a:rPr lang="en-US" altLang="ko-KR" dirty="0" smtClean="0"/>
              <a:t>,</a:t>
            </a:r>
            <a:r>
              <a:rPr lang="ko-KR" altLang="en-US" dirty="0" smtClean="0"/>
              <a:t>글사이즈</a:t>
            </a:r>
            <a:r>
              <a:rPr lang="en-US" altLang="ko-KR" dirty="0" smtClean="0"/>
              <a:t>,</a:t>
            </a:r>
            <a:r>
              <a:rPr lang="ko-KR" altLang="en-US" dirty="0" smtClean="0"/>
              <a:t>그림자효과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7649304" y="3217985"/>
            <a:ext cx="3815861" cy="6506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애니메션시작지점</a:t>
            </a:r>
            <a:endParaRPr lang="ko-KR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7649304" y="4299777"/>
            <a:ext cx="3815861" cy="6506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애니메션죻료지점</a:t>
            </a:r>
            <a:endParaRPr lang="ko-KR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9794629" y="5568745"/>
            <a:ext cx="2145325" cy="1180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바디태그바로 밑에 </a:t>
            </a:r>
            <a:r>
              <a:rPr lang="en-US" altLang="ko-KR" dirty="0" smtClean="0"/>
              <a:t>&lt;H1&gt;</a:t>
            </a:r>
            <a:r>
              <a:rPr lang="ko-KR" altLang="en-US" dirty="0" smtClean="0"/>
              <a:t>태그의 위치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4364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92517"/>
              </p:ext>
            </p:extLst>
          </p:nvPr>
        </p:nvGraphicFramePr>
        <p:xfrm>
          <a:off x="175844" y="1406666"/>
          <a:ext cx="11869616" cy="637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7404">
                  <a:extLst>
                    <a:ext uri="{9D8B030D-6E8A-4147-A177-3AD203B41FA5}">
                      <a16:colId xmlns:a16="http://schemas.microsoft.com/office/drawing/2014/main" val="3211588081"/>
                    </a:ext>
                  </a:extLst>
                </a:gridCol>
                <a:gridCol w="2967404">
                  <a:extLst>
                    <a:ext uri="{9D8B030D-6E8A-4147-A177-3AD203B41FA5}">
                      <a16:colId xmlns:a16="http://schemas.microsoft.com/office/drawing/2014/main" val="2858422855"/>
                    </a:ext>
                  </a:extLst>
                </a:gridCol>
                <a:gridCol w="2967404">
                  <a:extLst>
                    <a:ext uri="{9D8B030D-6E8A-4147-A177-3AD203B41FA5}">
                      <a16:colId xmlns:a16="http://schemas.microsoft.com/office/drawing/2014/main" val="2035303541"/>
                    </a:ext>
                  </a:extLst>
                </a:gridCol>
                <a:gridCol w="2967404">
                  <a:extLst>
                    <a:ext uri="{9D8B030D-6E8A-4147-A177-3AD203B41FA5}">
                      <a16:colId xmlns:a16="http://schemas.microsoft.com/office/drawing/2014/main" val="3719376845"/>
                    </a:ext>
                  </a:extLst>
                </a:gridCol>
              </a:tblGrid>
              <a:tr h="63744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/>
                        <a:t>상단메뉴</a:t>
                      </a:r>
                      <a:r>
                        <a:rPr lang="ko-KR" altLang="en-US" dirty="0" smtClean="0"/>
                        <a:t> </a:t>
                      </a:r>
                      <a:r>
                        <a:rPr lang="en-US" altLang="ko-KR" dirty="0" smtClean="0"/>
                        <a:t>(</a:t>
                      </a:r>
                      <a:r>
                        <a:rPr lang="ko-KR" altLang="en-US" dirty="0" smtClean="0"/>
                        <a:t>가계소개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 smtClean="0"/>
                        <a:t>상단메뉴</a:t>
                      </a:r>
                      <a:r>
                        <a:rPr lang="ko-KR" altLang="en-US" dirty="0" smtClean="0"/>
                        <a:t> </a:t>
                      </a:r>
                      <a:r>
                        <a:rPr lang="en-US" altLang="ko-KR" dirty="0" smtClean="0"/>
                        <a:t>(</a:t>
                      </a:r>
                      <a:r>
                        <a:rPr lang="ko-KR" altLang="en-US" dirty="0" smtClean="0"/>
                        <a:t>매뉴서비스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상단메뉴 </a:t>
                      </a:r>
                      <a:r>
                        <a:rPr lang="en-US" altLang="ko-KR" dirty="0" smtClean="0"/>
                        <a:t>(</a:t>
                      </a:r>
                      <a:r>
                        <a:rPr lang="ko-KR" altLang="en-US" dirty="0" smtClean="0"/>
                        <a:t>오시는실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상단메뉴 </a:t>
                      </a:r>
                      <a:r>
                        <a:rPr lang="en-US" altLang="ko-KR" dirty="0" smtClean="0"/>
                        <a:t>(</a:t>
                      </a:r>
                      <a:r>
                        <a:rPr lang="ko-KR" altLang="en-US" dirty="0" smtClean="0"/>
                        <a:t>리뷰및포토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3976693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175844" y="0"/>
            <a:ext cx="11658602" cy="8087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dirty="0" smtClean="0"/>
              <a:t>사단메뉴 설명</a:t>
            </a:r>
            <a:endParaRPr lang="ko-KR" altLang="en-US" sz="3600" dirty="0"/>
          </a:p>
        </p:txBody>
      </p:sp>
      <p:sp>
        <p:nvSpPr>
          <p:cNvPr id="4" name="下箭头 3"/>
          <p:cNvSpPr/>
          <p:nvPr/>
        </p:nvSpPr>
        <p:spPr>
          <a:xfrm>
            <a:off x="5117123" y="879179"/>
            <a:ext cx="1354016" cy="45709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下箭头 5"/>
          <p:cNvSpPr/>
          <p:nvPr/>
        </p:nvSpPr>
        <p:spPr>
          <a:xfrm>
            <a:off x="5117123" y="2114500"/>
            <a:ext cx="1354016" cy="45709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585" y="2641987"/>
            <a:ext cx="12045460" cy="719644"/>
          </a:xfrm>
          <a:prstGeom prst="rect">
            <a:avLst/>
          </a:prstGeom>
        </p:spPr>
      </p:pic>
      <p:sp>
        <p:nvSpPr>
          <p:cNvPr id="8" name="下箭头 7"/>
          <p:cNvSpPr/>
          <p:nvPr/>
        </p:nvSpPr>
        <p:spPr>
          <a:xfrm>
            <a:off x="5196253" y="3502411"/>
            <a:ext cx="1354016" cy="45709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51" y="4100287"/>
            <a:ext cx="11658602" cy="2282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784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75844" y="0"/>
            <a:ext cx="11658602" cy="8087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3600" dirty="0" smtClean="0"/>
              <a:t>사단메뉴 설명 </a:t>
            </a:r>
            <a:r>
              <a:rPr lang="en-US" altLang="ko-KR" sz="3600" dirty="0" smtClean="0"/>
              <a:t>(1)</a:t>
            </a:r>
            <a:endParaRPr lang="ko-KR" altLang="en-US" sz="36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44" y="1354015"/>
            <a:ext cx="5258534" cy="4857813"/>
          </a:xfrm>
          <a:prstGeom prst="rect">
            <a:avLst/>
          </a:prstGeom>
        </p:spPr>
      </p:pic>
      <p:sp>
        <p:nvSpPr>
          <p:cNvPr id="5" name="下箭头 4"/>
          <p:cNvSpPr/>
          <p:nvPr/>
        </p:nvSpPr>
        <p:spPr>
          <a:xfrm rot="16200000">
            <a:off x="5758962" y="3185043"/>
            <a:ext cx="1028701" cy="11957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矩形 5"/>
          <p:cNvSpPr/>
          <p:nvPr/>
        </p:nvSpPr>
        <p:spPr>
          <a:xfrm>
            <a:off x="7280031" y="1354015"/>
            <a:ext cx="4554415" cy="485781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Html </a:t>
            </a:r>
            <a:r>
              <a:rPr lang="ko-KR" altLang="en-US" dirty="0" smtClean="0"/>
              <a:t>으로 기본 설계</a:t>
            </a:r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 smtClean="0"/>
          </a:p>
          <a:p>
            <a:pPr algn="ctr"/>
            <a:r>
              <a:rPr lang="ko-KR" altLang="en-US" dirty="0" smtClean="0"/>
              <a:t>로그인 목록 같이 설계 </a:t>
            </a:r>
            <a:endParaRPr lang="ko-KR" altLang="en-US" dirty="0"/>
          </a:p>
        </p:txBody>
      </p:sp>
      <p:sp>
        <p:nvSpPr>
          <p:cNvPr id="7" name="下箭头 6"/>
          <p:cNvSpPr/>
          <p:nvPr/>
        </p:nvSpPr>
        <p:spPr>
          <a:xfrm rot="16200000">
            <a:off x="5608460" y="4236858"/>
            <a:ext cx="872503" cy="247064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717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75844" y="0"/>
            <a:ext cx="11658602" cy="8087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3600" dirty="0" smtClean="0"/>
              <a:t>상단메뉴 설명 </a:t>
            </a:r>
            <a:r>
              <a:rPr lang="en-US" altLang="ko-KR" sz="3600" dirty="0" smtClean="0"/>
              <a:t>(2)</a:t>
            </a:r>
            <a:endParaRPr lang="ko-KR" altLang="en-US" sz="36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743" y="1173310"/>
            <a:ext cx="3172268" cy="138131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743" y="2919149"/>
            <a:ext cx="3172268" cy="3296110"/>
          </a:xfrm>
          <a:prstGeom prst="rect">
            <a:avLst/>
          </a:prstGeom>
        </p:spPr>
      </p:pic>
      <p:sp>
        <p:nvSpPr>
          <p:cNvPr id="6" name="右箭头 5"/>
          <p:cNvSpPr/>
          <p:nvPr/>
        </p:nvSpPr>
        <p:spPr>
          <a:xfrm>
            <a:off x="3991708" y="1652954"/>
            <a:ext cx="1389184" cy="5275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右箭头 6"/>
          <p:cNvSpPr/>
          <p:nvPr/>
        </p:nvSpPr>
        <p:spPr>
          <a:xfrm>
            <a:off x="3991708" y="4443046"/>
            <a:ext cx="1389184" cy="5275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圆角矩形 7"/>
          <p:cNvSpPr/>
          <p:nvPr/>
        </p:nvSpPr>
        <p:spPr>
          <a:xfrm>
            <a:off x="6535615" y="1101993"/>
            <a:ext cx="3991707" cy="2462836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마크삭제 및 기본값으로 밑줄을 긋지 않도록 설정</a:t>
            </a:r>
            <a:r>
              <a:rPr lang="en-US" altLang="ko-KR" dirty="0" smtClean="0"/>
              <a:t>(a</a:t>
            </a:r>
            <a:r>
              <a:rPr lang="ko-KR" altLang="en-US" dirty="0" smtClean="0"/>
              <a:t>태그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9" name="圆角矩形 8"/>
          <p:cNvSpPr/>
          <p:nvPr/>
        </p:nvSpPr>
        <p:spPr>
          <a:xfrm>
            <a:off x="6535616" y="3858034"/>
            <a:ext cx="3991707" cy="2462836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Float </a:t>
            </a:r>
            <a:r>
              <a:rPr lang="ko-KR" altLang="en-US" dirty="0" smtClean="0"/>
              <a:t>이용해서왼쪽으로 정렬</a:t>
            </a:r>
            <a:r>
              <a:rPr lang="en-US" altLang="ko-KR" dirty="0" smtClean="0"/>
              <a:t>.</a:t>
            </a:r>
            <a:r>
              <a:rPr lang="en-US" altLang="ko-KR" dirty="0" err="1" smtClean="0"/>
              <a:t>position:relative</a:t>
            </a:r>
            <a:r>
              <a:rPr lang="en-US" altLang="ko-KR" dirty="0" smtClean="0"/>
              <a:t>;</a:t>
            </a:r>
            <a:r>
              <a:rPr lang="ko-KR" altLang="en-US" dirty="0" smtClean="0"/>
              <a:t>이용해서정렬</a:t>
            </a:r>
            <a:r>
              <a:rPr lang="en-US" altLang="ko-KR" dirty="0" smtClean="0"/>
              <a:t>,</a:t>
            </a:r>
          </a:p>
          <a:p>
            <a:pPr algn="ctr"/>
            <a:r>
              <a:rPr lang="ko-KR" altLang="en-US" dirty="0" smtClean="0"/>
              <a:t>글자정렬 가운데</a:t>
            </a:r>
            <a:r>
              <a:rPr lang="en-US" altLang="ko-KR" dirty="0" smtClean="0"/>
              <a:t>,</a:t>
            </a:r>
            <a:r>
              <a:rPr lang="ko-KR" altLang="en-US" dirty="0" smtClean="0"/>
              <a:t>높이 텍스트 행 상이의 간격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0896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75844" y="0"/>
            <a:ext cx="11658602" cy="8087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3600" dirty="0" smtClean="0"/>
              <a:t>사단메뉴 설명 </a:t>
            </a:r>
            <a:r>
              <a:rPr lang="en-US" altLang="ko-KR" sz="3600" dirty="0" smtClean="0"/>
              <a:t>(3)</a:t>
            </a:r>
            <a:endParaRPr lang="ko-KR" altLang="en-US" sz="36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764"/>
            <a:ext cx="3696216" cy="2655380"/>
          </a:xfrm>
          <a:prstGeom prst="rect">
            <a:avLst/>
          </a:prstGeom>
        </p:spPr>
      </p:pic>
      <p:sp>
        <p:nvSpPr>
          <p:cNvPr id="4" name="右箭头 3"/>
          <p:cNvSpPr/>
          <p:nvPr/>
        </p:nvSpPr>
        <p:spPr>
          <a:xfrm>
            <a:off x="4167554" y="1846385"/>
            <a:ext cx="1652954" cy="7561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矩形 4"/>
          <p:cNvSpPr/>
          <p:nvPr/>
        </p:nvSpPr>
        <p:spPr>
          <a:xfrm>
            <a:off x="6928338" y="1047122"/>
            <a:ext cx="4677508" cy="1995016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r>
              <a:rPr lang="ko-KR" altLang="en-US" dirty="0" smtClean="0"/>
              <a:t>레별 메뉴에 마우스를 올렸을때 배경색 지정</a:t>
            </a:r>
          </a:p>
          <a:p>
            <a:pPr algn="ctr"/>
            <a:r>
              <a:rPr lang="ko-KR" altLang="en-US" dirty="0" smtClean="0"/>
              <a:t>태그명</a:t>
            </a:r>
            <a:r>
              <a:rPr lang="en-US" altLang="ko-KR" dirty="0" smtClean="0"/>
              <a:t>:hover&gt;&gt;</a:t>
            </a:r>
            <a:r>
              <a:rPr lang="ko-KR" altLang="en-US" dirty="0" smtClean="0"/>
              <a:t>마우스를 올렸을때 표시</a:t>
            </a:r>
            <a:endParaRPr lang="ko-KR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737" y="3640119"/>
            <a:ext cx="3248479" cy="3077004"/>
          </a:xfrm>
          <a:prstGeom prst="rect">
            <a:avLst/>
          </a:prstGeom>
        </p:spPr>
      </p:pic>
      <p:sp>
        <p:nvSpPr>
          <p:cNvPr id="7" name="右箭头 6"/>
          <p:cNvSpPr/>
          <p:nvPr/>
        </p:nvSpPr>
        <p:spPr>
          <a:xfrm>
            <a:off x="4167554" y="4800552"/>
            <a:ext cx="1652954" cy="7561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矩形 7"/>
          <p:cNvSpPr/>
          <p:nvPr/>
        </p:nvSpPr>
        <p:spPr>
          <a:xfrm>
            <a:off x="6928338" y="4181113"/>
            <a:ext cx="4677508" cy="1995016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레별 메뉴의 위치 속성 지정 텍스트속성</a:t>
            </a:r>
            <a:r>
              <a:rPr lang="en-US" altLang="ko-KR" dirty="0" smtClean="0"/>
              <a:t>/</a:t>
            </a:r>
            <a:r>
              <a:rPr lang="ko-KR" altLang="en-US" dirty="0" smtClean="0"/>
              <a:t>배경</a:t>
            </a:r>
            <a:r>
              <a:rPr lang="en-US" altLang="ko-KR" dirty="0" smtClean="0"/>
              <a:t>/</a:t>
            </a:r>
            <a:r>
              <a:rPr lang="ko-KR" altLang="en-US" dirty="0" smtClean="0"/>
              <a:t>여백지정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3200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75844" y="0"/>
            <a:ext cx="11658602" cy="8087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3600" dirty="0" smtClean="0"/>
              <a:t>사단메뉴 설명 </a:t>
            </a:r>
            <a:r>
              <a:rPr lang="en-US" altLang="ko-KR" sz="3600" dirty="0" smtClean="0"/>
              <a:t>(4)</a:t>
            </a:r>
            <a:endParaRPr lang="ko-KR" altLang="en-US" sz="36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43" y="968040"/>
            <a:ext cx="4484079" cy="247854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443" y="3605836"/>
            <a:ext cx="3972479" cy="3006970"/>
          </a:xfrm>
          <a:prstGeom prst="rect">
            <a:avLst/>
          </a:prstGeom>
        </p:spPr>
      </p:pic>
      <p:sp>
        <p:nvSpPr>
          <p:cNvPr id="5" name="右箭头 4"/>
          <p:cNvSpPr/>
          <p:nvPr/>
        </p:nvSpPr>
        <p:spPr>
          <a:xfrm>
            <a:off x="4835769" y="1869030"/>
            <a:ext cx="1740877" cy="6765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右箭头 5"/>
          <p:cNvSpPr/>
          <p:nvPr/>
        </p:nvSpPr>
        <p:spPr>
          <a:xfrm>
            <a:off x="4835769" y="4771038"/>
            <a:ext cx="1740877" cy="6765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圆角矩形 6"/>
          <p:cNvSpPr/>
          <p:nvPr/>
        </p:nvSpPr>
        <p:spPr>
          <a:xfrm>
            <a:off x="7702062" y="1143000"/>
            <a:ext cx="3991707" cy="2462836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r>
              <a:rPr lang="ko-KR" altLang="en-US" dirty="0" smtClean="0"/>
              <a:t>레별 메뉴에 마우스를 올렸을때 배경색 지정 와 하위메뉴위치지정</a:t>
            </a:r>
            <a:endParaRPr lang="ko-KR" altLang="en-US" dirty="0"/>
          </a:p>
        </p:txBody>
      </p:sp>
      <p:sp>
        <p:nvSpPr>
          <p:cNvPr id="8" name="圆角矩形 7"/>
          <p:cNvSpPr/>
          <p:nvPr/>
        </p:nvSpPr>
        <p:spPr>
          <a:xfrm>
            <a:off x="7702062" y="3940047"/>
            <a:ext cx="3991707" cy="2462836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로그인 목록 스차일 지정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04372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20170525_1030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42" y="1789165"/>
            <a:ext cx="10973821" cy="3362795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1903777" y="268941"/>
            <a:ext cx="7329870" cy="10287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dirty="0" err="1" smtClean="0"/>
              <a:t>상단매뉴그림</a:t>
            </a:r>
            <a:r>
              <a:rPr lang="ko-KR" altLang="en-US" sz="2800" dirty="0" smtClean="0"/>
              <a:t> 설계</a:t>
            </a:r>
            <a:endParaRPr lang="ko-KR" alt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885848" y="0"/>
            <a:ext cx="7329870" cy="5199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dirty="0" err="1" smtClean="0"/>
              <a:t>상단매뉴그림</a:t>
            </a:r>
            <a:r>
              <a:rPr lang="ko-KR" altLang="en-US" sz="2800" dirty="0" smtClean="0"/>
              <a:t> 설계 </a:t>
            </a:r>
            <a:r>
              <a:rPr lang="en-US" altLang="ko-KR" sz="2800" dirty="0" smtClean="0"/>
              <a:t>1</a:t>
            </a:r>
            <a:endParaRPr lang="ko-KR" altLang="en-US" sz="28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27" y="699156"/>
            <a:ext cx="4963218" cy="594443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6465" y="3414160"/>
            <a:ext cx="3267531" cy="3229426"/>
          </a:xfrm>
          <a:prstGeom prst="rect">
            <a:avLst/>
          </a:prstGeom>
        </p:spPr>
      </p:pic>
      <p:sp>
        <p:nvSpPr>
          <p:cNvPr id="5" name="右箭头 4"/>
          <p:cNvSpPr/>
          <p:nvPr/>
        </p:nvSpPr>
        <p:spPr>
          <a:xfrm>
            <a:off x="5255046" y="1432193"/>
            <a:ext cx="3062689" cy="3855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右箭头 5"/>
          <p:cNvSpPr/>
          <p:nvPr/>
        </p:nvSpPr>
        <p:spPr>
          <a:xfrm>
            <a:off x="8533996" y="4836078"/>
            <a:ext cx="907459" cy="3855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圆角矩形 6"/>
          <p:cNvSpPr/>
          <p:nvPr/>
        </p:nvSpPr>
        <p:spPr>
          <a:xfrm>
            <a:off x="8813495" y="823766"/>
            <a:ext cx="2974554" cy="2200902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Div</a:t>
            </a:r>
            <a:r>
              <a:rPr lang="en-US" altLang="ko-KR" dirty="0" smtClean="0"/>
              <a:t> </a:t>
            </a:r>
            <a:r>
              <a:rPr lang="ko-KR" altLang="en-US" dirty="0" smtClean="0"/>
              <a:t>태그로 감사 된</a:t>
            </a:r>
            <a:r>
              <a:rPr lang="en-US" altLang="ko-KR" dirty="0" smtClean="0"/>
              <a:t>5</a:t>
            </a:r>
            <a:r>
              <a:rPr lang="ko-KR" altLang="en-US" dirty="0" smtClean="0"/>
              <a:t>개 그림의 </a:t>
            </a:r>
            <a:r>
              <a:rPr lang="en-US" altLang="ko-KR" dirty="0" smtClean="0"/>
              <a:t>html </a:t>
            </a:r>
            <a:r>
              <a:rPr lang="ko-KR" altLang="en-US" dirty="0" smtClean="0"/>
              <a:t>설계</a:t>
            </a:r>
            <a:endParaRPr lang="ko-KR" altLang="en-US" dirty="0"/>
          </a:p>
        </p:txBody>
      </p:sp>
      <p:sp>
        <p:nvSpPr>
          <p:cNvPr id="8" name="圆角矩形 7"/>
          <p:cNvSpPr/>
          <p:nvPr/>
        </p:nvSpPr>
        <p:spPr>
          <a:xfrm>
            <a:off x="9563914" y="3974335"/>
            <a:ext cx="2356338" cy="1881668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이미지의 대한 스타일 설계</a:t>
            </a:r>
            <a:endParaRPr lang="ko-KR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885847" y="209320"/>
            <a:ext cx="7329870" cy="5199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/>
              <a:t>문단작성 영역 설정</a:t>
            </a:r>
            <a:endParaRPr lang="ko-KR" altLang="en-US" sz="2800" dirty="0"/>
          </a:p>
        </p:txBody>
      </p:sp>
      <p:sp>
        <p:nvSpPr>
          <p:cNvPr id="4" name="圆角矩形 3"/>
          <p:cNvSpPr/>
          <p:nvPr/>
        </p:nvSpPr>
        <p:spPr>
          <a:xfrm>
            <a:off x="8684852" y="4967436"/>
            <a:ext cx="2468025" cy="1663547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문다작성영역 설계 가단하게 했습니다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698" y="1353903"/>
            <a:ext cx="7840169" cy="676369"/>
          </a:xfrm>
          <a:prstGeom prst="rect">
            <a:avLst/>
          </a:prstGeom>
        </p:spPr>
      </p:pic>
      <p:sp>
        <p:nvSpPr>
          <p:cNvPr id="6" name="下箭头 5"/>
          <p:cNvSpPr/>
          <p:nvPr/>
        </p:nvSpPr>
        <p:spPr>
          <a:xfrm>
            <a:off x="5266063" y="826265"/>
            <a:ext cx="903383" cy="41864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下箭头 6"/>
          <p:cNvSpPr/>
          <p:nvPr/>
        </p:nvSpPr>
        <p:spPr>
          <a:xfrm>
            <a:off x="5266063" y="2139269"/>
            <a:ext cx="903383" cy="41864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642" y="2557910"/>
            <a:ext cx="8402223" cy="2212394"/>
          </a:xfrm>
          <a:prstGeom prst="rect">
            <a:avLst/>
          </a:prstGeom>
        </p:spPr>
      </p:pic>
      <p:sp>
        <p:nvSpPr>
          <p:cNvPr id="9" name="下箭头 8"/>
          <p:cNvSpPr/>
          <p:nvPr/>
        </p:nvSpPr>
        <p:spPr>
          <a:xfrm>
            <a:off x="5099090" y="4770304"/>
            <a:ext cx="903383" cy="41864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右箭头 9"/>
          <p:cNvSpPr/>
          <p:nvPr/>
        </p:nvSpPr>
        <p:spPr>
          <a:xfrm>
            <a:off x="7425369" y="5585552"/>
            <a:ext cx="1024568" cy="4737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252" y="5188945"/>
            <a:ext cx="3639058" cy="138131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下箭头 1"/>
          <p:cNvSpPr/>
          <p:nvPr/>
        </p:nvSpPr>
        <p:spPr>
          <a:xfrm>
            <a:off x="4674822" y="759978"/>
            <a:ext cx="903383" cy="41864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1"/>
          <p:cNvSpPr/>
          <p:nvPr/>
        </p:nvSpPr>
        <p:spPr>
          <a:xfrm>
            <a:off x="1885847" y="209320"/>
            <a:ext cx="7329870" cy="5199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/>
              <a:t>마지막 </a:t>
            </a:r>
            <a:r>
              <a:rPr lang="en-US" altLang="ko-KR" sz="2800" dirty="0" smtClean="0"/>
              <a:t>footer </a:t>
            </a:r>
            <a:r>
              <a:rPr lang="ko-KR" altLang="en-US" sz="2800" dirty="0" smtClean="0"/>
              <a:t>설계</a:t>
            </a:r>
            <a:endParaRPr lang="ko-KR" altLang="en-US" sz="28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5237" y="1229185"/>
            <a:ext cx="3762551" cy="121855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848" y="2936866"/>
            <a:ext cx="7535327" cy="1762371"/>
          </a:xfrm>
          <a:prstGeom prst="rect">
            <a:avLst/>
          </a:prstGeom>
        </p:spPr>
      </p:pic>
      <p:sp>
        <p:nvSpPr>
          <p:cNvPr id="7" name="下箭头 6"/>
          <p:cNvSpPr/>
          <p:nvPr/>
        </p:nvSpPr>
        <p:spPr>
          <a:xfrm>
            <a:off x="4674822" y="2468551"/>
            <a:ext cx="903383" cy="41864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下箭头 7"/>
          <p:cNvSpPr/>
          <p:nvPr/>
        </p:nvSpPr>
        <p:spPr>
          <a:xfrm>
            <a:off x="4674822" y="4699237"/>
            <a:ext cx="903383" cy="41864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5410" y="5117878"/>
            <a:ext cx="2924583" cy="10860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625</TotalTime>
  <Words>317</Words>
  <Application>Microsoft Office PowerPoint</Application>
  <PresentationFormat>宽屏</PresentationFormat>
  <Paragraphs>79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等线</vt:lpstr>
      <vt:lpstr>等线 Light</vt:lpstr>
      <vt:lpstr>맑은 고딕</vt:lpstr>
      <vt:lpstr>Arial</vt:lpstr>
      <vt:lpstr>Office 主题​​</vt:lpstr>
      <vt:lpstr>홈페이지 프로젝트 과제</vt:lpstr>
      <vt:lpstr>PowerPoint 演示文稿</vt:lpstr>
      <vt:lpstr>PowerPoint 演示文稿</vt:lpstr>
      <vt:lpstr>PowerPoint 演示文稿</vt:lpstr>
      <vt:lpstr>PowerPoint 演示文稿</vt:lpstr>
      <vt:lpstr>메인페이지 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홈페이지 프로젝트 과제</dc:title>
  <dc:creator>崔海军</dc:creator>
  <cp:lastModifiedBy>崔海军</cp:lastModifiedBy>
  <cp:revision>45</cp:revision>
  <dcterms:created xsi:type="dcterms:W3CDTF">2017-05-24T17:07:57Z</dcterms:created>
  <dcterms:modified xsi:type="dcterms:W3CDTF">2017-05-25T07:25:36Z</dcterms:modified>
</cp:coreProperties>
</file>