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3" r:id="rId4"/>
    <p:sldId id="258" r:id="rId5"/>
    <p:sldId id="259" r:id="rId6"/>
    <p:sldId id="261" r:id="rId7"/>
    <p:sldId id="262" r:id="rId8"/>
    <p:sldId id="260" r:id="rId9"/>
    <p:sldId id="266" r:id="rId10"/>
    <p:sldId id="267" r:id="rId11"/>
    <p:sldId id="269" r:id="rId12"/>
    <p:sldId id="264" r:id="rId13"/>
    <p:sldId id="265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99" autoAdjust="0"/>
    <p:restoredTop sz="94660"/>
  </p:normalViewPr>
  <p:slideViewPr>
    <p:cSldViewPr>
      <p:cViewPr>
        <p:scale>
          <a:sx n="100" d="100"/>
          <a:sy n="100" d="100"/>
        </p:scale>
        <p:origin x="-1944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229D5-F243-4235-BBF9-9323C4FDE287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362DAC-F7D8-45EE-A11A-9DA4AF00D8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30C79-4760-45A6-BFC9-F63F745DDDDE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571868" y="4714884"/>
            <a:ext cx="5143536" cy="785818"/>
          </a:xfrm>
        </p:spPr>
        <p:txBody>
          <a:bodyPr/>
          <a:lstStyle/>
          <a:p>
            <a:r>
              <a:rPr lang="ko-KR" altLang="en-US" dirty="0" smtClean="0"/>
              <a:t>윤선</a:t>
            </a:r>
            <a:r>
              <a:rPr lang="ko-KR" altLang="en-US" dirty="0"/>
              <a:t>아</a:t>
            </a:r>
          </a:p>
        </p:txBody>
      </p:sp>
      <p:sp>
        <p:nvSpPr>
          <p:cNvPr id="4" name="부제목 2"/>
          <p:cNvSpPr txBox="1">
            <a:spLocks/>
          </p:cNvSpPr>
          <p:nvPr/>
        </p:nvSpPr>
        <p:spPr>
          <a:xfrm>
            <a:off x="0" y="2036551"/>
            <a:ext cx="9144000" cy="52661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KIC Final Project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465666" y="3454400"/>
            <a:ext cx="8255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91373" y="3789040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kern="0" dirty="0" smtClean="0">
                <a:solidFill>
                  <a:schemeClr val="bg1"/>
                </a:solidFill>
                <a:latin typeface="+mn-ea"/>
                <a:cs typeface="나눔고딕"/>
              </a:rPr>
              <a:t>2017.10.18</a:t>
            </a:r>
            <a:endParaRPr lang="ko-KR" altLang="en-US" sz="1400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669851" y="1285860"/>
          <a:ext cx="7963786" cy="40256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0822"/>
                <a:gridCol w="2270988"/>
                <a:gridCol w="2909231"/>
                <a:gridCol w="1632745"/>
              </a:tblGrid>
              <a:tr h="80512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주요 역할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디자인 업무분담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진행율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석근용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백엔드</a:t>
                      </a:r>
                      <a:r>
                        <a:rPr lang="ko-KR" altLang="en-US" sz="1400" dirty="0" smtClean="0"/>
                        <a:t> 총괄</a:t>
                      </a:r>
                      <a:endParaRPr lang="en-US" altLang="ko-KR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회원가입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수정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탈퇴 폼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/>
                        <a:t>윤선아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err="1" smtClean="0"/>
                        <a:t>프론트엔드</a:t>
                      </a:r>
                      <a:r>
                        <a:rPr lang="ko-KR" altLang="en-US" sz="1800" dirty="0" smtClean="0"/>
                        <a:t> 총괄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/>
                        <a:t>로그인</a:t>
                      </a:r>
                      <a:r>
                        <a:rPr lang="en-US" altLang="ko-KR" sz="1800" dirty="0" smtClean="0"/>
                        <a:t>/</a:t>
                      </a:r>
                      <a:r>
                        <a:rPr lang="ko-KR" altLang="en-US" sz="1800" dirty="0" smtClean="0"/>
                        <a:t>찜 목록 게시판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박지희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DB/</a:t>
                      </a:r>
                      <a:r>
                        <a:rPr lang="ko-KR" altLang="en-US" sz="1400" dirty="0" smtClean="0"/>
                        <a:t>자료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수집 및 디자인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인트로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이고운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DB/</a:t>
                      </a:r>
                      <a:r>
                        <a:rPr lang="ko-KR" altLang="en-US" sz="1400" dirty="0" smtClean="0"/>
                        <a:t>자료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수집 및 디자인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지도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C:\Users\윤선아\Desktop\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66713" y="-4467225"/>
            <a:ext cx="9877426" cy="15792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2026178" cy="333173"/>
          </a:xfrm>
        </p:spPr>
        <p:txBody>
          <a:bodyPr>
            <a:normAutofit fontScale="90000"/>
          </a:bodyPr>
          <a:lstStyle/>
          <a:p>
            <a:r>
              <a:rPr lang="ko-KR" altLang="en-US" sz="1600" dirty="0" smtClean="0"/>
              <a:t>로그인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찜 목록 게시판</a:t>
            </a:r>
            <a:endParaRPr lang="ko-KR" altLang="en-US" sz="1600" dirty="0"/>
          </a:p>
        </p:txBody>
      </p:sp>
      <p:sp>
        <p:nvSpPr>
          <p:cNvPr id="13" name="텍스트 개체 틀 2"/>
          <p:cNvSpPr txBox="1">
            <a:spLocks/>
          </p:cNvSpPr>
          <p:nvPr/>
        </p:nvSpPr>
        <p:spPr>
          <a:xfrm>
            <a:off x="2220099" y="438478"/>
            <a:ext cx="3228445" cy="245798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</a:t>
            </a:r>
            <a:r>
              <a:rPr kumimoji="0" lang="ko-KR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디자인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8963" y="2143011"/>
            <a:ext cx="5240337" cy="2632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43089" y="2164292"/>
            <a:ext cx="2665412" cy="2624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2026178" cy="333173"/>
          </a:xfrm>
        </p:spPr>
        <p:txBody>
          <a:bodyPr>
            <a:normAutofit fontScale="90000"/>
          </a:bodyPr>
          <a:lstStyle/>
          <a:p>
            <a:r>
              <a:rPr lang="ko-KR" altLang="en-US" sz="1600" dirty="0" smtClean="0"/>
              <a:t>로그인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찜 목록 게시판</a:t>
            </a:r>
            <a:endParaRPr lang="ko-KR" altLang="en-US" sz="1600" dirty="0"/>
          </a:p>
        </p:txBody>
      </p:sp>
      <p:sp>
        <p:nvSpPr>
          <p:cNvPr id="5" name="텍스트 개체 틀 2"/>
          <p:cNvSpPr txBox="1">
            <a:spLocks/>
          </p:cNvSpPr>
          <p:nvPr/>
        </p:nvSpPr>
        <p:spPr>
          <a:xfrm>
            <a:off x="2220099" y="438478"/>
            <a:ext cx="3228445" cy="245798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</a:t>
            </a:r>
            <a:r>
              <a:rPr kumimoji="0" lang="ko-KR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폴더구조</a:t>
            </a:r>
            <a:r>
              <a:rPr kumimoji="0" lang="ko-KR" alt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공통 제시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 descr="C:\Users\kitcoop\Downloads\IMG_0209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27033" y="798285"/>
            <a:ext cx="2994092" cy="5624739"/>
          </a:xfrm>
          <a:prstGeom prst="rect">
            <a:avLst/>
          </a:prstGeom>
          <a:noFill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464" y="2519363"/>
            <a:ext cx="4313390" cy="2166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1188" y="2541588"/>
            <a:ext cx="2229485" cy="2195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4348" y="10001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765" y="1071546"/>
            <a:ext cx="8758953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2026178" cy="333173"/>
          </a:xfrm>
        </p:spPr>
        <p:txBody>
          <a:bodyPr>
            <a:normAutofit fontScale="90000"/>
          </a:bodyPr>
          <a:lstStyle/>
          <a:p>
            <a:r>
              <a:rPr lang="ko-KR" altLang="en-US" sz="1600" dirty="0" smtClean="0"/>
              <a:t>로그인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찜 목록 게시판</a:t>
            </a:r>
            <a:endParaRPr lang="ko-KR" altLang="en-US" sz="1600" dirty="0"/>
          </a:p>
        </p:txBody>
      </p:sp>
      <p:sp>
        <p:nvSpPr>
          <p:cNvPr id="7" name="텍스트 개체 틀 2"/>
          <p:cNvSpPr txBox="1">
            <a:spLocks/>
          </p:cNvSpPr>
          <p:nvPr/>
        </p:nvSpPr>
        <p:spPr>
          <a:xfrm>
            <a:off x="2220099" y="438478"/>
            <a:ext cx="3228445" cy="245798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</a:t>
            </a:r>
            <a:r>
              <a:rPr kumimoji="0" lang="en-US" altLang="ko-KR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css</a:t>
            </a:r>
            <a:r>
              <a:rPr kumimoji="0" lang="ko-KR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공통 작성</a:t>
            </a:r>
            <a:r>
              <a:rPr kumimoji="0" lang="en-US" altLang="ko-K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(reset.css)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928670"/>
            <a:ext cx="8304248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2026178" cy="333173"/>
          </a:xfrm>
        </p:spPr>
        <p:txBody>
          <a:bodyPr>
            <a:normAutofit fontScale="90000"/>
          </a:bodyPr>
          <a:lstStyle/>
          <a:p>
            <a:r>
              <a:rPr lang="ko-KR" altLang="en-US" sz="1600" dirty="0" smtClean="0"/>
              <a:t>로그인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찜 목록 게시판</a:t>
            </a:r>
            <a:endParaRPr lang="ko-KR" altLang="en-US" sz="1600" dirty="0"/>
          </a:p>
        </p:txBody>
      </p:sp>
      <p:sp>
        <p:nvSpPr>
          <p:cNvPr id="7" name="텍스트 개체 틀 2"/>
          <p:cNvSpPr txBox="1">
            <a:spLocks/>
          </p:cNvSpPr>
          <p:nvPr/>
        </p:nvSpPr>
        <p:spPr>
          <a:xfrm>
            <a:off x="2220099" y="438478"/>
            <a:ext cx="3228445" cy="245798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</a:t>
            </a:r>
            <a:r>
              <a:rPr kumimoji="0" lang="en-US" altLang="ko-KR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css</a:t>
            </a:r>
            <a:r>
              <a:rPr kumimoji="0" lang="ko-KR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공통 작성</a:t>
            </a:r>
            <a:r>
              <a:rPr kumimoji="0" lang="en-US" altLang="ko-K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(common.css)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857232"/>
            <a:ext cx="6253173" cy="4862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2026178" cy="333173"/>
          </a:xfrm>
        </p:spPr>
        <p:txBody>
          <a:bodyPr>
            <a:normAutofit fontScale="90000"/>
          </a:bodyPr>
          <a:lstStyle/>
          <a:p>
            <a:r>
              <a:rPr lang="ko-KR" altLang="en-US" sz="1600" dirty="0" smtClean="0"/>
              <a:t>로그인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찜 목록 게시판</a:t>
            </a:r>
            <a:endParaRPr lang="ko-KR" altLang="en-US" sz="1600" dirty="0"/>
          </a:p>
        </p:txBody>
      </p:sp>
      <p:sp>
        <p:nvSpPr>
          <p:cNvPr id="8" name="텍스트 개체 틀 2"/>
          <p:cNvSpPr txBox="1">
            <a:spLocks/>
          </p:cNvSpPr>
          <p:nvPr/>
        </p:nvSpPr>
        <p:spPr>
          <a:xfrm>
            <a:off x="2220099" y="438478"/>
            <a:ext cx="3228445" cy="245798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</a:t>
            </a:r>
            <a:r>
              <a:rPr lang="en-US" altLang="ko-KR" sz="3200" dirty="0" smtClean="0"/>
              <a:t>html</a:t>
            </a:r>
            <a:r>
              <a:rPr lang="ko-KR" altLang="en-US" sz="3200" dirty="0" err="1" smtClean="0"/>
              <a:t>퍼블리싱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2026178" cy="333173"/>
          </a:xfrm>
        </p:spPr>
        <p:txBody>
          <a:bodyPr>
            <a:normAutofit fontScale="90000"/>
          </a:bodyPr>
          <a:lstStyle/>
          <a:p>
            <a:r>
              <a:rPr lang="ko-KR" altLang="en-US" sz="1600" dirty="0" smtClean="0"/>
              <a:t>로그인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찜 목록 게시판</a:t>
            </a:r>
            <a:endParaRPr lang="ko-KR" altLang="en-US" sz="1600" dirty="0"/>
          </a:p>
        </p:txBody>
      </p:sp>
      <p:sp>
        <p:nvSpPr>
          <p:cNvPr id="6" name="텍스트 개체 틀 2"/>
          <p:cNvSpPr txBox="1">
            <a:spLocks/>
          </p:cNvSpPr>
          <p:nvPr/>
        </p:nvSpPr>
        <p:spPr>
          <a:xfrm>
            <a:off x="2220099" y="438478"/>
            <a:ext cx="3228445" cy="245798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</a:t>
            </a:r>
            <a:r>
              <a:rPr lang="ko-KR" altLang="en-US" sz="3200" dirty="0" err="1" smtClean="0"/>
              <a:t>로그인페이지</a:t>
            </a:r>
            <a:r>
              <a:rPr kumimoji="0" lang="ko-KR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작성</a:t>
            </a:r>
            <a:r>
              <a:rPr kumimoji="0" lang="en-US" altLang="ko-K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(login.jsp)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714357"/>
            <a:ext cx="8072494" cy="6156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2026178" cy="333173"/>
          </a:xfrm>
        </p:spPr>
        <p:txBody>
          <a:bodyPr>
            <a:normAutofit fontScale="90000"/>
          </a:bodyPr>
          <a:lstStyle/>
          <a:p>
            <a:r>
              <a:rPr lang="ko-KR" altLang="en-US" sz="1600" dirty="0" smtClean="0"/>
              <a:t>로그인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찜 목록 게시판</a:t>
            </a:r>
            <a:endParaRPr lang="ko-KR" altLang="en-US" sz="1600" dirty="0"/>
          </a:p>
        </p:txBody>
      </p:sp>
      <p:sp>
        <p:nvSpPr>
          <p:cNvPr id="6" name="텍스트 개체 틀 2"/>
          <p:cNvSpPr txBox="1">
            <a:spLocks/>
          </p:cNvSpPr>
          <p:nvPr/>
        </p:nvSpPr>
        <p:spPr>
          <a:xfrm>
            <a:off x="2220099" y="438478"/>
            <a:ext cx="3228445" cy="245798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</a:t>
            </a:r>
            <a:r>
              <a:rPr lang="ko-KR" altLang="en-US" sz="3200" dirty="0" err="1" smtClean="0"/>
              <a:t>로그인페이지</a:t>
            </a:r>
            <a:r>
              <a:rPr kumimoji="0" lang="ko-KR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작성</a:t>
            </a:r>
            <a:r>
              <a:rPr kumimoji="0" lang="en-US" altLang="ko-K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(login.jsp)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14356"/>
            <a:ext cx="8652915" cy="6143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38" y="785794"/>
            <a:ext cx="6715125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2026178" cy="333173"/>
          </a:xfrm>
        </p:spPr>
        <p:txBody>
          <a:bodyPr>
            <a:normAutofit fontScale="90000"/>
          </a:bodyPr>
          <a:lstStyle/>
          <a:p>
            <a:r>
              <a:rPr lang="ko-KR" altLang="en-US" sz="1600" dirty="0" smtClean="0"/>
              <a:t>로그인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찜 목록 게시판</a:t>
            </a:r>
            <a:endParaRPr lang="ko-KR" altLang="en-US" sz="1600" dirty="0"/>
          </a:p>
        </p:txBody>
      </p:sp>
      <p:sp>
        <p:nvSpPr>
          <p:cNvPr id="7" name="텍스트 개체 틀 2"/>
          <p:cNvSpPr txBox="1">
            <a:spLocks/>
          </p:cNvSpPr>
          <p:nvPr/>
        </p:nvSpPr>
        <p:spPr>
          <a:xfrm>
            <a:off x="2220099" y="438478"/>
            <a:ext cx="3228445" cy="245798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ko-KR" sz="3200" dirty="0" smtClean="0"/>
              <a:t> script.jsp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7242" y="857232"/>
            <a:ext cx="7672410" cy="5631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2026178" cy="333173"/>
          </a:xfrm>
        </p:spPr>
        <p:txBody>
          <a:bodyPr>
            <a:normAutofit fontScale="90000"/>
          </a:bodyPr>
          <a:lstStyle/>
          <a:p>
            <a:r>
              <a:rPr lang="ko-KR" altLang="en-US" sz="1600" dirty="0" smtClean="0"/>
              <a:t>로그인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찜 목록 게시판</a:t>
            </a:r>
            <a:endParaRPr lang="ko-KR" altLang="en-US" sz="1600" dirty="0"/>
          </a:p>
        </p:txBody>
      </p:sp>
      <p:sp>
        <p:nvSpPr>
          <p:cNvPr id="6" name="텍스트 개체 틀 2"/>
          <p:cNvSpPr txBox="1">
            <a:spLocks/>
          </p:cNvSpPr>
          <p:nvPr/>
        </p:nvSpPr>
        <p:spPr>
          <a:xfrm>
            <a:off x="2220099" y="438478"/>
            <a:ext cx="3228445" cy="245798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ko-KR" sz="3200" dirty="0" smtClean="0"/>
              <a:t> </a:t>
            </a:r>
            <a:r>
              <a:rPr lang="ko-KR" altLang="en-US" sz="3200" dirty="0" smtClean="0"/>
              <a:t>로그인 에러페이지 </a:t>
            </a:r>
            <a:r>
              <a:rPr lang="en-US" altLang="ko-KR" sz="3200" dirty="0" smtClean="0"/>
              <a:t>(LogError.jsp)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4974" y="929979"/>
            <a:ext cx="8473306" cy="5427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2026178" cy="333173"/>
          </a:xfrm>
        </p:spPr>
        <p:txBody>
          <a:bodyPr>
            <a:normAutofit fontScale="90000"/>
          </a:bodyPr>
          <a:lstStyle/>
          <a:p>
            <a:r>
              <a:rPr lang="ko-KR" altLang="en-US" sz="1600" dirty="0" smtClean="0"/>
              <a:t>로그인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찜 목록 게시판</a:t>
            </a:r>
            <a:endParaRPr lang="ko-KR" altLang="en-US" sz="1600" dirty="0"/>
          </a:p>
        </p:txBody>
      </p:sp>
      <p:sp>
        <p:nvSpPr>
          <p:cNvPr id="6" name="텍스트 개체 틀 2"/>
          <p:cNvSpPr txBox="1">
            <a:spLocks/>
          </p:cNvSpPr>
          <p:nvPr/>
        </p:nvSpPr>
        <p:spPr>
          <a:xfrm>
            <a:off x="2220099" y="438478"/>
            <a:ext cx="3228445" cy="245798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ko-KR" sz="3200" dirty="0" smtClean="0"/>
              <a:t> </a:t>
            </a:r>
            <a:r>
              <a:rPr lang="ko-KR" altLang="en-US" sz="3200" dirty="0" smtClean="0"/>
              <a:t>로그인 에러페이지 </a:t>
            </a:r>
            <a:r>
              <a:rPr lang="en-US" altLang="ko-KR" sz="3200" dirty="0" smtClean="0"/>
              <a:t>(LogError.jsp)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928670"/>
            <a:ext cx="8605840" cy="5306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14942" y="1714488"/>
            <a:ext cx="3224221" cy="2039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357166"/>
            <a:ext cx="8552401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2" y="5000636"/>
            <a:ext cx="441960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14290"/>
            <a:ext cx="8705875" cy="6475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86380" y="1714488"/>
            <a:ext cx="2881305" cy="1090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285860"/>
            <a:ext cx="8517297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142</Words>
  <Application>Microsoft Office PowerPoint</Application>
  <PresentationFormat>화면 슬라이드 쇼(4:3)</PresentationFormat>
  <Paragraphs>38</Paragraphs>
  <Slides>17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테마</vt:lpstr>
      <vt:lpstr>슬라이드 1</vt:lpstr>
      <vt:lpstr>슬라이드 2</vt:lpstr>
      <vt:lpstr>슬라이드 3</vt:lpstr>
      <vt:lpstr>로그인/찜 목록 게시판</vt:lpstr>
      <vt:lpstr>로그인/찜 목록 게시판</vt:lpstr>
      <vt:lpstr>로그인/찜 목록 게시판</vt:lpstr>
      <vt:lpstr>로그인/찜 목록 게시판</vt:lpstr>
      <vt:lpstr>로그인/찜 목록 게시판</vt:lpstr>
      <vt:lpstr>로그인/찜 목록 게시판</vt:lpstr>
      <vt:lpstr>로그인/찜 목록 게시판</vt:lpstr>
      <vt:lpstr>로그인/찜 목록 게시판</vt:lpstr>
      <vt:lpstr>로그인/찜 목록 게시판</vt:lpstr>
      <vt:lpstr>로그인/찜 목록 게시판</vt:lpstr>
      <vt:lpstr>슬라이드 14</vt:lpstr>
      <vt:lpstr>슬라이드 15</vt:lpstr>
      <vt:lpstr>슬라이드 16</vt:lpstr>
      <vt:lpstr>슬라이드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윤선아</dc:creator>
  <cp:lastModifiedBy>윤선아</cp:lastModifiedBy>
  <cp:revision>29</cp:revision>
  <dcterms:created xsi:type="dcterms:W3CDTF">2017-10-18T06:48:16Z</dcterms:created>
  <dcterms:modified xsi:type="dcterms:W3CDTF">2017-10-19T08:45:07Z</dcterms:modified>
</cp:coreProperties>
</file>