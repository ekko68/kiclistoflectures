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58" r:id="rId6"/>
    <p:sldId id="263" r:id="rId7"/>
    <p:sldId id="270" r:id="rId8"/>
    <p:sldId id="261" r:id="rId9"/>
    <p:sldId id="265" r:id="rId10"/>
    <p:sldId id="266" r:id="rId11"/>
    <p:sldId id="267" r:id="rId12"/>
    <p:sldId id="273" r:id="rId13"/>
    <p:sldId id="272" r:id="rId14"/>
    <p:sldId id="274" r:id="rId15"/>
    <p:sldId id="275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824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EB0B2-4CBA-47B7-B800-5367EC99F88F}" type="datetimeFigureOut">
              <a:rPr lang="ko-KR" altLang="en-US" smtClean="0"/>
              <a:pPr/>
              <a:t>2017-10-19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6B868-12D2-468D-8771-CDDBC869159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171018 </a:t>
            </a:r>
            <a:r>
              <a:rPr lang="ko-KR" altLang="en-US" dirty="0" smtClean="0"/>
              <a:t>배진환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193740" y="2276872"/>
            <a:ext cx="2492896" cy="3312368"/>
          </a:xfrm>
        </p:spPr>
        <p:txBody>
          <a:bodyPr/>
          <a:lstStyle/>
          <a:p>
            <a:r>
              <a:rPr lang="ko-KR" altLang="en-US" sz="2000" b="1" dirty="0" smtClean="0"/>
              <a:t>관리자페이지</a:t>
            </a:r>
            <a:endParaRPr lang="en-US" altLang="ko-KR" sz="2000" b="1" dirty="0" smtClean="0"/>
          </a:p>
          <a:p>
            <a:r>
              <a:rPr lang="ko-KR" altLang="en-US" sz="2000" b="1" dirty="0" smtClean="0"/>
              <a:t>디자인</a:t>
            </a:r>
            <a:endParaRPr lang="en-US" altLang="ko-KR" sz="2000" b="1" dirty="0" smtClean="0"/>
          </a:p>
          <a:p>
            <a:r>
              <a:rPr lang="ko-KR" altLang="en-US" sz="2000" b="1" dirty="0" smtClean="0"/>
              <a:t>구</a:t>
            </a:r>
            <a:r>
              <a:rPr lang="ko-KR" altLang="en-US" sz="2000" b="1" dirty="0"/>
              <a:t>성</a:t>
            </a:r>
            <a:endParaRPr lang="en-US" altLang="ko-KR" sz="2000" b="1" dirty="0" smtClean="0"/>
          </a:p>
          <a:p>
            <a:endParaRPr lang="ko-KR" altLang="en-US" dirty="0"/>
          </a:p>
        </p:txBody>
      </p:sp>
      <p:pic>
        <p:nvPicPr>
          <p:cNvPr id="1026" name="Picture 2" descr="C:\Users\kitcoop\Desktop\목록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268760"/>
            <a:ext cx="2085975" cy="3600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\\192.168.0.57\화면구현프로젝트\배진환\171018 배진환\캡처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476672"/>
            <a:ext cx="1717500" cy="6237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75656" y="2348880"/>
            <a:ext cx="6400800" cy="1752600"/>
          </a:xfrm>
        </p:spPr>
        <p:txBody>
          <a:bodyPr/>
          <a:lstStyle/>
          <a:p>
            <a:r>
              <a:rPr lang="ko-KR" altLang="en-US" dirty="0" err="1" smtClean="0"/>
              <a:t>타일즈를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사용하기위해</a:t>
            </a:r>
            <a:r>
              <a:rPr lang="ko-KR" altLang="en-US" dirty="0" smtClean="0"/>
              <a:t> </a:t>
            </a:r>
            <a:endParaRPr lang="en-US" altLang="ko-KR" dirty="0"/>
          </a:p>
          <a:p>
            <a:r>
              <a:rPr lang="ko-KR" altLang="en-US" dirty="0" smtClean="0"/>
              <a:t>상단 하단 사이드  분리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2050" name="Picture 2" descr="C:\Users\kitcoop\Desktop\sid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620688"/>
            <a:ext cx="8401139" cy="558924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사이드 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3074" name="Picture 2" descr="C:\Users\kitcoop\Desktop\he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7325648" cy="483111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0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상단 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7170" name="Picture 2" descr="C:\Users\kitcoop\Desktop\foo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88" y="1384300"/>
            <a:ext cx="5991225" cy="4943475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하</a:t>
            </a:r>
            <a:r>
              <a:rPr lang="ko-KR" altLang="en-US" dirty="0"/>
              <a:t>단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31640" y="2132856"/>
            <a:ext cx="6400800" cy="1752600"/>
          </a:xfrm>
        </p:spPr>
        <p:txBody>
          <a:bodyPr/>
          <a:lstStyle/>
          <a:p>
            <a:r>
              <a:rPr lang="ko-KR" altLang="en-US" dirty="0" err="1" smtClean="0"/>
              <a:t>타일즈를</a:t>
            </a:r>
            <a:r>
              <a:rPr lang="ko-KR" altLang="en-US" dirty="0" smtClean="0"/>
              <a:t> 이용한 내부 요소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4098" name="Picture 2" descr="C:\Users\kitcoop\Desktop\테이블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908720"/>
            <a:ext cx="7833783" cy="481429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회원관리페이지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122" name="Picture 2" descr="C:\Users\kitcoop\Desktop\테이블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836712"/>
            <a:ext cx="7482270" cy="459826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79512" y="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단체회원</a:t>
            </a:r>
            <a:endParaRPr lang="en-US" altLang="ko-KR" dirty="0" smtClean="0"/>
          </a:p>
          <a:p>
            <a:r>
              <a:rPr lang="ko-KR" altLang="en-US" dirty="0" smtClean="0"/>
              <a:t>관리페이지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6146" name="Picture 2" descr="C:\Users\kitcoop\Desktop\리플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268760"/>
            <a:ext cx="6237419" cy="4176464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전체회</a:t>
            </a:r>
            <a:r>
              <a:rPr lang="ko-KR" altLang="en-US" dirty="0"/>
              <a:t>원</a:t>
            </a:r>
            <a:r>
              <a:rPr lang="ko-KR" altLang="en-US" dirty="0" smtClean="0"/>
              <a:t>관리페이지</a:t>
            </a:r>
            <a:endParaRPr lang="en-US" altLang="ko-KR" dirty="0" smtClean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8195" name="Picture 3" descr="C:\Users\kitcoop\Desktop\리플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24744"/>
            <a:ext cx="6022336" cy="403244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분양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0"/>
            <a:ext cx="252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로그인기록게시판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5" name="Picture 2" descr="C:\Users\kitcoop\Desktop\히스토리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340768"/>
            <a:ext cx="6881196" cy="45811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\\192.168.0.57\화면구현프로젝트\배진환\171018 배진환\캡처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988840"/>
            <a:ext cx="8684894" cy="40050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192.168.0.57\화면구현프로젝트\배진환\171018 배진환\캡처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12776"/>
            <a:ext cx="9195323" cy="42484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33</Words>
  <Application>Microsoft Office PowerPoint</Application>
  <PresentationFormat>화면 슬라이드 쇼(4:3)</PresentationFormat>
  <Paragraphs>26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171018 배진환 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171018 배진환 </dc:title>
  <dc:creator>kitcoop</dc:creator>
  <cp:lastModifiedBy>kitcoop</cp:lastModifiedBy>
  <cp:revision>3</cp:revision>
  <dcterms:created xsi:type="dcterms:W3CDTF">2017-10-18T05:47:39Z</dcterms:created>
  <dcterms:modified xsi:type="dcterms:W3CDTF">2017-10-19T07:43:58Z</dcterms:modified>
</cp:coreProperties>
</file>