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73" r:id="rId3"/>
    <p:sldId id="275" r:id="rId4"/>
    <p:sldId id="280" r:id="rId5"/>
    <p:sldId id="279" r:id="rId6"/>
    <p:sldId id="282" r:id="rId7"/>
    <p:sldId id="270" r:id="rId8"/>
    <p:sldId id="281" r:id="rId9"/>
    <p:sldId id="284" r:id="rId10"/>
    <p:sldId id="283" r:id="rId11"/>
    <p:sldId id="272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="" xmlns:p14="http://schemas.microsoft.com/office/powerpoint/2010/main">
        <p14:section name="세트_01" id="{DA662C9A-402F-4B6E-A8CB-C1590E4F306F}">
          <p14:sldIdLst>
            <p14:sldId id="264"/>
            <p14:sldId id="257"/>
            <p14:sldId id="266"/>
            <p14:sldId id="265"/>
            <p14:sldId id="267"/>
          </p14:sldIdLst>
        </p14:section>
        <p14:section name="세트_02" id="{8862247B-375B-4A93-BC5B-A01EBCC40A6C}">
          <p14:sldIdLst>
            <p14:sldId id="258"/>
            <p14:sldId id="268"/>
            <p14:sldId id="269"/>
            <p14:sldId id="270"/>
            <p14:sldId id="272"/>
          </p14:sldIdLst>
        </p14:section>
        <p14:section name="세트_03" id="{2A7FF5D7-436D-42AA-9482-6BE4874CF1BA}">
          <p14:sldIdLst>
            <p14:sldId id="273"/>
            <p14:sldId id="274"/>
          </p14:sldIdLst>
        </p14:section>
        <p14:section name="시안들" id="{46E581D8-9360-441C-949D-AF7CA76C35CA}">
          <p14:sldIdLst>
            <p14:sldId id="261"/>
            <p14:sldId id="263"/>
          </p14:sldIdLst>
        </p14:section>
        <p14:section name="캡처" id="{05D40A4D-FE9D-48AF-8BBC-2784C2D5D046}">
          <p14:sldIdLst>
            <p14:sldId id="256"/>
            <p14:sldId id="262"/>
          </p14:sldIdLst>
        </p14:section>
      </p14:sectionLst>
    </p:ext>
    <p:ext uri="{EFAFB233-063F-42B5-8137-9DF3F51BA10A}">
      <p15:sldGuideLst xmlns="" xmlns:p15="http://schemas.microsoft.com/office/powerpoint/2012/main">
        <p15:guide id="2" pos="2880" userDrawn="1">
          <p15:clr>
            <a:srgbClr val="A4A3A4"/>
          </p15:clr>
        </p15:guide>
        <p15:guide id="3" pos="204" userDrawn="1">
          <p15:clr>
            <a:srgbClr val="A4A3A4"/>
          </p15:clr>
        </p15:guide>
        <p15:guide id="4" pos="5556" userDrawn="1">
          <p15:clr>
            <a:srgbClr val="A4A3A4"/>
          </p15:clr>
        </p15:guide>
        <p15:guide id="5" orient="horz" pos="210" userDrawn="1">
          <p15:clr>
            <a:srgbClr val="A4A3A4"/>
          </p15:clr>
        </p15:guide>
        <p15:guide id="6" orient="horz" pos="4088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D1CE"/>
    <a:srgbClr val="D2E5EA"/>
    <a:srgbClr val="E1F2EA"/>
    <a:srgbClr val="D2E5EF"/>
    <a:srgbClr val="EAEFF7"/>
    <a:srgbClr val="F6BBBF"/>
    <a:srgbClr val="85DBC0"/>
    <a:srgbClr val="E64651"/>
    <a:srgbClr val="E5DBD2"/>
    <a:srgbClr val="D58584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4" autoAdjust="0"/>
    <p:restoredTop sz="94712" autoAdjust="0"/>
  </p:normalViewPr>
  <p:slideViewPr>
    <p:cSldViewPr>
      <p:cViewPr varScale="1">
        <p:scale>
          <a:sx n="92" d="100"/>
          <a:sy n="92" d="100"/>
        </p:scale>
        <p:origin x="-1812" y="-102"/>
      </p:cViewPr>
      <p:guideLst>
        <p:guide orient="horz" pos="663"/>
        <p:guide orient="horz" pos="4088"/>
        <p:guide pos="2880"/>
        <p:guide pos="204"/>
        <p:guide pos="55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1D1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11" name="Picture 8" descr="본문흰색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24603" y="6244378"/>
            <a:ext cx="79216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타원 11"/>
          <p:cNvSpPr/>
          <p:nvPr userDrawn="1"/>
        </p:nvSpPr>
        <p:spPr>
          <a:xfrm>
            <a:off x="2769326" y="503845"/>
            <a:ext cx="3605348" cy="360534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^</a:t>
            </a:r>
            <a:endParaRPr lang="ko-KR" altLang="en-US" dirty="0"/>
          </a:p>
        </p:txBody>
      </p:sp>
      <p:cxnSp>
        <p:nvCxnSpPr>
          <p:cNvPr id="14" name="직선 연결선 13"/>
          <p:cNvCxnSpPr/>
          <p:nvPr userDrawn="1"/>
        </p:nvCxnSpPr>
        <p:spPr>
          <a:xfrm flipH="1">
            <a:off x="633273" y="4548525"/>
            <a:ext cx="2304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 userDrawn="1"/>
        </p:nvCxnSpPr>
        <p:spPr>
          <a:xfrm>
            <a:off x="633273" y="5965903"/>
            <a:ext cx="1069944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/>
          <p:cNvGrpSpPr/>
          <p:nvPr userDrawn="1"/>
        </p:nvGrpSpPr>
        <p:grpSpPr>
          <a:xfrm>
            <a:off x="3209172" y="1680173"/>
            <a:ext cx="2573256" cy="1560224"/>
            <a:chOff x="3285372" y="1613498"/>
            <a:chExt cx="2573256" cy="1560224"/>
          </a:xfrm>
        </p:grpSpPr>
        <p:sp>
          <p:nvSpPr>
            <p:cNvPr id="17" name="자유형 16"/>
            <p:cNvSpPr/>
            <p:nvPr userDrawn="1"/>
          </p:nvSpPr>
          <p:spPr>
            <a:xfrm>
              <a:off x="4116914" y="1842807"/>
              <a:ext cx="1741714" cy="1330915"/>
            </a:xfrm>
            <a:custGeom>
              <a:avLst/>
              <a:gdLst>
                <a:gd name="connsiteX0" fmla="*/ 78375 w 1741714"/>
                <a:gd name="connsiteY0" fmla="*/ 0 h 1330915"/>
                <a:gd name="connsiteX1" fmla="*/ 1663339 w 1741714"/>
                <a:gd name="connsiteY1" fmla="*/ 0 h 1330915"/>
                <a:gd name="connsiteX2" fmla="*/ 1741714 w 1741714"/>
                <a:gd name="connsiteY2" fmla="*/ 78375 h 1330915"/>
                <a:gd name="connsiteX3" fmla="*/ 1741714 w 1741714"/>
                <a:gd name="connsiteY3" fmla="*/ 1062448 h 1330915"/>
                <a:gd name="connsiteX4" fmla="*/ 1663339 w 1741714"/>
                <a:gd name="connsiteY4" fmla="*/ 1140823 h 1330915"/>
                <a:gd name="connsiteX5" fmla="*/ 1609451 w 1741714"/>
                <a:gd name="connsiteY5" fmla="*/ 1140823 h 1330915"/>
                <a:gd name="connsiteX6" fmla="*/ 1609451 w 1741714"/>
                <a:gd name="connsiteY6" fmla="*/ 1330915 h 1330915"/>
                <a:gd name="connsiteX7" fmla="*/ 1357810 w 1741714"/>
                <a:gd name="connsiteY7" fmla="*/ 1140823 h 1330915"/>
                <a:gd name="connsiteX8" fmla="*/ 78375 w 1741714"/>
                <a:gd name="connsiteY8" fmla="*/ 1140823 h 1330915"/>
                <a:gd name="connsiteX9" fmla="*/ 0 w 1741714"/>
                <a:gd name="connsiteY9" fmla="*/ 1062448 h 1330915"/>
                <a:gd name="connsiteX10" fmla="*/ 0 w 1741714"/>
                <a:gd name="connsiteY10" fmla="*/ 78375 h 1330915"/>
                <a:gd name="connsiteX11" fmla="*/ 78375 w 1741714"/>
                <a:gd name="connsiteY11" fmla="*/ 0 h 133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41714" h="1330915">
                  <a:moveTo>
                    <a:pt x="78375" y="0"/>
                  </a:moveTo>
                  <a:lnTo>
                    <a:pt x="1663339" y="0"/>
                  </a:lnTo>
                  <a:cubicBezTo>
                    <a:pt x="1706624" y="0"/>
                    <a:pt x="1741714" y="35090"/>
                    <a:pt x="1741714" y="78375"/>
                  </a:cubicBezTo>
                  <a:lnTo>
                    <a:pt x="1741714" y="1062448"/>
                  </a:lnTo>
                  <a:cubicBezTo>
                    <a:pt x="1741714" y="1105733"/>
                    <a:pt x="1706624" y="1140823"/>
                    <a:pt x="1663339" y="1140823"/>
                  </a:cubicBezTo>
                  <a:lnTo>
                    <a:pt x="1609451" y="1140823"/>
                  </a:lnTo>
                  <a:lnTo>
                    <a:pt x="1609451" y="1330915"/>
                  </a:lnTo>
                  <a:lnTo>
                    <a:pt x="1357810" y="1140823"/>
                  </a:lnTo>
                  <a:lnTo>
                    <a:pt x="78375" y="1140823"/>
                  </a:lnTo>
                  <a:cubicBezTo>
                    <a:pt x="35090" y="1140823"/>
                    <a:pt x="0" y="1105733"/>
                    <a:pt x="0" y="1062448"/>
                  </a:cubicBezTo>
                  <a:lnTo>
                    <a:pt x="0" y="78375"/>
                  </a:lnTo>
                  <a:cubicBezTo>
                    <a:pt x="0" y="35090"/>
                    <a:pt x="35090" y="0"/>
                    <a:pt x="78375" y="0"/>
                  </a:cubicBezTo>
                  <a:close/>
                </a:path>
              </a:pathLst>
            </a:custGeom>
            <a:solidFill>
              <a:srgbClr val="D585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cxnSp>
          <p:nvCxnSpPr>
            <p:cNvPr id="18" name="직선 연결선 17"/>
            <p:cNvCxnSpPr/>
            <p:nvPr userDrawn="1"/>
          </p:nvCxnSpPr>
          <p:spPr>
            <a:xfrm flipH="1">
              <a:off x="4213771" y="1724657"/>
              <a:ext cx="1548000" cy="0"/>
            </a:xfrm>
            <a:prstGeom prst="line">
              <a:avLst/>
            </a:prstGeom>
            <a:ln w="38100">
              <a:solidFill>
                <a:srgbClr val="EEECE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자유형 18"/>
            <p:cNvSpPr/>
            <p:nvPr userDrawn="1"/>
          </p:nvSpPr>
          <p:spPr>
            <a:xfrm flipH="1">
              <a:off x="3285372" y="1613498"/>
              <a:ext cx="1060205" cy="810146"/>
            </a:xfrm>
            <a:custGeom>
              <a:avLst/>
              <a:gdLst>
                <a:gd name="connsiteX0" fmla="*/ 1012497 w 1060205"/>
                <a:gd name="connsiteY0" fmla="*/ 0 h 810146"/>
                <a:gd name="connsiteX1" fmla="*/ 47708 w 1060205"/>
                <a:gd name="connsiteY1" fmla="*/ 0 h 810146"/>
                <a:gd name="connsiteX2" fmla="*/ 0 w 1060205"/>
                <a:gd name="connsiteY2" fmla="*/ 47708 h 810146"/>
                <a:gd name="connsiteX3" fmla="*/ 0 w 1060205"/>
                <a:gd name="connsiteY3" fmla="*/ 646727 h 810146"/>
                <a:gd name="connsiteX4" fmla="*/ 47708 w 1060205"/>
                <a:gd name="connsiteY4" fmla="*/ 694435 h 810146"/>
                <a:gd name="connsiteX5" fmla="*/ 826518 w 1060205"/>
                <a:gd name="connsiteY5" fmla="*/ 694435 h 810146"/>
                <a:gd name="connsiteX6" fmla="*/ 979695 w 1060205"/>
                <a:gd name="connsiteY6" fmla="*/ 810146 h 810146"/>
                <a:gd name="connsiteX7" fmla="*/ 979695 w 1060205"/>
                <a:gd name="connsiteY7" fmla="*/ 694435 h 810146"/>
                <a:gd name="connsiteX8" fmla="*/ 1012497 w 1060205"/>
                <a:gd name="connsiteY8" fmla="*/ 694435 h 810146"/>
                <a:gd name="connsiteX9" fmla="*/ 1060205 w 1060205"/>
                <a:gd name="connsiteY9" fmla="*/ 646727 h 810146"/>
                <a:gd name="connsiteX10" fmla="*/ 1060205 w 1060205"/>
                <a:gd name="connsiteY10" fmla="*/ 47708 h 810146"/>
                <a:gd name="connsiteX11" fmla="*/ 1012497 w 1060205"/>
                <a:gd name="connsiteY11" fmla="*/ 0 h 81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0205" h="810146">
                  <a:moveTo>
                    <a:pt x="1012497" y="0"/>
                  </a:moveTo>
                  <a:lnTo>
                    <a:pt x="47708" y="0"/>
                  </a:lnTo>
                  <a:cubicBezTo>
                    <a:pt x="21360" y="0"/>
                    <a:pt x="0" y="21360"/>
                    <a:pt x="0" y="47708"/>
                  </a:cubicBezTo>
                  <a:lnTo>
                    <a:pt x="0" y="646727"/>
                  </a:lnTo>
                  <a:cubicBezTo>
                    <a:pt x="0" y="673075"/>
                    <a:pt x="21360" y="694435"/>
                    <a:pt x="47708" y="694435"/>
                  </a:cubicBezTo>
                  <a:lnTo>
                    <a:pt x="826518" y="694435"/>
                  </a:lnTo>
                  <a:lnTo>
                    <a:pt x="979695" y="810146"/>
                  </a:lnTo>
                  <a:lnTo>
                    <a:pt x="979695" y="694435"/>
                  </a:lnTo>
                  <a:lnTo>
                    <a:pt x="1012497" y="694435"/>
                  </a:lnTo>
                  <a:cubicBezTo>
                    <a:pt x="1038845" y="694435"/>
                    <a:pt x="1060205" y="673075"/>
                    <a:pt x="1060205" y="646727"/>
                  </a:cubicBezTo>
                  <a:lnTo>
                    <a:pt x="1060205" y="47708"/>
                  </a:lnTo>
                  <a:cubicBezTo>
                    <a:pt x="1060205" y="21360"/>
                    <a:pt x="1038845" y="0"/>
                    <a:pt x="1012497" y="0"/>
                  </a:cubicBezTo>
                  <a:close/>
                </a:path>
              </a:pathLst>
            </a:custGeom>
            <a:solidFill>
              <a:srgbClr val="B1D1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125397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직선 연결선 62"/>
          <p:cNvCxnSpPr/>
          <p:nvPr userDrawn="1"/>
        </p:nvCxnSpPr>
        <p:spPr>
          <a:xfrm flipH="1">
            <a:off x="3095328" y="1583694"/>
            <a:ext cx="6048672" cy="0"/>
          </a:xfrm>
          <a:prstGeom prst="line">
            <a:avLst/>
          </a:prstGeom>
          <a:ln w="12700">
            <a:solidFill>
              <a:srgbClr val="B1D1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 userDrawn="1"/>
        </p:nvCxnSpPr>
        <p:spPr>
          <a:xfrm flipH="1">
            <a:off x="3095328" y="3796655"/>
            <a:ext cx="6048672" cy="0"/>
          </a:xfrm>
          <a:prstGeom prst="line">
            <a:avLst/>
          </a:prstGeom>
          <a:ln w="12700">
            <a:solidFill>
              <a:srgbClr val="B1D1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 userDrawn="1"/>
        </p:nvSpPr>
        <p:spPr>
          <a:xfrm>
            <a:off x="0" y="0"/>
            <a:ext cx="3131840" cy="6858000"/>
          </a:xfrm>
          <a:prstGeom prst="rect">
            <a:avLst/>
          </a:prstGeom>
          <a:solidFill>
            <a:srgbClr val="B1D1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1" name="타원 70"/>
          <p:cNvSpPr/>
          <p:nvPr userDrawn="1"/>
        </p:nvSpPr>
        <p:spPr>
          <a:xfrm>
            <a:off x="358254" y="3796655"/>
            <a:ext cx="2415332" cy="24153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^</a:t>
            </a:r>
            <a:endParaRPr lang="ko-KR" altLang="en-US" dirty="0"/>
          </a:p>
        </p:txBody>
      </p:sp>
      <p:grpSp>
        <p:nvGrpSpPr>
          <p:cNvPr id="72" name="그룹 71"/>
          <p:cNvGrpSpPr/>
          <p:nvPr userDrawn="1"/>
        </p:nvGrpSpPr>
        <p:grpSpPr>
          <a:xfrm>
            <a:off x="680584" y="4587963"/>
            <a:ext cx="1770673" cy="1073600"/>
            <a:chOff x="3285372" y="1613498"/>
            <a:chExt cx="2573256" cy="1560224"/>
          </a:xfrm>
        </p:grpSpPr>
        <p:sp>
          <p:nvSpPr>
            <p:cNvPr id="76" name="자유형 75"/>
            <p:cNvSpPr/>
            <p:nvPr userDrawn="1"/>
          </p:nvSpPr>
          <p:spPr>
            <a:xfrm>
              <a:off x="4116914" y="1842807"/>
              <a:ext cx="1741714" cy="1330915"/>
            </a:xfrm>
            <a:custGeom>
              <a:avLst/>
              <a:gdLst>
                <a:gd name="connsiteX0" fmla="*/ 78375 w 1741714"/>
                <a:gd name="connsiteY0" fmla="*/ 0 h 1330915"/>
                <a:gd name="connsiteX1" fmla="*/ 1663339 w 1741714"/>
                <a:gd name="connsiteY1" fmla="*/ 0 h 1330915"/>
                <a:gd name="connsiteX2" fmla="*/ 1741714 w 1741714"/>
                <a:gd name="connsiteY2" fmla="*/ 78375 h 1330915"/>
                <a:gd name="connsiteX3" fmla="*/ 1741714 w 1741714"/>
                <a:gd name="connsiteY3" fmla="*/ 1062448 h 1330915"/>
                <a:gd name="connsiteX4" fmla="*/ 1663339 w 1741714"/>
                <a:gd name="connsiteY4" fmla="*/ 1140823 h 1330915"/>
                <a:gd name="connsiteX5" fmla="*/ 1609451 w 1741714"/>
                <a:gd name="connsiteY5" fmla="*/ 1140823 h 1330915"/>
                <a:gd name="connsiteX6" fmla="*/ 1609451 w 1741714"/>
                <a:gd name="connsiteY6" fmla="*/ 1330915 h 1330915"/>
                <a:gd name="connsiteX7" fmla="*/ 1357810 w 1741714"/>
                <a:gd name="connsiteY7" fmla="*/ 1140823 h 1330915"/>
                <a:gd name="connsiteX8" fmla="*/ 78375 w 1741714"/>
                <a:gd name="connsiteY8" fmla="*/ 1140823 h 1330915"/>
                <a:gd name="connsiteX9" fmla="*/ 0 w 1741714"/>
                <a:gd name="connsiteY9" fmla="*/ 1062448 h 1330915"/>
                <a:gd name="connsiteX10" fmla="*/ 0 w 1741714"/>
                <a:gd name="connsiteY10" fmla="*/ 78375 h 1330915"/>
                <a:gd name="connsiteX11" fmla="*/ 78375 w 1741714"/>
                <a:gd name="connsiteY11" fmla="*/ 0 h 133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41714" h="1330915">
                  <a:moveTo>
                    <a:pt x="78375" y="0"/>
                  </a:moveTo>
                  <a:lnTo>
                    <a:pt x="1663339" y="0"/>
                  </a:lnTo>
                  <a:cubicBezTo>
                    <a:pt x="1706624" y="0"/>
                    <a:pt x="1741714" y="35090"/>
                    <a:pt x="1741714" y="78375"/>
                  </a:cubicBezTo>
                  <a:lnTo>
                    <a:pt x="1741714" y="1062448"/>
                  </a:lnTo>
                  <a:cubicBezTo>
                    <a:pt x="1741714" y="1105733"/>
                    <a:pt x="1706624" y="1140823"/>
                    <a:pt x="1663339" y="1140823"/>
                  </a:cubicBezTo>
                  <a:lnTo>
                    <a:pt x="1609451" y="1140823"/>
                  </a:lnTo>
                  <a:lnTo>
                    <a:pt x="1609451" y="1330915"/>
                  </a:lnTo>
                  <a:lnTo>
                    <a:pt x="1357810" y="1140823"/>
                  </a:lnTo>
                  <a:lnTo>
                    <a:pt x="78375" y="1140823"/>
                  </a:lnTo>
                  <a:cubicBezTo>
                    <a:pt x="35090" y="1140823"/>
                    <a:pt x="0" y="1105733"/>
                    <a:pt x="0" y="1062448"/>
                  </a:cubicBezTo>
                  <a:lnTo>
                    <a:pt x="0" y="78375"/>
                  </a:lnTo>
                  <a:cubicBezTo>
                    <a:pt x="0" y="35090"/>
                    <a:pt x="35090" y="0"/>
                    <a:pt x="78375" y="0"/>
                  </a:cubicBezTo>
                  <a:close/>
                </a:path>
              </a:pathLst>
            </a:custGeom>
            <a:solidFill>
              <a:srgbClr val="D585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cxnSp>
          <p:nvCxnSpPr>
            <p:cNvPr id="77" name="직선 연결선 76"/>
            <p:cNvCxnSpPr/>
            <p:nvPr userDrawn="1"/>
          </p:nvCxnSpPr>
          <p:spPr>
            <a:xfrm flipH="1">
              <a:off x="4213771" y="1724657"/>
              <a:ext cx="1548000" cy="0"/>
            </a:xfrm>
            <a:prstGeom prst="line">
              <a:avLst/>
            </a:prstGeom>
            <a:ln w="38100">
              <a:solidFill>
                <a:srgbClr val="EEECE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자유형 77"/>
            <p:cNvSpPr/>
            <p:nvPr userDrawn="1"/>
          </p:nvSpPr>
          <p:spPr>
            <a:xfrm flipH="1">
              <a:off x="3285372" y="1613498"/>
              <a:ext cx="1060205" cy="810146"/>
            </a:xfrm>
            <a:custGeom>
              <a:avLst/>
              <a:gdLst>
                <a:gd name="connsiteX0" fmla="*/ 1012497 w 1060205"/>
                <a:gd name="connsiteY0" fmla="*/ 0 h 810146"/>
                <a:gd name="connsiteX1" fmla="*/ 47708 w 1060205"/>
                <a:gd name="connsiteY1" fmla="*/ 0 h 810146"/>
                <a:gd name="connsiteX2" fmla="*/ 0 w 1060205"/>
                <a:gd name="connsiteY2" fmla="*/ 47708 h 810146"/>
                <a:gd name="connsiteX3" fmla="*/ 0 w 1060205"/>
                <a:gd name="connsiteY3" fmla="*/ 646727 h 810146"/>
                <a:gd name="connsiteX4" fmla="*/ 47708 w 1060205"/>
                <a:gd name="connsiteY4" fmla="*/ 694435 h 810146"/>
                <a:gd name="connsiteX5" fmla="*/ 826518 w 1060205"/>
                <a:gd name="connsiteY5" fmla="*/ 694435 h 810146"/>
                <a:gd name="connsiteX6" fmla="*/ 979695 w 1060205"/>
                <a:gd name="connsiteY6" fmla="*/ 810146 h 810146"/>
                <a:gd name="connsiteX7" fmla="*/ 979695 w 1060205"/>
                <a:gd name="connsiteY7" fmla="*/ 694435 h 810146"/>
                <a:gd name="connsiteX8" fmla="*/ 1012497 w 1060205"/>
                <a:gd name="connsiteY8" fmla="*/ 694435 h 810146"/>
                <a:gd name="connsiteX9" fmla="*/ 1060205 w 1060205"/>
                <a:gd name="connsiteY9" fmla="*/ 646727 h 810146"/>
                <a:gd name="connsiteX10" fmla="*/ 1060205 w 1060205"/>
                <a:gd name="connsiteY10" fmla="*/ 47708 h 810146"/>
                <a:gd name="connsiteX11" fmla="*/ 1012497 w 1060205"/>
                <a:gd name="connsiteY11" fmla="*/ 0 h 81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0205" h="810146">
                  <a:moveTo>
                    <a:pt x="1012497" y="0"/>
                  </a:moveTo>
                  <a:lnTo>
                    <a:pt x="47708" y="0"/>
                  </a:lnTo>
                  <a:cubicBezTo>
                    <a:pt x="21360" y="0"/>
                    <a:pt x="0" y="21360"/>
                    <a:pt x="0" y="47708"/>
                  </a:cubicBezTo>
                  <a:lnTo>
                    <a:pt x="0" y="646727"/>
                  </a:lnTo>
                  <a:cubicBezTo>
                    <a:pt x="0" y="673075"/>
                    <a:pt x="21360" y="694435"/>
                    <a:pt x="47708" y="694435"/>
                  </a:cubicBezTo>
                  <a:lnTo>
                    <a:pt x="826518" y="694435"/>
                  </a:lnTo>
                  <a:lnTo>
                    <a:pt x="979695" y="810146"/>
                  </a:lnTo>
                  <a:lnTo>
                    <a:pt x="979695" y="694435"/>
                  </a:lnTo>
                  <a:lnTo>
                    <a:pt x="1012497" y="694435"/>
                  </a:lnTo>
                  <a:cubicBezTo>
                    <a:pt x="1038845" y="694435"/>
                    <a:pt x="1060205" y="673075"/>
                    <a:pt x="1060205" y="646727"/>
                  </a:cubicBezTo>
                  <a:lnTo>
                    <a:pt x="1060205" y="47708"/>
                  </a:lnTo>
                  <a:cubicBezTo>
                    <a:pt x="1060205" y="21360"/>
                    <a:pt x="1038845" y="0"/>
                    <a:pt x="1012497" y="0"/>
                  </a:cubicBezTo>
                  <a:close/>
                </a:path>
              </a:pathLst>
            </a:custGeom>
            <a:solidFill>
              <a:srgbClr val="B1D1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5" name="직선 연결선 74"/>
          <p:cNvCxnSpPr/>
          <p:nvPr userDrawn="1"/>
        </p:nvCxnSpPr>
        <p:spPr>
          <a:xfrm flipH="1" flipV="1">
            <a:off x="0" y="1557567"/>
            <a:ext cx="313184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직선 연결선 45"/>
          <p:cNvCxnSpPr/>
          <p:nvPr userDrawn="1"/>
        </p:nvCxnSpPr>
        <p:spPr>
          <a:xfrm flipH="1">
            <a:off x="2626768" y="2901663"/>
            <a:ext cx="6517232" cy="0"/>
          </a:xfrm>
          <a:prstGeom prst="line">
            <a:avLst/>
          </a:prstGeom>
          <a:ln w="12700">
            <a:solidFill>
              <a:srgbClr val="B1D1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그룹 87"/>
          <p:cNvGrpSpPr/>
          <p:nvPr/>
        </p:nvGrpSpPr>
        <p:grpSpPr>
          <a:xfrm>
            <a:off x="837727" y="1663340"/>
            <a:ext cx="1919306" cy="1919304"/>
            <a:chOff x="187048" y="1301745"/>
            <a:chExt cx="2656760" cy="2656760"/>
          </a:xfrm>
        </p:grpSpPr>
        <p:sp>
          <p:nvSpPr>
            <p:cNvPr id="50" name="타원 49"/>
            <p:cNvSpPr/>
            <p:nvPr/>
          </p:nvSpPr>
          <p:spPr>
            <a:xfrm>
              <a:off x="187048" y="1301745"/>
              <a:ext cx="2656760" cy="2656760"/>
            </a:xfrm>
            <a:prstGeom prst="ellipse">
              <a:avLst/>
            </a:prstGeom>
            <a:solidFill>
              <a:srgbClr val="B1D1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51" name="자유형 50"/>
            <p:cNvSpPr/>
            <p:nvPr/>
          </p:nvSpPr>
          <p:spPr>
            <a:xfrm>
              <a:off x="1202281" y="2251114"/>
              <a:ext cx="1198484" cy="915811"/>
            </a:xfrm>
            <a:custGeom>
              <a:avLst/>
              <a:gdLst>
                <a:gd name="connsiteX0" fmla="*/ 78375 w 1741714"/>
                <a:gd name="connsiteY0" fmla="*/ 0 h 1330915"/>
                <a:gd name="connsiteX1" fmla="*/ 1663339 w 1741714"/>
                <a:gd name="connsiteY1" fmla="*/ 0 h 1330915"/>
                <a:gd name="connsiteX2" fmla="*/ 1741714 w 1741714"/>
                <a:gd name="connsiteY2" fmla="*/ 78375 h 1330915"/>
                <a:gd name="connsiteX3" fmla="*/ 1741714 w 1741714"/>
                <a:gd name="connsiteY3" fmla="*/ 1062448 h 1330915"/>
                <a:gd name="connsiteX4" fmla="*/ 1663339 w 1741714"/>
                <a:gd name="connsiteY4" fmla="*/ 1140823 h 1330915"/>
                <a:gd name="connsiteX5" fmla="*/ 1609451 w 1741714"/>
                <a:gd name="connsiteY5" fmla="*/ 1140823 h 1330915"/>
                <a:gd name="connsiteX6" fmla="*/ 1609451 w 1741714"/>
                <a:gd name="connsiteY6" fmla="*/ 1330915 h 1330915"/>
                <a:gd name="connsiteX7" fmla="*/ 1357810 w 1741714"/>
                <a:gd name="connsiteY7" fmla="*/ 1140823 h 1330915"/>
                <a:gd name="connsiteX8" fmla="*/ 78375 w 1741714"/>
                <a:gd name="connsiteY8" fmla="*/ 1140823 h 1330915"/>
                <a:gd name="connsiteX9" fmla="*/ 0 w 1741714"/>
                <a:gd name="connsiteY9" fmla="*/ 1062448 h 1330915"/>
                <a:gd name="connsiteX10" fmla="*/ 0 w 1741714"/>
                <a:gd name="connsiteY10" fmla="*/ 78375 h 1330915"/>
                <a:gd name="connsiteX11" fmla="*/ 78375 w 1741714"/>
                <a:gd name="connsiteY11" fmla="*/ 0 h 133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41714" h="1330915">
                  <a:moveTo>
                    <a:pt x="78375" y="0"/>
                  </a:moveTo>
                  <a:lnTo>
                    <a:pt x="1663339" y="0"/>
                  </a:lnTo>
                  <a:cubicBezTo>
                    <a:pt x="1706624" y="0"/>
                    <a:pt x="1741714" y="35090"/>
                    <a:pt x="1741714" y="78375"/>
                  </a:cubicBezTo>
                  <a:lnTo>
                    <a:pt x="1741714" y="1062448"/>
                  </a:lnTo>
                  <a:cubicBezTo>
                    <a:pt x="1741714" y="1105733"/>
                    <a:pt x="1706624" y="1140823"/>
                    <a:pt x="1663339" y="1140823"/>
                  </a:cubicBezTo>
                  <a:lnTo>
                    <a:pt x="1609451" y="1140823"/>
                  </a:lnTo>
                  <a:lnTo>
                    <a:pt x="1609451" y="1330915"/>
                  </a:lnTo>
                  <a:lnTo>
                    <a:pt x="1357810" y="1140823"/>
                  </a:lnTo>
                  <a:lnTo>
                    <a:pt x="78375" y="1140823"/>
                  </a:lnTo>
                  <a:cubicBezTo>
                    <a:pt x="35090" y="1140823"/>
                    <a:pt x="0" y="1105733"/>
                    <a:pt x="0" y="1062448"/>
                  </a:cubicBezTo>
                  <a:lnTo>
                    <a:pt x="0" y="78375"/>
                  </a:lnTo>
                  <a:cubicBezTo>
                    <a:pt x="0" y="35090"/>
                    <a:pt x="35090" y="0"/>
                    <a:pt x="78375" y="0"/>
                  </a:cubicBezTo>
                  <a:close/>
                </a:path>
              </a:pathLst>
            </a:custGeom>
            <a:solidFill>
              <a:srgbClr val="D585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cxnSp>
          <p:nvCxnSpPr>
            <p:cNvPr id="52" name="직선 연결선 51"/>
            <p:cNvCxnSpPr/>
            <p:nvPr/>
          </p:nvCxnSpPr>
          <p:spPr>
            <a:xfrm flipH="1">
              <a:off x="1268929" y="2169814"/>
              <a:ext cx="1065188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자유형 52"/>
            <p:cNvSpPr/>
            <p:nvPr/>
          </p:nvSpPr>
          <p:spPr>
            <a:xfrm flipH="1">
              <a:off x="630092" y="2093325"/>
              <a:ext cx="729533" cy="557467"/>
            </a:xfrm>
            <a:custGeom>
              <a:avLst/>
              <a:gdLst>
                <a:gd name="connsiteX0" fmla="*/ 1012497 w 1060205"/>
                <a:gd name="connsiteY0" fmla="*/ 0 h 810146"/>
                <a:gd name="connsiteX1" fmla="*/ 47708 w 1060205"/>
                <a:gd name="connsiteY1" fmla="*/ 0 h 810146"/>
                <a:gd name="connsiteX2" fmla="*/ 0 w 1060205"/>
                <a:gd name="connsiteY2" fmla="*/ 47708 h 810146"/>
                <a:gd name="connsiteX3" fmla="*/ 0 w 1060205"/>
                <a:gd name="connsiteY3" fmla="*/ 646727 h 810146"/>
                <a:gd name="connsiteX4" fmla="*/ 47708 w 1060205"/>
                <a:gd name="connsiteY4" fmla="*/ 694435 h 810146"/>
                <a:gd name="connsiteX5" fmla="*/ 826518 w 1060205"/>
                <a:gd name="connsiteY5" fmla="*/ 694435 h 810146"/>
                <a:gd name="connsiteX6" fmla="*/ 979695 w 1060205"/>
                <a:gd name="connsiteY6" fmla="*/ 810146 h 810146"/>
                <a:gd name="connsiteX7" fmla="*/ 979695 w 1060205"/>
                <a:gd name="connsiteY7" fmla="*/ 694435 h 810146"/>
                <a:gd name="connsiteX8" fmla="*/ 1012497 w 1060205"/>
                <a:gd name="connsiteY8" fmla="*/ 694435 h 810146"/>
                <a:gd name="connsiteX9" fmla="*/ 1060205 w 1060205"/>
                <a:gd name="connsiteY9" fmla="*/ 646727 h 810146"/>
                <a:gd name="connsiteX10" fmla="*/ 1060205 w 1060205"/>
                <a:gd name="connsiteY10" fmla="*/ 47708 h 810146"/>
                <a:gd name="connsiteX11" fmla="*/ 1012497 w 1060205"/>
                <a:gd name="connsiteY11" fmla="*/ 0 h 81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0205" h="810146">
                  <a:moveTo>
                    <a:pt x="1012497" y="0"/>
                  </a:moveTo>
                  <a:lnTo>
                    <a:pt x="47708" y="0"/>
                  </a:lnTo>
                  <a:cubicBezTo>
                    <a:pt x="21360" y="0"/>
                    <a:pt x="0" y="21360"/>
                    <a:pt x="0" y="47708"/>
                  </a:cubicBezTo>
                  <a:lnTo>
                    <a:pt x="0" y="646727"/>
                  </a:lnTo>
                  <a:cubicBezTo>
                    <a:pt x="0" y="673075"/>
                    <a:pt x="21360" y="694435"/>
                    <a:pt x="47708" y="694435"/>
                  </a:cubicBezTo>
                  <a:lnTo>
                    <a:pt x="826518" y="694435"/>
                  </a:lnTo>
                  <a:lnTo>
                    <a:pt x="979695" y="810146"/>
                  </a:lnTo>
                  <a:lnTo>
                    <a:pt x="979695" y="694435"/>
                  </a:lnTo>
                  <a:lnTo>
                    <a:pt x="1012497" y="694435"/>
                  </a:lnTo>
                  <a:cubicBezTo>
                    <a:pt x="1038845" y="694435"/>
                    <a:pt x="1060205" y="673075"/>
                    <a:pt x="1060205" y="646727"/>
                  </a:cubicBezTo>
                  <a:lnTo>
                    <a:pt x="1060205" y="47708"/>
                  </a:lnTo>
                  <a:cubicBezTo>
                    <a:pt x="1060205" y="21360"/>
                    <a:pt x="1038845" y="0"/>
                    <a:pt x="1012497" y="0"/>
                  </a:cubicBezTo>
                  <a:close/>
                </a:path>
              </a:pathLst>
            </a:custGeom>
            <a:solidFill>
              <a:srgbClr val="EEEC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 userDrawn="1"/>
        </p:nvGrpSpPr>
        <p:grpSpPr>
          <a:xfrm>
            <a:off x="117569" y="281122"/>
            <a:ext cx="8987246" cy="6576878"/>
            <a:chOff x="117568" y="279836"/>
            <a:chExt cx="8987246" cy="6576878"/>
          </a:xfrm>
        </p:grpSpPr>
        <p:grpSp>
          <p:nvGrpSpPr>
            <p:cNvPr id="10" name="그룹 10"/>
            <p:cNvGrpSpPr/>
            <p:nvPr userDrawn="1"/>
          </p:nvGrpSpPr>
          <p:grpSpPr>
            <a:xfrm>
              <a:off x="178529" y="279836"/>
              <a:ext cx="540000" cy="373638"/>
              <a:chOff x="3285372" y="1613498"/>
              <a:chExt cx="2573256" cy="1560224"/>
            </a:xfrm>
          </p:grpSpPr>
          <p:sp>
            <p:nvSpPr>
              <p:cNvPr id="12" name="자유형 11"/>
              <p:cNvSpPr/>
              <p:nvPr userDrawn="1"/>
            </p:nvSpPr>
            <p:spPr>
              <a:xfrm>
                <a:off x="4116914" y="1842807"/>
                <a:ext cx="1741714" cy="1330915"/>
              </a:xfrm>
              <a:custGeom>
                <a:avLst/>
                <a:gdLst>
                  <a:gd name="connsiteX0" fmla="*/ 78375 w 1741714"/>
                  <a:gd name="connsiteY0" fmla="*/ 0 h 1330915"/>
                  <a:gd name="connsiteX1" fmla="*/ 1663339 w 1741714"/>
                  <a:gd name="connsiteY1" fmla="*/ 0 h 1330915"/>
                  <a:gd name="connsiteX2" fmla="*/ 1741714 w 1741714"/>
                  <a:gd name="connsiteY2" fmla="*/ 78375 h 1330915"/>
                  <a:gd name="connsiteX3" fmla="*/ 1741714 w 1741714"/>
                  <a:gd name="connsiteY3" fmla="*/ 1062448 h 1330915"/>
                  <a:gd name="connsiteX4" fmla="*/ 1663339 w 1741714"/>
                  <a:gd name="connsiteY4" fmla="*/ 1140823 h 1330915"/>
                  <a:gd name="connsiteX5" fmla="*/ 1609451 w 1741714"/>
                  <a:gd name="connsiteY5" fmla="*/ 1140823 h 1330915"/>
                  <a:gd name="connsiteX6" fmla="*/ 1609451 w 1741714"/>
                  <a:gd name="connsiteY6" fmla="*/ 1330915 h 1330915"/>
                  <a:gd name="connsiteX7" fmla="*/ 1357810 w 1741714"/>
                  <a:gd name="connsiteY7" fmla="*/ 1140823 h 1330915"/>
                  <a:gd name="connsiteX8" fmla="*/ 78375 w 1741714"/>
                  <a:gd name="connsiteY8" fmla="*/ 1140823 h 1330915"/>
                  <a:gd name="connsiteX9" fmla="*/ 0 w 1741714"/>
                  <a:gd name="connsiteY9" fmla="*/ 1062448 h 1330915"/>
                  <a:gd name="connsiteX10" fmla="*/ 0 w 1741714"/>
                  <a:gd name="connsiteY10" fmla="*/ 78375 h 1330915"/>
                  <a:gd name="connsiteX11" fmla="*/ 78375 w 1741714"/>
                  <a:gd name="connsiteY11" fmla="*/ 0 h 133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41714" h="1330915">
                    <a:moveTo>
                      <a:pt x="78375" y="0"/>
                    </a:moveTo>
                    <a:lnTo>
                      <a:pt x="1663339" y="0"/>
                    </a:lnTo>
                    <a:cubicBezTo>
                      <a:pt x="1706624" y="0"/>
                      <a:pt x="1741714" y="35090"/>
                      <a:pt x="1741714" y="78375"/>
                    </a:cubicBezTo>
                    <a:lnTo>
                      <a:pt x="1741714" y="1062448"/>
                    </a:lnTo>
                    <a:cubicBezTo>
                      <a:pt x="1741714" y="1105733"/>
                      <a:pt x="1706624" y="1140823"/>
                      <a:pt x="1663339" y="1140823"/>
                    </a:cubicBezTo>
                    <a:lnTo>
                      <a:pt x="1609451" y="1140823"/>
                    </a:lnTo>
                    <a:lnTo>
                      <a:pt x="1609451" y="1330915"/>
                    </a:lnTo>
                    <a:lnTo>
                      <a:pt x="1357810" y="1140823"/>
                    </a:lnTo>
                    <a:lnTo>
                      <a:pt x="78375" y="1140823"/>
                    </a:lnTo>
                    <a:cubicBezTo>
                      <a:pt x="35090" y="1140823"/>
                      <a:pt x="0" y="1105733"/>
                      <a:pt x="0" y="1062448"/>
                    </a:cubicBezTo>
                    <a:lnTo>
                      <a:pt x="0" y="78375"/>
                    </a:lnTo>
                    <a:cubicBezTo>
                      <a:pt x="0" y="35090"/>
                      <a:pt x="35090" y="0"/>
                      <a:pt x="78375" y="0"/>
                    </a:cubicBezTo>
                    <a:close/>
                  </a:path>
                </a:pathLst>
              </a:custGeom>
              <a:solidFill>
                <a:srgbClr val="B1D1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cxnSp>
            <p:nvCxnSpPr>
              <p:cNvPr id="13" name="직선 연결선 12"/>
              <p:cNvCxnSpPr/>
              <p:nvPr userDrawn="1"/>
            </p:nvCxnSpPr>
            <p:spPr>
              <a:xfrm flipH="1">
                <a:off x="4213771" y="1724657"/>
                <a:ext cx="1548000" cy="0"/>
              </a:xfrm>
              <a:prstGeom prst="line">
                <a:avLst/>
              </a:prstGeom>
              <a:ln w="12700">
                <a:solidFill>
                  <a:srgbClr val="EEECE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자유형 13"/>
              <p:cNvSpPr/>
              <p:nvPr userDrawn="1"/>
            </p:nvSpPr>
            <p:spPr>
              <a:xfrm flipH="1">
                <a:off x="3285372" y="1613498"/>
                <a:ext cx="1060205" cy="810146"/>
              </a:xfrm>
              <a:custGeom>
                <a:avLst/>
                <a:gdLst>
                  <a:gd name="connsiteX0" fmla="*/ 1012497 w 1060205"/>
                  <a:gd name="connsiteY0" fmla="*/ 0 h 810146"/>
                  <a:gd name="connsiteX1" fmla="*/ 47708 w 1060205"/>
                  <a:gd name="connsiteY1" fmla="*/ 0 h 810146"/>
                  <a:gd name="connsiteX2" fmla="*/ 0 w 1060205"/>
                  <a:gd name="connsiteY2" fmla="*/ 47708 h 810146"/>
                  <a:gd name="connsiteX3" fmla="*/ 0 w 1060205"/>
                  <a:gd name="connsiteY3" fmla="*/ 646727 h 810146"/>
                  <a:gd name="connsiteX4" fmla="*/ 47708 w 1060205"/>
                  <a:gd name="connsiteY4" fmla="*/ 694435 h 810146"/>
                  <a:gd name="connsiteX5" fmla="*/ 826518 w 1060205"/>
                  <a:gd name="connsiteY5" fmla="*/ 694435 h 810146"/>
                  <a:gd name="connsiteX6" fmla="*/ 979695 w 1060205"/>
                  <a:gd name="connsiteY6" fmla="*/ 810146 h 810146"/>
                  <a:gd name="connsiteX7" fmla="*/ 979695 w 1060205"/>
                  <a:gd name="connsiteY7" fmla="*/ 694435 h 810146"/>
                  <a:gd name="connsiteX8" fmla="*/ 1012497 w 1060205"/>
                  <a:gd name="connsiteY8" fmla="*/ 694435 h 810146"/>
                  <a:gd name="connsiteX9" fmla="*/ 1060205 w 1060205"/>
                  <a:gd name="connsiteY9" fmla="*/ 646727 h 810146"/>
                  <a:gd name="connsiteX10" fmla="*/ 1060205 w 1060205"/>
                  <a:gd name="connsiteY10" fmla="*/ 47708 h 810146"/>
                  <a:gd name="connsiteX11" fmla="*/ 1012497 w 1060205"/>
                  <a:gd name="connsiteY11" fmla="*/ 0 h 810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60205" h="810146">
                    <a:moveTo>
                      <a:pt x="1012497" y="0"/>
                    </a:moveTo>
                    <a:lnTo>
                      <a:pt x="47708" y="0"/>
                    </a:lnTo>
                    <a:cubicBezTo>
                      <a:pt x="21360" y="0"/>
                      <a:pt x="0" y="21360"/>
                      <a:pt x="0" y="47708"/>
                    </a:cubicBezTo>
                    <a:lnTo>
                      <a:pt x="0" y="646727"/>
                    </a:lnTo>
                    <a:cubicBezTo>
                      <a:pt x="0" y="673075"/>
                      <a:pt x="21360" y="694435"/>
                      <a:pt x="47708" y="694435"/>
                    </a:cubicBezTo>
                    <a:lnTo>
                      <a:pt x="826518" y="694435"/>
                    </a:lnTo>
                    <a:lnTo>
                      <a:pt x="979695" y="810146"/>
                    </a:lnTo>
                    <a:lnTo>
                      <a:pt x="979695" y="694435"/>
                    </a:lnTo>
                    <a:lnTo>
                      <a:pt x="1012497" y="694435"/>
                    </a:lnTo>
                    <a:cubicBezTo>
                      <a:pt x="1038845" y="694435"/>
                      <a:pt x="1060205" y="673075"/>
                      <a:pt x="1060205" y="646727"/>
                    </a:cubicBezTo>
                    <a:lnTo>
                      <a:pt x="1060205" y="47708"/>
                    </a:lnTo>
                    <a:cubicBezTo>
                      <a:pt x="1060205" y="21360"/>
                      <a:pt x="1038845" y="0"/>
                      <a:pt x="1012497" y="0"/>
                    </a:cubicBezTo>
                    <a:close/>
                  </a:path>
                </a:pathLst>
              </a:custGeom>
              <a:solidFill>
                <a:srgbClr val="D585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sp>
          <p:nvSpPr>
            <p:cNvPr id="11" name="자유형 10"/>
            <p:cNvSpPr/>
            <p:nvPr userDrawn="1"/>
          </p:nvSpPr>
          <p:spPr>
            <a:xfrm rot="16200000">
              <a:off x="4566191" y="2318091"/>
              <a:ext cx="90000" cy="8987246"/>
            </a:xfrm>
            <a:custGeom>
              <a:avLst/>
              <a:gdLst>
                <a:gd name="connsiteX0" fmla="*/ 68159 w 68159"/>
                <a:gd name="connsiteY0" fmla="*/ 22382 h 8987246"/>
                <a:gd name="connsiteX1" fmla="*/ 68159 w 68159"/>
                <a:gd name="connsiteY1" fmla="*/ 3991180 h 8987246"/>
                <a:gd name="connsiteX2" fmla="*/ 66675 w 68159"/>
                <a:gd name="connsiteY2" fmla="*/ 3991180 h 8987246"/>
                <a:gd name="connsiteX3" fmla="*/ 66675 w 68159"/>
                <a:gd name="connsiteY3" fmla="*/ 4686505 h 8987246"/>
                <a:gd name="connsiteX4" fmla="*/ 68159 w 68159"/>
                <a:gd name="connsiteY4" fmla="*/ 4686505 h 8987246"/>
                <a:gd name="connsiteX5" fmla="*/ 68159 w 68159"/>
                <a:gd name="connsiteY5" fmla="*/ 8964864 h 8987246"/>
                <a:gd name="connsiteX6" fmla="*/ 0 w 68159"/>
                <a:gd name="connsiteY6" fmla="*/ 8987246 h 8987246"/>
                <a:gd name="connsiteX7" fmla="*/ 0 w 68159"/>
                <a:gd name="connsiteY7" fmla="*/ 0 h 8987246"/>
                <a:gd name="connsiteX8" fmla="*/ 68159 w 68159"/>
                <a:gd name="connsiteY8" fmla="*/ 22382 h 898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159" h="8987246">
                  <a:moveTo>
                    <a:pt x="68159" y="22382"/>
                  </a:moveTo>
                  <a:lnTo>
                    <a:pt x="68159" y="3991180"/>
                  </a:lnTo>
                  <a:lnTo>
                    <a:pt x="66675" y="3991180"/>
                  </a:lnTo>
                  <a:lnTo>
                    <a:pt x="66675" y="4686505"/>
                  </a:lnTo>
                  <a:lnTo>
                    <a:pt x="68159" y="4686505"/>
                  </a:lnTo>
                  <a:lnTo>
                    <a:pt x="68159" y="8964864"/>
                  </a:lnTo>
                  <a:cubicBezTo>
                    <a:pt x="68159" y="8977225"/>
                    <a:pt x="37643" y="8987246"/>
                    <a:pt x="0" y="8987246"/>
                  </a:cubicBezTo>
                  <a:lnTo>
                    <a:pt x="0" y="0"/>
                  </a:lnTo>
                  <a:cubicBezTo>
                    <a:pt x="37643" y="0"/>
                    <a:pt x="68159" y="10021"/>
                    <a:pt x="68159" y="22382"/>
                  </a:cubicBezTo>
                  <a:close/>
                </a:path>
              </a:pathLst>
            </a:custGeom>
            <a:solidFill>
              <a:srgbClr val="B1D1CE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1D1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2987824" y="1495676"/>
            <a:ext cx="3168352" cy="3168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^</a:t>
            </a:r>
            <a:endParaRPr lang="ko-KR" altLang="en-US" dirty="0"/>
          </a:p>
        </p:txBody>
      </p:sp>
      <p:pic>
        <p:nvPicPr>
          <p:cNvPr id="16" name="Picture 8" descr="본문흰색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24603" y="6244378"/>
            <a:ext cx="79216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64396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30551" y="4440336"/>
            <a:ext cx="6465321" cy="166199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ko-KR" sz="4000" b="1" dirty="0" smtClean="0">
                <a:solidFill>
                  <a:schemeClr val="bg1"/>
                </a:solidFill>
                <a:latin typeface="+mn-ea"/>
              </a:rPr>
              <a:t>1</a:t>
            </a:r>
            <a:r>
              <a:rPr lang="ko-KR" altLang="en-US" sz="4000" b="1" dirty="0" smtClean="0">
                <a:solidFill>
                  <a:schemeClr val="bg1"/>
                </a:solidFill>
                <a:latin typeface="+mn-ea"/>
              </a:rPr>
              <a:t>주차 주제선정 발표</a:t>
            </a:r>
            <a:r>
              <a:rPr lang="en-US" altLang="ko-KR" sz="4000" b="1" dirty="0" smtClean="0">
                <a:solidFill>
                  <a:schemeClr val="bg1"/>
                </a:solidFill>
                <a:latin typeface="+mn-ea"/>
              </a:rPr>
              <a:t>!</a:t>
            </a:r>
            <a:endParaRPr lang="ko-KR" altLang="en-US" sz="4000" b="1" dirty="0" smtClean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7210618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76056" y="1664804"/>
            <a:ext cx="36724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dirty="0" smtClean="0">
                <a:solidFill>
                  <a:srgbClr val="00B0F0"/>
                </a:solidFill>
                <a:ea typeface="HY동녘B" pitchFamily="18" charset="-127"/>
              </a:rPr>
              <a:t>조원소개</a:t>
            </a:r>
            <a:endParaRPr lang="ko-KR" altLang="en-US" dirty="0">
              <a:solidFill>
                <a:srgbClr val="00B0F0"/>
              </a:solidFill>
              <a:ea typeface="HY동녘B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11960" y="3519006"/>
            <a:ext cx="44284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 smtClean="0">
                <a:solidFill>
                  <a:srgbClr val="0070C0"/>
                </a:solidFill>
                <a:latin typeface="HY동녘M" pitchFamily="18" charset="-127"/>
                <a:ea typeface="HY동녘M" pitchFamily="18" charset="-127"/>
              </a:rPr>
              <a:t>팀장 </a:t>
            </a:r>
            <a:r>
              <a:rPr lang="en-US" altLang="ko-KR" sz="3600" dirty="0" smtClean="0">
                <a:solidFill>
                  <a:srgbClr val="0070C0"/>
                </a:solidFill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3600" dirty="0" smtClean="0">
                <a:solidFill>
                  <a:srgbClr val="0070C0"/>
                </a:solidFill>
                <a:latin typeface="HY동녘M" pitchFamily="18" charset="-127"/>
                <a:ea typeface="HY동녘M" pitchFamily="18" charset="-127"/>
              </a:rPr>
              <a:t>송택우</a:t>
            </a:r>
            <a:endParaRPr lang="en-US" altLang="ko-KR" sz="3600" dirty="0" smtClean="0">
              <a:solidFill>
                <a:srgbClr val="0070C0"/>
              </a:solidFill>
              <a:latin typeface="HY동녘M" pitchFamily="18" charset="-127"/>
              <a:ea typeface="HY동녘M" pitchFamily="18" charset="-127"/>
            </a:endParaRPr>
          </a:p>
          <a:p>
            <a:pPr algn="r"/>
            <a:r>
              <a:rPr lang="ko-KR" altLang="en-US" sz="3600" dirty="0" smtClean="0">
                <a:solidFill>
                  <a:srgbClr val="0070C0"/>
                </a:solidFill>
                <a:latin typeface="HY동녘M" pitchFamily="18" charset="-127"/>
                <a:ea typeface="HY동녘M" pitchFamily="18" charset="-127"/>
              </a:rPr>
              <a:t>조원 </a:t>
            </a:r>
            <a:r>
              <a:rPr lang="en-US" altLang="ko-KR" sz="3600" dirty="0" smtClean="0">
                <a:solidFill>
                  <a:srgbClr val="0070C0"/>
                </a:solidFill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3600" dirty="0" err="1" smtClean="0">
                <a:solidFill>
                  <a:srgbClr val="0070C0"/>
                </a:solidFill>
                <a:latin typeface="HY동녘M" pitchFamily="18" charset="-127"/>
                <a:ea typeface="HY동녘M" pitchFamily="18" charset="-127"/>
              </a:rPr>
              <a:t>최해군</a:t>
            </a:r>
            <a:endParaRPr lang="en-US" altLang="ko-KR" sz="3600" dirty="0" smtClean="0">
              <a:solidFill>
                <a:srgbClr val="0070C0"/>
              </a:solidFill>
              <a:latin typeface="HY동녘M" pitchFamily="18" charset="-127"/>
              <a:ea typeface="HY동녘M" pitchFamily="18" charset="-127"/>
            </a:endParaRPr>
          </a:p>
          <a:p>
            <a:pPr algn="r"/>
            <a:r>
              <a:rPr lang="ko-KR" altLang="en-US" sz="3600" dirty="0" smtClean="0">
                <a:solidFill>
                  <a:srgbClr val="0070C0"/>
                </a:solidFill>
                <a:latin typeface="HY동녘M" pitchFamily="18" charset="-127"/>
                <a:ea typeface="HY동녘M" pitchFamily="18" charset="-127"/>
              </a:rPr>
              <a:t>박성진</a:t>
            </a:r>
            <a:endParaRPr lang="en-US" altLang="ko-KR" sz="3600" dirty="0" smtClean="0">
              <a:solidFill>
                <a:srgbClr val="0070C0"/>
              </a:solidFill>
              <a:latin typeface="HY동녘M" pitchFamily="18" charset="-127"/>
              <a:ea typeface="HY동녘M" pitchFamily="18" charset="-127"/>
            </a:endParaRPr>
          </a:p>
          <a:p>
            <a:pPr algn="r"/>
            <a:r>
              <a:rPr lang="ko-KR" altLang="en-US" sz="3600" dirty="0" smtClean="0">
                <a:solidFill>
                  <a:srgbClr val="0070C0"/>
                </a:solidFill>
                <a:latin typeface="HY동녘M" pitchFamily="18" charset="-127"/>
                <a:ea typeface="HY동녘M" pitchFamily="18" charset="-127"/>
              </a:rPr>
              <a:t>김예진</a:t>
            </a:r>
            <a:endParaRPr lang="en-US" altLang="ko-KR" sz="3600" dirty="0" smtClean="0">
              <a:solidFill>
                <a:srgbClr val="0070C0"/>
              </a:solidFill>
              <a:latin typeface="HY동녘M" pitchFamily="18" charset="-127"/>
              <a:ea typeface="HY동녘M" pitchFamily="18" charset="-127"/>
            </a:endParaRPr>
          </a:p>
          <a:p>
            <a:pPr algn="r"/>
            <a:r>
              <a:rPr lang="ko-KR" altLang="en-US" sz="3600" dirty="0" smtClean="0">
                <a:solidFill>
                  <a:srgbClr val="0070C0"/>
                </a:solidFill>
                <a:latin typeface="HY동녘M" pitchFamily="18" charset="-127"/>
                <a:ea typeface="HY동녘M" pitchFamily="18" charset="-127"/>
              </a:rPr>
              <a:t>장정호</a:t>
            </a:r>
            <a:endParaRPr lang="ko-KR" altLang="en-US" sz="3600" dirty="0">
              <a:solidFill>
                <a:srgbClr val="0070C0"/>
              </a:solidFill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51"/>
          <p:cNvGrpSpPr/>
          <p:nvPr/>
        </p:nvGrpSpPr>
        <p:grpSpPr>
          <a:xfrm>
            <a:off x="3921972" y="1894840"/>
            <a:ext cx="3569138" cy="400111"/>
            <a:chOff x="3921972" y="1592286"/>
            <a:chExt cx="3569138" cy="400111"/>
          </a:xfrm>
        </p:grpSpPr>
        <p:sp>
          <p:nvSpPr>
            <p:cNvPr id="53" name="TextBox 7"/>
            <p:cNvSpPr txBox="1"/>
            <p:nvPr/>
          </p:nvSpPr>
          <p:spPr>
            <a:xfrm>
              <a:off x="4218067" y="1592286"/>
              <a:ext cx="3273043" cy="40011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1000"/>
                </a:spcAft>
                <a:buClr>
                  <a:srgbClr val="977399"/>
                </a:buClr>
              </a:pPr>
              <a:r>
                <a:rPr lang="ko-KR" altLang="en-US" sz="2000" spc="-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프로젝트 소개</a:t>
              </a:r>
              <a:endParaRPr lang="en-US" altLang="ko-KR" sz="200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54" name="TextBox 8"/>
            <p:cNvSpPr txBox="1"/>
            <p:nvPr/>
          </p:nvSpPr>
          <p:spPr>
            <a:xfrm>
              <a:off x="3921972" y="1641905"/>
              <a:ext cx="300871" cy="300872"/>
            </a:xfrm>
            <a:prstGeom prst="ellipse">
              <a:avLst/>
            </a:prstGeom>
            <a:solidFill>
              <a:srgbClr val="B1D1CE"/>
            </a:solidFill>
          </p:spPr>
          <p:txBody>
            <a:bodyPr wrap="none" lIns="36000" tIns="36000" rIns="36000" rtlCol="0" anchor="ctr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1000"/>
                </a:spcAft>
                <a:buClr>
                  <a:srgbClr val="977399"/>
                </a:buClr>
              </a:pPr>
              <a:r>
                <a:rPr lang="en-US" altLang="ko-KR" sz="2000" b="1" spc="-50" dirty="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Ⅰ</a:t>
              </a:r>
            </a:p>
          </p:txBody>
        </p:sp>
      </p:grpSp>
      <p:grpSp>
        <p:nvGrpSpPr>
          <p:cNvPr id="3" name="그룹 54"/>
          <p:cNvGrpSpPr/>
          <p:nvPr/>
        </p:nvGrpSpPr>
        <p:grpSpPr>
          <a:xfrm>
            <a:off x="3921972" y="2296859"/>
            <a:ext cx="3569138" cy="400111"/>
            <a:chOff x="3921972" y="2019070"/>
            <a:chExt cx="3569138" cy="400111"/>
          </a:xfrm>
        </p:grpSpPr>
        <p:sp>
          <p:nvSpPr>
            <p:cNvPr id="56" name="TextBox 10"/>
            <p:cNvSpPr txBox="1"/>
            <p:nvPr/>
          </p:nvSpPr>
          <p:spPr>
            <a:xfrm>
              <a:off x="4218067" y="2019070"/>
              <a:ext cx="3273043" cy="40011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1000"/>
                </a:spcAft>
                <a:buClr>
                  <a:srgbClr val="977399"/>
                </a:buClr>
              </a:pPr>
              <a:r>
                <a:rPr lang="ko-KR" altLang="en-US" sz="2000" spc="-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선정이유</a:t>
              </a:r>
              <a:endParaRPr lang="en-US" altLang="ko-KR" sz="200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57" name="TextBox 11"/>
            <p:cNvSpPr txBox="1"/>
            <p:nvPr/>
          </p:nvSpPr>
          <p:spPr>
            <a:xfrm>
              <a:off x="3921972" y="2068689"/>
              <a:ext cx="300871" cy="300872"/>
            </a:xfrm>
            <a:prstGeom prst="ellipse">
              <a:avLst/>
            </a:prstGeom>
            <a:solidFill>
              <a:srgbClr val="B1D1CE"/>
            </a:solidFill>
          </p:spPr>
          <p:txBody>
            <a:bodyPr wrap="none" lIns="36000" tIns="36000" rIns="36000" rtlCol="0" anchor="ctr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1000"/>
                </a:spcAft>
                <a:buClr>
                  <a:srgbClr val="977399"/>
                </a:buClr>
              </a:pPr>
              <a:r>
                <a:rPr lang="en-US" altLang="ko-KR" sz="2000" b="1" spc="-50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Ⅱ</a:t>
              </a:r>
            </a:p>
          </p:txBody>
        </p:sp>
      </p:grpSp>
      <p:grpSp>
        <p:nvGrpSpPr>
          <p:cNvPr id="4" name="그룹 57"/>
          <p:cNvGrpSpPr/>
          <p:nvPr/>
        </p:nvGrpSpPr>
        <p:grpSpPr>
          <a:xfrm>
            <a:off x="3921972" y="2698878"/>
            <a:ext cx="3569138" cy="400111"/>
            <a:chOff x="3921972" y="2445854"/>
            <a:chExt cx="3569138" cy="400111"/>
          </a:xfrm>
        </p:grpSpPr>
        <p:sp>
          <p:nvSpPr>
            <p:cNvPr id="59" name="TextBox 13"/>
            <p:cNvSpPr txBox="1"/>
            <p:nvPr/>
          </p:nvSpPr>
          <p:spPr>
            <a:xfrm>
              <a:off x="4218067" y="2445854"/>
              <a:ext cx="3273043" cy="40011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1000"/>
                </a:spcAft>
                <a:buClr>
                  <a:srgbClr val="977399"/>
                </a:buClr>
              </a:pPr>
              <a:r>
                <a:rPr lang="ko-KR" altLang="en-US" sz="2000" spc="-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구상 </a:t>
              </a:r>
              <a:r>
                <a:rPr lang="en-US" altLang="ko-KR" sz="2000" spc="-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&amp; </a:t>
              </a:r>
              <a:r>
                <a:rPr lang="ko-KR" altLang="en-US" sz="2000" spc="-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일정 </a:t>
              </a:r>
              <a:endParaRPr lang="en-US" altLang="ko-KR" sz="200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60" name="TextBox 14"/>
            <p:cNvSpPr txBox="1"/>
            <p:nvPr/>
          </p:nvSpPr>
          <p:spPr>
            <a:xfrm>
              <a:off x="3921972" y="2495473"/>
              <a:ext cx="300871" cy="300872"/>
            </a:xfrm>
            <a:prstGeom prst="ellipse">
              <a:avLst/>
            </a:prstGeom>
            <a:solidFill>
              <a:srgbClr val="B1D1CE"/>
            </a:solidFill>
          </p:spPr>
          <p:txBody>
            <a:bodyPr wrap="none" lIns="36000" tIns="36000" rIns="36000" rtlCol="0" anchor="ctr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1000"/>
                </a:spcAft>
                <a:buClr>
                  <a:srgbClr val="977399"/>
                </a:buClr>
              </a:pPr>
              <a:r>
                <a:rPr lang="en-US" altLang="ko-KR" sz="2000" b="1" spc="-50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Ⅲ</a:t>
              </a:r>
            </a:p>
          </p:txBody>
        </p:sp>
      </p:grpSp>
      <p:grpSp>
        <p:nvGrpSpPr>
          <p:cNvPr id="5" name="그룹 60"/>
          <p:cNvGrpSpPr/>
          <p:nvPr/>
        </p:nvGrpSpPr>
        <p:grpSpPr>
          <a:xfrm>
            <a:off x="3921972" y="3100897"/>
            <a:ext cx="3569138" cy="400111"/>
            <a:chOff x="3921972" y="2872638"/>
            <a:chExt cx="3569138" cy="400111"/>
          </a:xfrm>
        </p:grpSpPr>
        <p:sp>
          <p:nvSpPr>
            <p:cNvPr id="62" name="TextBox 16"/>
            <p:cNvSpPr txBox="1"/>
            <p:nvPr/>
          </p:nvSpPr>
          <p:spPr>
            <a:xfrm>
              <a:off x="4218067" y="2872638"/>
              <a:ext cx="3273043" cy="40011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1000"/>
                </a:spcAft>
                <a:buClr>
                  <a:srgbClr val="977399"/>
                </a:buClr>
              </a:pPr>
              <a:r>
                <a:rPr lang="ko-KR" altLang="en-US" sz="2000" spc="-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참조 사이트</a:t>
              </a:r>
              <a:endParaRPr lang="en-US" altLang="ko-KR" sz="200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63" name="TextBox 17"/>
            <p:cNvSpPr txBox="1"/>
            <p:nvPr/>
          </p:nvSpPr>
          <p:spPr>
            <a:xfrm>
              <a:off x="3921972" y="2922257"/>
              <a:ext cx="300871" cy="300872"/>
            </a:xfrm>
            <a:prstGeom prst="ellipse">
              <a:avLst/>
            </a:prstGeom>
            <a:solidFill>
              <a:srgbClr val="B1D1CE"/>
            </a:solidFill>
          </p:spPr>
          <p:txBody>
            <a:bodyPr wrap="none" lIns="36000" tIns="36000" rIns="36000" rtlCol="0" anchor="ctr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1000"/>
                </a:spcAft>
                <a:buClr>
                  <a:srgbClr val="977399"/>
                </a:buClr>
              </a:pPr>
              <a:r>
                <a:rPr lang="en-US" altLang="ko-KR" sz="2000" b="1" spc="-50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Ⅳ</a:t>
              </a:r>
            </a:p>
          </p:txBody>
        </p:sp>
      </p:grpSp>
      <p:sp>
        <p:nvSpPr>
          <p:cNvPr id="67" name="TextBox 53"/>
          <p:cNvSpPr txBox="1"/>
          <p:nvPr/>
        </p:nvSpPr>
        <p:spPr>
          <a:xfrm>
            <a:off x="216704" y="863600"/>
            <a:ext cx="2698433" cy="555928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3400" b="1" dirty="0">
                <a:solidFill>
                  <a:srgbClr val="D58584"/>
                </a:solidFill>
                <a:latin typeface="+mn-ea"/>
              </a:rPr>
              <a:t>CONTENTS</a:t>
            </a:r>
            <a:endParaRPr lang="ko-KR" altLang="en-US" sz="3400" b="1" dirty="0">
              <a:solidFill>
                <a:srgbClr val="D58584"/>
              </a:solidFill>
              <a:latin typeface="+mn-ea"/>
            </a:endParaRPr>
          </a:p>
        </p:txBody>
      </p:sp>
      <p:sp>
        <p:nvSpPr>
          <p:cNvPr id="68" name="TextBox 54"/>
          <p:cNvSpPr txBox="1"/>
          <p:nvPr/>
        </p:nvSpPr>
        <p:spPr>
          <a:xfrm>
            <a:off x="216704" y="1719080"/>
            <a:ext cx="2698433" cy="91190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PTLINE</a:t>
            </a:r>
          </a:p>
          <a:p>
            <a:pPr algn="ctr">
              <a:lnSpc>
                <a:spcPct val="90000"/>
              </a:lnSpc>
            </a:pPr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POWERPOINT</a:t>
            </a:r>
          </a:p>
          <a:p>
            <a:pPr algn="ctr">
              <a:lnSpc>
                <a:spcPct val="90000"/>
              </a:lnSpc>
            </a:pPr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+mn-ea"/>
              </a:rPr>
              <a:t>TEMPLATE</a:t>
            </a:r>
            <a:endParaRPr lang="en-US" altLang="ko-KR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34354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186" y="2573"/>
            <a:ext cx="6992989" cy="807324"/>
          </a:xfrm>
          <a:prstGeom prst="rect">
            <a:avLst/>
          </a:prstGeom>
          <a:noFill/>
        </p:spPr>
        <p:txBody>
          <a:bodyPr wrap="none" lIns="828000" tIns="18000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000" b="1" spc="-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주제를 뭐할지 고민하다 선정</a:t>
            </a:r>
            <a:r>
              <a:rPr lang="en-US" altLang="ko-KR" sz="4000" b="1" spc="-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en-US" altLang="ko-KR" sz="4000" b="1" spc="-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11760" y="2420888"/>
            <a:ext cx="464502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800" b="1" dirty="0" smtClean="0">
                <a:solidFill>
                  <a:srgbClr val="85DBC0"/>
                </a:solidFill>
                <a:latin typeface="휴먼편지체" pitchFamily="18" charset="-127"/>
                <a:ea typeface="휴먼편지체" pitchFamily="18" charset="-127"/>
              </a:rPr>
              <a:t>동호회</a:t>
            </a:r>
            <a:r>
              <a:rPr lang="en-US" altLang="ko-KR" sz="13800" b="1" dirty="0" smtClean="0">
                <a:solidFill>
                  <a:srgbClr val="85DBC0"/>
                </a:solidFill>
                <a:latin typeface="휴먼편지체" pitchFamily="18" charset="-127"/>
                <a:ea typeface="휴먼편지체" pitchFamily="18" charset="-127"/>
              </a:rPr>
              <a:t>!</a:t>
            </a:r>
            <a:endParaRPr lang="ko-KR" altLang="en-US" sz="13800" b="1" dirty="0">
              <a:solidFill>
                <a:srgbClr val="85DBC0"/>
              </a:solidFill>
              <a:latin typeface="휴먼편지체" pitchFamily="18" charset="-127"/>
              <a:ea typeface="휴먼편지체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28284" y="2132856"/>
            <a:ext cx="111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chemeClr val="bg2">
                    <a:lumMod val="50000"/>
                  </a:schemeClr>
                </a:solidFill>
                <a:latin typeface="HY동녘M" pitchFamily="18" charset="-127"/>
                <a:ea typeface="HY동녘M" pitchFamily="18" charset="-127"/>
              </a:rPr>
              <a:t>여행</a:t>
            </a:r>
            <a:endParaRPr lang="ko-KR" altLang="en-US" sz="3600" dirty="0">
              <a:solidFill>
                <a:schemeClr val="bg2">
                  <a:lumMod val="50000"/>
                </a:schemeClr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576" y="3356992"/>
            <a:ext cx="1116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solidFill>
                  <a:schemeClr val="bg2">
                    <a:lumMod val="50000"/>
                  </a:schemeClr>
                </a:solidFill>
                <a:latin typeface="HY동녘M" pitchFamily="18" charset="-127"/>
                <a:ea typeface="HY동녘M" pitchFamily="18" charset="-127"/>
              </a:rPr>
              <a:t>경매</a:t>
            </a:r>
            <a:endParaRPr lang="ko-KR" altLang="en-US" sz="2400" dirty="0">
              <a:solidFill>
                <a:schemeClr val="bg2">
                  <a:lumMod val="50000"/>
                </a:schemeClr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87724" y="119675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chemeClr val="bg2">
                    <a:lumMod val="50000"/>
                  </a:schemeClr>
                </a:solidFill>
                <a:latin typeface="HY동녘M" pitchFamily="18" charset="-127"/>
                <a:ea typeface="HY동녘M" pitchFamily="18" charset="-127"/>
              </a:rPr>
              <a:t>커뮤니티</a:t>
            </a:r>
            <a:endParaRPr lang="ko-KR" altLang="en-US" sz="2400" dirty="0">
              <a:solidFill>
                <a:schemeClr val="bg2">
                  <a:lumMod val="50000"/>
                </a:schemeClr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95636" y="5553236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chemeClr val="bg2">
                    <a:lumMod val="50000"/>
                  </a:schemeClr>
                </a:solidFill>
                <a:latin typeface="HY동녘M" pitchFamily="18" charset="-127"/>
                <a:ea typeface="HY동녘M" pitchFamily="18" charset="-127"/>
              </a:rPr>
              <a:t>드라마</a:t>
            </a:r>
            <a:endParaRPr lang="ko-KR" altLang="en-US" sz="2800" dirty="0">
              <a:solidFill>
                <a:schemeClr val="bg2">
                  <a:lumMod val="50000"/>
                </a:schemeClr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35996" y="5733256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2">
                    <a:lumMod val="50000"/>
                  </a:schemeClr>
                </a:solidFill>
                <a:latin typeface="HY동녘M" pitchFamily="18" charset="-127"/>
                <a:ea typeface="HY동녘M" pitchFamily="18" charset="-127"/>
              </a:rPr>
              <a:t>게임사이트 </a:t>
            </a:r>
            <a:endParaRPr lang="ko-KR" altLang="en-US" dirty="0">
              <a:solidFill>
                <a:schemeClr val="bg2">
                  <a:lumMod val="50000"/>
                </a:schemeClr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55976" y="1352962"/>
            <a:ext cx="2592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solidFill>
                  <a:schemeClr val="bg2">
                    <a:lumMod val="50000"/>
                  </a:schemeClr>
                </a:solidFill>
                <a:latin typeface="HY동녘M" pitchFamily="18" charset="-127"/>
                <a:ea typeface="HY동녘M" pitchFamily="18" charset="-127"/>
              </a:rPr>
              <a:t>홈 </a:t>
            </a:r>
            <a:r>
              <a:rPr lang="ko-KR" altLang="en-US" sz="4000" dirty="0" err="1" smtClean="0">
                <a:solidFill>
                  <a:schemeClr val="bg2">
                    <a:lumMod val="50000"/>
                  </a:schemeClr>
                </a:solidFill>
                <a:latin typeface="HY동녘M" pitchFamily="18" charset="-127"/>
                <a:ea typeface="HY동녘M" pitchFamily="18" charset="-127"/>
              </a:rPr>
              <a:t>스테이</a:t>
            </a:r>
            <a:endParaRPr lang="ko-KR" altLang="en-US" dirty="0">
              <a:solidFill>
                <a:schemeClr val="bg2">
                  <a:lumMod val="50000"/>
                </a:schemeClr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5536" y="2276872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chemeClr val="bg2">
                    <a:lumMod val="50000"/>
                  </a:schemeClr>
                </a:solidFill>
                <a:latin typeface="HY동녘M" pitchFamily="18" charset="-127"/>
                <a:ea typeface="HY동녘M" pitchFamily="18" charset="-127"/>
              </a:rPr>
              <a:t>한국 문화소개</a:t>
            </a:r>
            <a:endParaRPr lang="ko-KR" altLang="en-US" sz="2400" dirty="0">
              <a:solidFill>
                <a:schemeClr val="bg2">
                  <a:lumMod val="50000"/>
                </a:schemeClr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24228" y="4941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>
                <a:solidFill>
                  <a:schemeClr val="bg2">
                    <a:lumMod val="50000"/>
                  </a:schemeClr>
                </a:solidFill>
                <a:latin typeface="HY동녘M" pitchFamily="18" charset="-127"/>
                <a:ea typeface="HY동녘M" pitchFamily="18" charset="-127"/>
              </a:rPr>
              <a:t>클럽</a:t>
            </a:r>
            <a:endParaRPr lang="ko-KR" altLang="en-US" sz="3200" dirty="0">
              <a:solidFill>
                <a:schemeClr val="bg2">
                  <a:lumMod val="50000"/>
                </a:schemeClr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52320" y="396906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solidFill>
                  <a:schemeClr val="bg2">
                    <a:lumMod val="50000"/>
                  </a:schemeClr>
                </a:solidFill>
                <a:latin typeface="HY동녘M" pitchFamily="18" charset="-127"/>
                <a:ea typeface="HY동녘M" pitchFamily="18" charset="-127"/>
              </a:rPr>
              <a:t>펜팔</a:t>
            </a:r>
            <a:endParaRPr lang="ko-KR" altLang="en-US" sz="2000" dirty="0">
              <a:solidFill>
                <a:schemeClr val="bg2">
                  <a:lumMod val="50000"/>
                </a:schemeClr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07704" y="40770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55676" y="4329100"/>
            <a:ext cx="40324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 smtClean="0">
                <a:solidFill>
                  <a:schemeClr val="bg2">
                    <a:lumMod val="50000"/>
                  </a:schemeClr>
                </a:solidFill>
                <a:latin typeface="HY동녘M" pitchFamily="18" charset="-127"/>
                <a:ea typeface="HY동녘M" pitchFamily="18" charset="-127"/>
              </a:rPr>
              <a:t>K-POP</a:t>
            </a:r>
            <a:endParaRPr lang="ko-KR" altLang="en-US" sz="8800" dirty="0">
              <a:solidFill>
                <a:schemeClr val="bg2">
                  <a:lumMod val="50000"/>
                </a:schemeClr>
              </a:solidFill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186" y="2573"/>
            <a:ext cx="6992989" cy="807324"/>
          </a:xfrm>
          <a:prstGeom prst="rect">
            <a:avLst/>
          </a:prstGeom>
          <a:noFill/>
        </p:spPr>
        <p:txBody>
          <a:bodyPr wrap="none" lIns="828000" tIns="18000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000" b="1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프로젝트 선정이유</a:t>
            </a:r>
            <a:r>
              <a:rPr lang="en-US" altLang="ko-KR" sz="4000" b="1" spc="-5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(1)</a:t>
            </a:r>
            <a:endParaRPr lang="en-US" altLang="ko-KR" sz="4000" b="1" spc="-5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43508" y="5409220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ko-KR" altLang="en-US" sz="24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혼자 사는 사람</a:t>
            </a:r>
            <a:r>
              <a:rPr lang="en-US" altLang="ko-KR" sz="24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4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주변 친구와 취미가 맞지 않아서 취미생활을 함께 못하는 분들을 위하여 도와주려고 만들려고 합니다</a:t>
            </a:r>
            <a:r>
              <a:rPr lang="en-US" altLang="ko-KR" sz="24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24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2400" dirty="0" smtClean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t="9351" r="2039" b="13345"/>
          <a:stretch>
            <a:fillRect/>
          </a:stretch>
        </p:blipFill>
        <p:spPr bwMode="auto">
          <a:xfrm>
            <a:off x="179512" y="1310561"/>
            <a:ext cx="8712968" cy="3738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872716"/>
            <a:ext cx="8537640" cy="5364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9186" y="2573"/>
            <a:ext cx="6992989" cy="807324"/>
          </a:xfrm>
          <a:prstGeom prst="rect">
            <a:avLst/>
          </a:prstGeom>
          <a:noFill/>
        </p:spPr>
        <p:txBody>
          <a:bodyPr wrap="none" lIns="828000" tIns="18000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000" b="1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프로젝트 선정이유</a:t>
            </a:r>
            <a:r>
              <a:rPr lang="en-US" altLang="ko-KR" sz="4000" b="1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(2)</a:t>
            </a:r>
            <a:endParaRPr lang="en-US" altLang="ko-KR" sz="4000" b="1" spc="-5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359532" y="1376772"/>
            <a:ext cx="4392488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US" altLang="ko-KR" sz="28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- </a:t>
            </a:r>
            <a:r>
              <a:rPr lang="ko-KR" altLang="en-US" sz="28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동호회를 만들고 비슷한 취미를 가진 이용자들은 그 동호회에 참여가능</a:t>
            </a:r>
            <a:endParaRPr lang="en-US" altLang="ko-KR" sz="2800" dirty="0" smtClean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spcBef>
                <a:spcPts val="600"/>
              </a:spcBef>
              <a:defRPr/>
            </a:pPr>
            <a:endParaRPr lang="en-US" altLang="ko-KR" sz="2800" dirty="0" smtClean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spcBef>
                <a:spcPts val="600"/>
              </a:spcBef>
              <a:defRPr/>
            </a:pPr>
            <a:r>
              <a:rPr lang="en-US" altLang="ko-KR" sz="28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- </a:t>
            </a:r>
            <a:r>
              <a:rPr lang="ko-KR" altLang="en-US" sz="28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친구 추가</a:t>
            </a:r>
            <a:r>
              <a:rPr lang="en-US" altLang="ko-KR" sz="28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28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삭제</a:t>
            </a:r>
            <a:r>
              <a:rPr lang="en-US" altLang="ko-KR" sz="28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28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메시지 기능을 만들어 마음에 맞는 친구를 개인적으로 저장가능</a:t>
            </a:r>
            <a:r>
              <a:rPr lang="en-US" altLang="ko-KR" sz="28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spcBef>
                <a:spcPts val="600"/>
              </a:spcBef>
              <a:defRPr/>
            </a:pPr>
            <a:endParaRPr lang="en-US" altLang="ko-KR" sz="2800" dirty="0" smtClean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spcBef>
                <a:spcPts val="600"/>
              </a:spcBef>
              <a:defRPr/>
            </a:pPr>
            <a:r>
              <a:rPr lang="en-US" altLang="ko-KR" sz="28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- Q&amp;A</a:t>
            </a:r>
            <a:r>
              <a:rPr lang="ko-KR" altLang="en-US" sz="2800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지원</a:t>
            </a:r>
            <a:endParaRPr lang="en-US" altLang="ko-KR" sz="2800" dirty="0" smtClean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186" y="2573"/>
            <a:ext cx="6992989" cy="807324"/>
          </a:xfrm>
          <a:prstGeom prst="rect">
            <a:avLst/>
          </a:prstGeom>
          <a:noFill/>
        </p:spPr>
        <p:txBody>
          <a:bodyPr wrap="none" lIns="828000" tIns="18000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000" b="1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프로젝트 소개</a:t>
            </a:r>
            <a:endParaRPr lang="en-US" altLang="ko-KR" sz="4000" b="1" spc="-5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5122" name="Picture 2" descr="버킷 리스트를 현실로 만드는곳에 대한 이미지 검색결과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95429" y="3240360"/>
            <a:ext cx="3320987" cy="3320988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86955" y="800708"/>
            <a:ext cx="3905525" cy="2394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99584237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186" y="2573"/>
            <a:ext cx="6992989" cy="807324"/>
          </a:xfrm>
          <a:prstGeom prst="rect">
            <a:avLst/>
          </a:prstGeom>
          <a:noFill/>
        </p:spPr>
        <p:txBody>
          <a:bodyPr wrap="none" lIns="828000" tIns="18000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000" b="1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참조 사이트</a:t>
            </a:r>
            <a:r>
              <a:rPr lang="en-US" altLang="ko-KR" sz="4000" b="1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: </a:t>
            </a:r>
            <a:r>
              <a:rPr lang="ko-KR" altLang="en-US" sz="4000" b="1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소모임</a:t>
            </a:r>
            <a:endParaRPr lang="en-US" altLang="ko-KR" sz="4000" b="1" spc="-5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9592" y="800708"/>
            <a:ext cx="3201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http://www.friendscube.com/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5556" y="1520788"/>
            <a:ext cx="7920880" cy="4306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186" y="2573"/>
            <a:ext cx="6992989" cy="807324"/>
          </a:xfrm>
          <a:prstGeom prst="rect">
            <a:avLst/>
          </a:prstGeom>
          <a:noFill/>
        </p:spPr>
        <p:txBody>
          <a:bodyPr wrap="none" lIns="828000" tIns="18000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000" b="1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참조 사이트</a:t>
            </a:r>
            <a:r>
              <a:rPr lang="en-US" altLang="ko-KR" sz="4000" b="1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: </a:t>
            </a:r>
            <a:r>
              <a:rPr lang="ko-KR" altLang="en-US" sz="4000" b="1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소모임</a:t>
            </a:r>
            <a:endParaRPr lang="en-US" altLang="ko-KR" sz="4000" b="1" spc="-5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9592" y="800708"/>
            <a:ext cx="360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https://www.meetup.com/ko-KR/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t="10097" r="1016"/>
          <a:stretch>
            <a:fillRect/>
          </a:stretch>
        </p:blipFill>
        <p:spPr bwMode="auto">
          <a:xfrm>
            <a:off x="586067" y="1484784"/>
            <a:ext cx="7946373" cy="392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323531" y="800707"/>
          <a:ext cx="8568948" cy="57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042"/>
                <a:gridCol w="416544"/>
                <a:gridCol w="416544"/>
                <a:gridCol w="416544"/>
                <a:gridCol w="416544"/>
                <a:gridCol w="416544"/>
                <a:gridCol w="453170"/>
                <a:gridCol w="416544"/>
                <a:gridCol w="518015"/>
                <a:gridCol w="513437"/>
                <a:gridCol w="508859"/>
                <a:gridCol w="504281"/>
                <a:gridCol w="499703"/>
                <a:gridCol w="495125"/>
                <a:gridCol w="527171"/>
                <a:gridCol w="487881"/>
              </a:tblGrid>
              <a:tr h="5323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진행사항</a:t>
                      </a:r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7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8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9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10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7622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주제</a:t>
                      </a:r>
                      <a:r>
                        <a:rPr lang="en-US" altLang="ko-KR" sz="1600" dirty="0" smtClean="0"/>
                        <a:t>&amp;</a:t>
                      </a:r>
                      <a:r>
                        <a:rPr lang="ko-KR" altLang="en-US" sz="1600" dirty="0" smtClean="0"/>
                        <a:t>자료수집</a:t>
                      </a:r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788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데이터 모델링</a:t>
                      </a:r>
                      <a:r>
                        <a:rPr lang="en-US" altLang="ko-KR" sz="1600" dirty="0" smtClean="0"/>
                        <a:t>,</a:t>
                      </a:r>
                      <a:r>
                        <a:rPr lang="ko-KR" altLang="en-US" sz="1600" dirty="0" smtClean="0"/>
                        <a:t>스토리 보드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5397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DB </a:t>
                      </a:r>
                      <a:r>
                        <a:rPr lang="ko-KR" altLang="en-US" sz="1600" dirty="0" smtClean="0"/>
                        <a:t>구축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788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디자인</a:t>
                      </a:r>
                      <a:endParaRPr lang="en-US" altLang="ko-KR" sz="1600" dirty="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(Front End)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6465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</a:tr>
              <a:tr h="788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기능별구현</a:t>
                      </a:r>
                      <a:endParaRPr lang="en-US" altLang="ko-KR" sz="1600" dirty="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(Back</a:t>
                      </a:r>
                      <a:r>
                        <a:rPr lang="en-US" altLang="ko-KR" sz="1600" baseline="0" dirty="0" smtClean="0"/>
                        <a:t> End)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D2E5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D2E5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D2E5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7622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Angular</a:t>
                      </a:r>
                      <a:r>
                        <a:rPr lang="en-US" altLang="ko-KR" sz="1600" baseline="0" dirty="0" smtClean="0"/>
                        <a:t> &amp;React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7622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모듈통합 및</a:t>
                      </a:r>
                      <a:r>
                        <a:rPr lang="ko-KR" altLang="en-US" sz="1600" baseline="0" dirty="0" smtClean="0"/>
                        <a:t> </a:t>
                      </a:r>
                      <a:r>
                        <a:rPr lang="en-US" altLang="ko-KR" sz="1600" baseline="0" dirty="0" smtClean="0"/>
                        <a:t>Error </a:t>
                      </a:r>
                      <a:r>
                        <a:rPr lang="ko-KR" altLang="en-US" sz="1600" baseline="0" dirty="0" smtClean="0"/>
                        <a:t>수정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F6BBB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F6BBB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81250" y="2330370"/>
            <a:ext cx="4381500" cy="1498964"/>
          </a:xfrm>
          <a:prstGeom prst="rect">
            <a:avLst/>
          </a:prstGeom>
          <a:noFill/>
        </p:spPr>
        <p:txBody>
          <a:bodyPr wrap="square" rtlCol="0" anchor="ctr">
            <a:no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lvl="0" algn="ctr"/>
            <a:r>
              <a:rPr lang="en-US" altLang="ko-KR" sz="4400" b="1" spc="-150" dirty="0">
                <a:solidFill>
                  <a:srgbClr val="D58584"/>
                </a:solidFill>
                <a:latin typeface="맑은 고딕" panose="020B0503020000020004" pitchFamily="50" charset="-127"/>
              </a:rPr>
              <a:t>Thank </a:t>
            </a:r>
            <a:r>
              <a:rPr lang="en-US" altLang="ko-KR" sz="4400" b="1" spc="-150" dirty="0" smtClean="0">
                <a:solidFill>
                  <a:srgbClr val="D58584"/>
                </a:solidFill>
                <a:latin typeface="맑은 고딕" panose="020B0503020000020004" pitchFamily="50" charset="-127"/>
              </a:rPr>
              <a:t>you</a:t>
            </a:r>
            <a:endParaRPr lang="en-US" altLang="ko-KR" sz="4400" b="1" spc="-150" dirty="0">
              <a:solidFill>
                <a:srgbClr val="D585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138803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1484</TotalTime>
  <Words>164</Words>
  <Application>Microsoft Office PowerPoint</Application>
  <PresentationFormat>화면 슬라이드 쇼(4:3)</PresentationFormat>
  <Paragraphs>59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ptlineH</dc:creator>
  <cp:lastModifiedBy>kitcoop</cp:lastModifiedBy>
  <cp:revision>185</cp:revision>
  <dcterms:created xsi:type="dcterms:W3CDTF">2015-03-27T04:47:41Z</dcterms:created>
  <dcterms:modified xsi:type="dcterms:W3CDTF">2017-07-27T07:53:48Z</dcterms:modified>
</cp:coreProperties>
</file>