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256" r:id="rId3"/>
    <p:sldId id="283" r:id="rId4"/>
    <p:sldId id="281" r:id="rId5"/>
    <p:sldId id="268" r:id="rId6"/>
    <p:sldId id="263" r:id="rId7"/>
    <p:sldId id="270" r:id="rId8"/>
    <p:sldId id="271" r:id="rId9"/>
    <p:sldId id="266" r:id="rId10"/>
    <p:sldId id="279" r:id="rId11"/>
    <p:sldId id="278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2A92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12" d="100"/>
          <a:sy n="112" d="100"/>
        </p:scale>
        <p:origin x="-744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B3CB6-11B7-4D67-951E-12BD15D50AF0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6C06DC-0763-474D-BCAD-48612F69F0F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BF50-ADD4-43C8-9C24-057A990863FB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855C-3EB5-4926-BC0C-BF7110A59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BF50-ADD4-43C8-9C24-057A990863FB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855C-3EB5-4926-BC0C-BF7110A59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BF50-ADD4-43C8-9C24-057A990863FB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855C-3EB5-4926-BC0C-BF7110A59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BF50-ADD4-43C8-9C24-057A990863FB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855C-3EB5-4926-BC0C-BF7110A59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BF50-ADD4-43C8-9C24-057A990863FB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855C-3EB5-4926-BC0C-BF7110A59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BF50-ADD4-43C8-9C24-057A990863FB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855C-3EB5-4926-BC0C-BF7110A59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BF50-ADD4-43C8-9C24-057A990863FB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855C-3EB5-4926-BC0C-BF7110A59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BF50-ADD4-43C8-9C24-057A990863FB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855C-3EB5-4926-BC0C-BF7110A59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BF50-ADD4-43C8-9C24-057A990863FB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855C-3EB5-4926-BC0C-BF7110A59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BF50-ADD4-43C8-9C24-057A990863FB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855C-3EB5-4926-BC0C-BF7110A59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6BF50-ADD4-43C8-9C24-057A990863FB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855C-3EB5-4926-BC0C-BF7110A59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6BF50-ADD4-43C8-9C24-057A990863FB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76855C-3EB5-4926-BC0C-BF7110A5942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dearmypet.herokuapp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4"/>
          <p:cNvGrpSpPr/>
          <p:nvPr/>
        </p:nvGrpSpPr>
        <p:grpSpPr>
          <a:xfrm>
            <a:off x="752239" y="714000"/>
            <a:ext cx="4331930" cy="923330"/>
            <a:chOff x="435428" y="325117"/>
            <a:chExt cx="5775906" cy="923330"/>
          </a:xfrm>
        </p:grpSpPr>
        <p:sp>
          <p:nvSpPr>
            <p:cNvPr id="4" name="TextBox 3"/>
            <p:cNvSpPr txBox="1"/>
            <p:nvPr/>
          </p:nvSpPr>
          <p:spPr>
            <a:xfrm>
              <a:off x="598259" y="325117"/>
              <a:ext cx="561307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400" b="1" dirty="0" smtClean="0"/>
                <a:t>D</a:t>
              </a:r>
              <a:r>
                <a:rPr lang="en-US" altLang="ko-KR" sz="5400" dirty="0" smtClean="0"/>
                <a:t>ear </a:t>
              </a:r>
              <a:r>
                <a:rPr lang="en-US" altLang="ko-KR" sz="5400" b="1" dirty="0" smtClean="0"/>
                <a:t>M</a:t>
              </a:r>
              <a:r>
                <a:rPr lang="en-US" altLang="ko-KR" sz="5400" dirty="0" smtClean="0"/>
                <a:t>y </a:t>
              </a:r>
              <a:r>
                <a:rPr lang="en-US" altLang="ko-KR" sz="5400" b="1" dirty="0" smtClean="0"/>
                <a:t>P</a:t>
              </a:r>
              <a:r>
                <a:rPr lang="en-US" altLang="ko-KR" sz="5400" dirty="0" smtClean="0"/>
                <a:t>et</a:t>
              </a:r>
              <a:endParaRPr lang="ko-KR" altLang="en-US" sz="5400" dirty="0" smtClean="0"/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435428" y="448942"/>
              <a:ext cx="0" cy="665155"/>
            </a:xfrm>
            <a:prstGeom prst="line">
              <a:avLst/>
            </a:prstGeom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57654" y="2756989"/>
            <a:ext cx="4786346" cy="41010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918" y="6204761"/>
            <a:ext cx="3009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accent1"/>
                </a:solidFill>
              </a:rPr>
              <a:t>https://www.dearmypet.net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9242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14480" y="1000108"/>
            <a:ext cx="58579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 smtClean="0">
                <a:latin typeface="+mn-ea"/>
              </a:rPr>
              <a:t>8</a:t>
            </a:r>
            <a:r>
              <a:rPr lang="ko-KR" altLang="en-US" sz="5000" dirty="0" smtClean="0">
                <a:latin typeface="+mn-ea"/>
              </a:rPr>
              <a:t>월 </a:t>
            </a:r>
            <a:r>
              <a:rPr lang="en-US" altLang="ko-KR" sz="5000" dirty="0" smtClean="0">
                <a:latin typeface="+mn-ea"/>
              </a:rPr>
              <a:t>4</a:t>
            </a:r>
            <a:r>
              <a:rPr lang="ko-KR" altLang="en-US" sz="5000" dirty="0" smtClean="0">
                <a:latin typeface="+mn-ea"/>
              </a:rPr>
              <a:t>주차 진행상황</a:t>
            </a:r>
            <a:endParaRPr lang="ko-KR" altLang="en-US" sz="5000" dirty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5786" y="4581128"/>
            <a:ext cx="6357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/>
              <a:t>-  </a:t>
            </a:r>
            <a:r>
              <a:rPr lang="en-US" altLang="ko-KR" sz="2000" dirty="0" err="1" smtClean="0"/>
              <a:t>BootStrap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Tamplate</a:t>
            </a:r>
            <a:endParaRPr lang="ko-KR" alt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785786" y="5072074"/>
            <a:ext cx="6357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/>
              <a:t>-  1</a:t>
            </a:r>
            <a:r>
              <a:rPr lang="ko-KR" altLang="en-US" sz="2000" dirty="0" smtClean="0"/>
              <a:t>차 업무분담 </a:t>
            </a:r>
            <a:endParaRPr lang="ko-KR" alt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55576" y="5621178"/>
            <a:ext cx="6357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ko-KR" altLang="en-US" sz="2000" dirty="0" smtClean="0"/>
              <a:t>  향후 일정</a:t>
            </a:r>
            <a:endParaRPr lang="en-US" altLang="ko-KR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785786" y="4071942"/>
            <a:ext cx="6357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/>
              <a:t>-  </a:t>
            </a:r>
            <a:r>
              <a:rPr lang="ko-KR" altLang="en-US" sz="2000" dirty="0" smtClean="0"/>
              <a:t>서버 개발용</a:t>
            </a:r>
            <a:r>
              <a:rPr lang="en-US" altLang="ko-KR" sz="2000" dirty="0" smtClean="0"/>
              <a:t>(</a:t>
            </a:r>
            <a:r>
              <a:rPr lang="en-US" altLang="ko-KR" sz="2000" dirty="0" err="1" smtClean="0"/>
              <a:t>DevOps</a:t>
            </a:r>
            <a:r>
              <a:rPr lang="ko-KR" altLang="en-US" sz="2000" dirty="0" smtClean="0"/>
              <a:t>환경 구축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완료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 </a:t>
            </a:r>
            <a:endParaRPr lang="ko-KR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A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034" y="2357430"/>
            <a:ext cx="81439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 smtClean="0">
                <a:solidFill>
                  <a:schemeClr val="bg1"/>
                </a:solidFill>
                <a:latin typeface="+mn-ea"/>
              </a:rPr>
              <a:t>개발용</a:t>
            </a:r>
            <a:r>
              <a:rPr lang="en-US" altLang="ko-KR" sz="4400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en-US" altLang="ko-KR" sz="4400" dirty="0" err="1" smtClean="0">
                <a:solidFill>
                  <a:schemeClr val="bg1"/>
                </a:solidFill>
                <a:latin typeface="+mn-ea"/>
              </a:rPr>
              <a:t>DevOps</a:t>
            </a:r>
            <a:r>
              <a:rPr lang="en-US" altLang="ko-KR" sz="44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4400" dirty="0" smtClean="0">
                <a:solidFill>
                  <a:schemeClr val="bg1"/>
                </a:solidFill>
                <a:latin typeface="+mn-ea"/>
              </a:rPr>
              <a:t>환경구축 완료</a:t>
            </a:r>
            <a:r>
              <a:rPr lang="en-US" altLang="ko-KR" sz="4400" dirty="0" smtClean="0">
                <a:solidFill>
                  <a:schemeClr val="bg1"/>
                </a:solidFill>
                <a:latin typeface="+mn-ea"/>
              </a:rPr>
              <a:t>)</a:t>
            </a:r>
            <a:endParaRPr lang="en-US" altLang="ko-KR" sz="4400" dirty="0" smtClean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247009" y="199207"/>
            <a:ext cx="1762963" cy="461665"/>
            <a:chOff x="924910" y="1145137"/>
            <a:chExt cx="2350617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22980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서버호스팅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295054" y="754911"/>
            <a:ext cx="6446765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sz="24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ko-KR" altLang="en-US" sz="2400" dirty="0" err="1" smtClean="0">
                <a:solidFill>
                  <a:schemeClr val="bg1">
                    <a:lumMod val="65000"/>
                  </a:schemeClr>
                </a:solidFill>
              </a:rPr>
              <a:t>실서비스용</a:t>
            </a:r>
            <a:r>
              <a:rPr lang="ko-KR" altLang="en-US" sz="24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2400" dirty="0" smtClean="0">
                <a:solidFill>
                  <a:schemeClr val="bg1">
                    <a:lumMod val="65000"/>
                  </a:schemeClr>
                </a:solidFill>
              </a:rPr>
              <a:t>– web</a:t>
            </a:r>
          </a:p>
          <a:p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-</a:t>
            </a:r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도메인 구입완료 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주소 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- https://www.dearmypet.net</a:t>
            </a:r>
          </a:p>
          <a:p>
            <a:pPr>
              <a:buFontTx/>
              <a:buChar char="-"/>
            </a:pP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 CDN, Caching, </a:t>
            </a:r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소스압축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(min) </a:t>
            </a:r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서비스 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dirty="0" err="1" smtClean="0">
                <a:solidFill>
                  <a:schemeClr val="bg1">
                    <a:lumMod val="65000"/>
                  </a:schemeClr>
                </a:solidFill>
              </a:rPr>
              <a:t>CloudFlare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이용</a:t>
            </a:r>
            <a:endParaRPr lang="en-US" altLang="ko-KR" dirty="0" smtClean="0">
              <a:solidFill>
                <a:schemeClr val="bg1">
                  <a:lumMod val="65000"/>
                </a:schemeClr>
              </a:solidFill>
            </a:endParaRPr>
          </a:p>
          <a:p>
            <a:pPr>
              <a:buFontTx/>
              <a:buChar char="-"/>
            </a:pP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서버 </a:t>
            </a:r>
            <a:r>
              <a:rPr lang="ko-KR" altLang="en-US" dirty="0" err="1" smtClean="0">
                <a:solidFill>
                  <a:schemeClr val="bg1">
                    <a:lumMod val="65000"/>
                  </a:schemeClr>
                </a:solidFill>
              </a:rPr>
              <a:t>호스팅</a:t>
            </a:r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: https://www.heliohost.org/</a:t>
            </a:r>
          </a:p>
          <a:p>
            <a:pPr>
              <a:buFontTx/>
              <a:buChar char="-"/>
            </a:pP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 SSL</a:t>
            </a:r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 적용완료 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: https://letsencrypt.org</a:t>
            </a:r>
          </a:p>
          <a:p>
            <a:pPr>
              <a:buFontTx/>
              <a:buChar char="-"/>
            </a:pPr>
            <a:endParaRPr lang="en-US" altLang="ko-KR" dirty="0" smtClean="0"/>
          </a:p>
          <a:p>
            <a:pPr>
              <a:buFont typeface="Arial" pitchFamily="34" charset="0"/>
              <a:buChar char="•"/>
            </a:pPr>
            <a:r>
              <a:rPr lang="ko-KR" altLang="en-US" sz="2400" dirty="0" smtClean="0"/>
              <a:t> 개발용</a:t>
            </a:r>
            <a:r>
              <a:rPr lang="en-US" altLang="ko-KR" sz="2400" dirty="0" smtClean="0"/>
              <a:t>(</a:t>
            </a:r>
            <a:r>
              <a:rPr lang="en-US" altLang="ko-KR" sz="2400" dirty="0" err="1" smtClean="0"/>
              <a:t>DevOps</a:t>
            </a:r>
            <a:r>
              <a:rPr lang="ko-KR" altLang="en-US" sz="2400" dirty="0" smtClean="0"/>
              <a:t>환경 구축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완료</a:t>
            </a:r>
            <a:r>
              <a:rPr lang="en-US" altLang="ko-KR" sz="2400" dirty="0" smtClean="0"/>
              <a:t>)</a:t>
            </a:r>
          </a:p>
          <a:p>
            <a:pPr>
              <a:buFontTx/>
              <a:buChar char="-"/>
            </a:pPr>
            <a:r>
              <a:rPr lang="en-US" altLang="ko-KR" dirty="0" err="1" smtClean="0"/>
              <a:t>Github</a:t>
            </a:r>
            <a:r>
              <a:rPr lang="ko-KR" altLang="en-US" dirty="0" smtClean="0"/>
              <a:t>에</a:t>
            </a:r>
            <a:r>
              <a:rPr lang="en-US" altLang="ko-KR" dirty="0" smtClean="0"/>
              <a:t> </a:t>
            </a:r>
            <a:r>
              <a:rPr lang="ko-KR" altLang="en-US" dirty="0" smtClean="0"/>
              <a:t>배포</a:t>
            </a:r>
            <a:r>
              <a:rPr lang="en-US" altLang="ko-KR" dirty="0" smtClean="0"/>
              <a:t>-&gt; Travis CI</a:t>
            </a:r>
            <a:r>
              <a:rPr lang="ko-KR" altLang="en-US" dirty="0" smtClean="0"/>
              <a:t>가 업데이트 확인 및 단위 테스트</a:t>
            </a:r>
            <a:r>
              <a:rPr lang="en-US" altLang="ko-KR" dirty="0" smtClean="0"/>
              <a:t> </a:t>
            </a:r>
            <a:endParaRPr lang="en-US" altLang="ko-KR" dirty="0" smtClean="0"/>
          </a:p>
          <a:p>
            <a:r>
              <a:rPr lang="en-US" altLang="ko-KR" dirty="0" smtClean="0"/>
              <a:t> </a:t>
            </a:r>
            <a:r>
              <a:rPr lang="en-US" altLang="ko-KR" dirty="0" smtClean="0"/>
              <a:t> </a:t>
            </a:r>
            <a:r>
              <a:rPr lang="en-US" altLang="ko-KR" dirty="0" smtClean="0"/>
              <a:t>-&gt; </a:t>
            </a:r>
            <a:r>
              <a:rPr lang="en-US" altLang="ko-KR" dirty="0" err="1" smtClean="0"/>
              <a:t>Heroku</a:t>
            </a:r>
            <a:r>
              <a:rPr lang="en-US" altLang="ko-KR" dirty="0" smtClean="0"/>
              <a:t>(</a:t>
            </a:r>
            <a:r>
              <a:rPr lang="ko-KR" altLang="en-US" dirty="0" smtClean="0"/>
              <a:t>웹 </a:t>
            </a:r>
            <a:r>
              <a:rPr lang="ko-KR" altLang="en-US" dirty="0" err="1" smtClean="0"/>
              <a:t>호스팅</a:t>
            </a:r>
            <a:r>
              <a:rPr lang="en-US" altLang="ko-KR" dirty="0" smtClean="0"/>
              <a:t>)</a:t>
            </a:r>
            <a:r>
              <a:rPr lang="ko-KR" altLang="en-US" dirty="0" smtClean="0"/>
              <a:t>에 자동 배포됨</a:t>
            </a:r>
            <a:endParaRPr lang="en-US" altLang="ko-KR" dirty="0" smtClean="0"/>
          </a:p>
          <a:p>
            <a:pPr>
              <a:buFontTx/>
              <a:buChar char="-"/>
            </a:pPr>
            <a:r>
              <a:rPr lang="ko-KR" altLang="en-US" dirty="0" smtClean="0"/>
              <a:t>팀원들은 작업내용을 </a:t>
            </a:r>
            <a:r>
              <a:rPr lang="en-US" altLang="ko-KR" dirty="0" err="1" smtClean="0"/>
              <a:t>Github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commit(push)</a:t>
            </a:r>
            <a:r>
              <a:rPr lang="ko-KR" altLang="en-US" dirty="0" smtClean="0"/>
              <a:t>만 하면 됨</a:t>
            </a:r>
            <a:endParaRPr lang="en-US" altLang="ko-KR" dirty="0" smtClean="0"/>
          </a:p>
          <a:p>
            <a:pPr>
              <a:buFontTx/>
              <a:buChar char="-"/>
            </a:pPr>
            <a:r>
              <a:rPr lang="ko-KR" altLang="en-US" dirty="0" smtClean="0"/>
              <a:t>테스트 서버 주소 </a:t>
            </a:r>
            <a:r>
              <a:rPr lang="en-US" altLang="ko-KR" dirty="0" smtClean="0"/>
              <a:t>- </a:t>
            </a:r>
            <a:r>
              <a:rPr lang="en-US" altLang="ko-KR" dirty="0" smtClean="0">
                <a:hlinkClick r:id="rId2"/>
              </a:rPr>
              <a:t>https://dearmypet.herokuapp.com/</a:t>
            </a:r>
            <a:endParaRPr lang="en-US" altLang="ko-KR" dirty="0" smtClean="0"/>
          </a:p>
        </p:txBody>
      </p:sp>
      <p:sp>
        <p:nvSpPr>
          <p:cNvPr id="25604" name="AutoShape 4" descr="클라우드 플레어에 대한 이미지 검색결과"/>
          <p:cNvSpPr>
            <a:spLocks noChangeAspect="1" noChangeArrowheads="1"/>
          </p:cNvSpPr>
          <p:nvPr/>
        </p:nvSpPr>
        <p:spPr bwMode="auto">
          <a:xfrm>
            <a:off x="126206" y="-144463"/>
            <a:ext cx="2286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606" name="AutoShape 6" descr="클라우드 플레어에 대한 이미지 검색결과"/>
          <p:cNvSpPr>
            <a:spLocks noChangeAspect="1" noChangeArrowheads="1"/>
          </p:cNvSpPr>
          <p:nvPr/>
        </p:nvSpPr>
        <p:spPr bwMode="auto">
          <a:xfrm>
            <a:off x="126206" y="-144463"/>
            <a:ext cx="2286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5607" name="Picture 7" descr="C:\Users\kitcoop\Desktop\CloudFlar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36632" y="142852"/>
            <a:ext cx="1078706" cy="1438275"/>
          </a:xfrm>
          <a:prstGeom prst="rect">
            <a:avLst/>
          </a:prstGeom>
          <a:noFill/>
        </p:spPr>
      </p:pic>
      <p:sp>
        <p:nvSpPr>
          <p:cNvPr id="25609" name="AutoShape 9" descr="Let's Encrypt"/>
          <p:cNvSpPr>
            <a:spLocks noChangeAspect="1" noChangeArrowheads="1"/>
          </p:cNvSpPr>
          <p:nvPr/>
        </p:nvSpPr>
        <p:spPr bwMode="auto">
          <a:xfrm>
            <a:off x="126206" y="-144463"/>
            <a:ext cx="2286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611" name="AutoShape 11" descr="letsencrypt에 대한 이미지 검색결과"/>
          <p:cNvSpPr>
            <a:spLocks noChangeAspect="1" noChangeArrowheads="1"/>
          </p:cNvSpPr>
          <p:nvPr/>
        </p:nvSpPr>
        <p:spPr bwMode="auto">
          <a:xfrm>
            <a:off x="126206" y="-144463"/>
            <a:ext cx="2286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5612" name="Picture 12" descr="C:\Users\kitcoop\Desktop\letsencrypt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40204" y="1428736"/>
            <a:ext cx="1146572" cy="1528763"/>
          </a:xfrm>
          <a:prstGeom prst="rect">
            <a:avLst/>
          </a:prstGeom>
          <a:noFill/>
        </p:spPr>
      </p:pic>
      <p:pic>
        <p:nvPicPr>
          <p:cNvPr id="25614" name="Picture 14" descr="travis ci github에 대한 이미지 검색결과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1864" y="4060476"/>
            <a:ext cx="3262880" cy="2489179"/>
          </a:xfrm>
          <a:prstGeom prst="rect">
            <a:avLst/>
          </a:prstGeom>
          <a:noFill/>
        </p:spPr>
      </p:pic>
      <p:pic>
        <p:nvPicPr>
          <p:cNvPr id="25615" name="Picture 15" descr="C:\Users\kitcoop\Desktop\다운로드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36632" y="3071810"/>
            <a:ext cx="1078706" cy="390525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072066" y="4000504"/>
            <a:ext cx="3634677" cy="2635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A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034" y="2357430"/>
            <a:ext cx="81439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 err="1" smtClean="0">
                <a:solidFill>
                  <a:schemeClr val="bg1"/>
                </a:solidFill>
                <a:latin typeface="+mn-ea"/>
              </a:rPr>
              <a:t>BootStrap</a:t>
            </a:r>
            <a:r>
              <a:rPr lang="en-US" altLang="ko-KR" sz="5400" dirty="0" smtClean="0">
                <a:solidFill>
                  <a:schemeClr val="bg1"/>
                </a:solidFill>
                <a:latin typeface="+mn-ea"/>
              </a:rPr>
              <a:t> Template </a:t>
            </a:r>
            <a:r>
              <a:rPr lang="ko-KR" altLang="en-US" sz="5400" dirty="0" smtClean="0">
                <a:solidFill>
                  <a:schemeClr val="bg1"/>
                </a:solidFill>
                <a:latin typeface="+mn-ea"/>
              </a:rPr>
              <a:t>선정</a:t>
            </a:r>
            <a:r>
              <a:rPr lang="en-US" altLang="ko-KR" sz="5400" dirty="0" smtClean="0">
                <a:solidFill>
                  <a:schemeClr val="bg1"/>
                </a:solidFill>
                <a:latin typeface="+mn-ea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5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247009" y="395567"/>
            <a:ext cx="4896495" cy="461665"/>
            <a:chOff x="924910" y="1155770"/>
            <a:chExt cx="5576150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4" y="1155770"/>
              <a:ext cx="55235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 err="1" smtClean="0">
                  <a:latin typeface="+mn-ea"/>
                </a:rPr>
                <a:t>BootStrap</a:t>
              </a:r>
              <a:r>
                <a:rPr lang="en-US" altLang="ko-KR" sz="2400" dirty="0" smtClean="0">
                  <a:latin typeface="+mn-ea"/>
                </a:rPr>
                <a:t> Template </a:t>
              </a:r>
              <a:r>
                <a:rPr lang="ko-KR" altLang="en-US" sz="2400" dirty="0" smtClean="0">
                  <a:latin typeface="+mn-ea"/>
                </a:rPr>
                <a:t>선정</a:t>
              </a:r>
              <a:r>
                <a:rPr lang="en-US" altLang="ko-KR" sz="2400" dirty="0" smtClean="0">
                  <a:latin typeface="+mn-ea"/>
                </a:rPr>
                <a:t> </a:t>
              </a: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285860"/>
            <a:ext cx="7929618" cy="5037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00034" y="928671"/>
            <a:ext cx="527580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+mn-ea"/>
              </a:rPr>
              <a:t>http://wrapbootstrap.com/preview/WB0412697</a:t>
            </a:r>
            <a:endParaRPr lang="ko-KR" altLang="en-US" sz="1600" dirty="0" smtClean="0">
              <a:latin typeface="+mn-ea"/>
            </a:endParaRPr>
          </a:p>
          <a:p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A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28728" y="2357430"/>
            <a:ext cx="6357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 smtClean="0">
                <a:solidFill>
                  <a:schemeClr val="bg1"/>
                </a:solidFill>
                <a:latin typeface="+mn-ea"/>
              </a:rPr>
              <a:t>1</a:t>
            </a:r>
            <a:r>
              <a:rPr lang="ko-KR" altLang="en-US" sz="5400" dirty="0" smtClean="0">
                <a:solidFill>
                  <a:schemeClr val="bg1"/>
                </a:solidFill>
                <a:latin typeface="+mn-ea"/>
              </a:rPr>
              <a:t>차 디자인업무분담</a:t>
            </a:r>
            <a:endParaRPr lang="en-US" altLang="ko-KR" sz="5400" dirty="0" smtClean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500034" y="785794"/>
          <a:ext cx="8143932" cy="5334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12"/>
                <a:gridCol w="1500198"/>
                <a:gridCol w="4929222"/>
              </a:tblGrid>
              <a:tr h="114300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이 연 호</a:t>
                      </a:r>
                    </a:p>
                  </a:txBody>
                  <a:tcPr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서버 안정화 작업</a:t>
                      </a:r>
                      <a:endParaRPr lang="en-US" altLang="ko-K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047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/>
                        <a:t>라 진 수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로그인 </a:t>
                      </a:r>
                      <a:r>
                        <a:rPr lang="en-US" altLang="ko-KR" dirty="0" smtClean="0"/>
                        <a:t>[</a:t>
                      </a:r>
                      <a:r>
                        <a:rPr lang="ko-KR" altLang="en-US" dirty="0" smtClean="0"/>
                        <a:t>일반</a:t>
                      </a:r>
                      <a:r>
                        <a:rPr lang="en-US" altLang="ko-KR" dirty="0" smtClean="0"/>
                        <a:t>,</a:t>
                      </a:r>
                      <a:r>
                        <a:rPr lang="ko-KR" altLang="en-US" dirty="0" smtClean="0"/>
                        <a:t>사업자</a:t>
                      </a:r>
                      <a:r>
                        <a:rPr lang="en-US" altLang="ko-KR" dirty="0" smtClean="0"/>
                        <a:t>,</a:t>
                      </a:r>
                      <a:r>
                        <a:rPr lang="ko-KR" altLang="en-US" dirty="0" smtClean="0"/>
                        <a:t>관리자</a:t>
                      </a:r>
                      <a:r>
                        <a:rPr lang="en-US" altLang="ko-KR" dirty="0" smtClean="0"/>
                        <a:t>] </a:t>
                      </a:r>
                      <a:r>
                        <a:rPr lang="ko-KR" altLang="en-US" dirty="0" smtClean="0"/>
                        <a:t>회원가입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정보페이지</a:t>
                      </a:r>
                      <a:r>
                        <a:rPr lang="en-US" altLang="ko-KR" dirty="0" smtClean="0"/>
                        <a:t>, About Us</a:t>
                      </a:r>
                      <a:endParaRPr lang="ko-KR" altLang="en-US" dirty="0" smtClean="0"/>
                    </a:p>
                  </a:txBody>
                  <a:tcPr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0479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 smtClean="0"/>
                        <a:t>하 금 호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반려동물페이지 전부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동물등록페이지</a:t>
                      </a:r>
                      <a:r>
                        <a:rPr lang="en-US" altLang="ko-KR" dirty="0" smtClean="0"/>
                        <a:t>[</a:t>
                      </a:r>
                      <a:r>
                        <a:rPr lang="ko-KR" altLang="en-US" dirty="0" smtClean="0"/>
                        <a:t>입양신청</a:t>
                      </a:r>
                      <a:r>
                        <a:rPr lang="en-US" altLang="ko-KR" dirty="0" smtClean="0"/>
                        <a:t>,</a:t>
                      </a:r>
                      <a:r>
                        <a:rPr lang="ko-KR" altLang="en-US" dirty="0" smtClean="0"/>
                        <a:t>임시보호</a:t>
                      </a:r>
                      <a:r>
                        <a:rPr lang="en-US" altLang="ko-KR" dirty="0" smtClean="0"/>
                        <a:t>]</a:t>
                      </a:r>
                      <a:endParaRPr lang="ko-KR" altLang="en-US" dirty="0" smtClean="0"/>
                    </a:p>
                  </a:txBody>
                  <a:tcPr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047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/>
                        <a:t>배 진 환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사업자</a:t>
                      </a:r>
                      <a:r>
                        <a:rPr lang="en-US" altLang="ko-KR" dirty="0" smtClean="0"/>
                        <a:t>,</a:t>
                      </a:r>
                      <a:r>
                        <a:rPr lang="ko-KR" altLang="en-US" dirty="0" smtClean="0"/>
                        <a:t>관리자페이지</a:t>
                      </a:r>
                      <a:endParaRPr lang="en-US" altLang="ko-KR" dirty="0" smtClean="0"/>
                    </a:p>
                  </a:txBody>
                  <a:tcPr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047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/>
                        <a:t>강 소 영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게시판 </a:t>
                      </a:r>
                      <a:r>
                        <a:rPr lang="en-US" altLang="ko-KR" dirty="0" smtClean="0"/>
                        <a:t>- </a:t>
                      </a:r>
                      <a:r>
                        <a:rPr lang="ko-KR" altLang="en-US" dirty="0" smtClean="0"/>
                        <a:t>소통공간부분 전부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8" name="그림 7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404" y="857232"/>
            <a:ext cx="928694" cy="952787"/>
          </a:xfrm>
          <a:prstGeom prst="rect">
            <a:avLst/>
          </a:prstGeom>
        </p:spPr>
      </p:pic>
      <p:pic>
        <p:nvPicPr>
          <p:cNvPr id="11" name="그림 10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404" y="2000240"/>
            <a:ext cx="928694" cy="928694"/>
          </a:xfrm>
          <a:prstGeom prst="rect">
            <a:avLst/>
          </a:prstGeom>
        </p:spPr>
      </p:pic>
      <p:pic>
        <p:nvPicPr>
          <p:cNvPr id="12" name="그림 11" descr="3.png"/>
          <p:cNvPicPr>
            <a:picLocks noChangeAspect="1"/>
          </p:cNvPicPr>
          <p:nvPr/>
        </p:nvPicPr>
        <p:blipFill>
          <a:blip r:embed="rId4"/>
          <a:srcRect b="11871"/>
          <a:stretch>
            <a:fillRect/>
          </a:stretch>
        </p:blipFill>
        <p:spPr>
          <a:xfrm>
            <a:off x="2500298" y="3071704"/>
            <a:ext cx="928800" cy="928800"/>
          </a:xfrm>
          <a:prstGeom prst="rect">
            <a:avLst/>
          </a:prstGeom>
        </p:spPr>
      </p:pic>
      <p:pic>
        <p:nvPicPr>
          <p:cNvPr id="17" name="그림 16" descr="KakaoTalk_20170824_172101251.jpg"/>
          <p:cNvPicPr>
            <a:picLocks noChangeAspect="1"/>
          </p:cNvPicPr>
          <p:nvPr/>
        </p:nvPicPr>
        <p:blipFill>
          <a:blip r:embed="rId5" cstate="print"/>
          <a:srcRect l="8771" r="10526" b="15790"/>
          <a:stretch>
            <a:fillRect/>
          </a:stretch>
        </p:blipFill>
        <p:spPr>
          <a:xfrm>
            <a:off x="2500404" y="4071941"/>
            <a:ext cx="928694" cy="969065"/>
          </a:xfrm>
          <a:prstGeom prst="rect">
            <a:avLst/>
          </a:prstGeom>
        </p:spPr>
      </p:pic>
      <p:pic>
        <p:nvPicPr>
          <p:cNvPr id="18" name="그림 17" descr="KakaoTalk_20170825_155605365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500404" y="5143512"/>
            <a:ext cx="928694" cy="928694"/>
          </a:xfrm>
          <a:prstGeom prst="rect">
            <a:avLst/>
          </a:prstGeom>
        </p:spPr>
      </p:pic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247009" y="395567"/>
            <a:ext cx="2896231" cy="461665"/>
            <a:chOff x="924910" y="1155770"/>
            <a:chExt cx="5576150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55770"/>
              <a:ext cx="5523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/>
                </a:rPr>
                <a:t> </a:t>
              </a:r>
              <a:r>
                <a:rPr lang="en-US" altLang="ko-KR" sz="2400" dirty="0" smtClean="0">
                  <a:latin typeface="+mn-ea"/>
                </a:rPr>
                <a:t>1</a:t>
              </a:r>
              <a:r>
                <a:rPr lang="ko-KR" altLang="en-US" sz="2400" dirty="0" smtClean="0">
                  <a:latin typeface="+mn-ea"/>
                </a:rPr>
                <a:t>차 업무 분담</a:t>
              </a:r>
              <a:endParaRPr lang="ko-KR" altLang="en-US" sz="2400" dirty="0">
                <a:latin typeface="+mn-ea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683568" y="1997839"/>
            <a:ext cx="81758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이연호</a:t>
            </a:r>
            <a:r>
              <a:rPr lang="en-US" altLang="ko-KR" dirty="0" smtClean="0"/>
              <a:t>] = </a:t>
            </a:r>
            <a:r>
              <a:rPr lang="ko-KR" altLang="en-US" dirty="0" smtClean="0"/>
              <a:t>서버안정화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[</a:t>
            </a:r>
            <a:r>
              <a:rPr lang="ko-KR" altLang="en-US" dirty="0" err="1" smtClean="0"/>
              <a:t>라진수</a:t>
            </a:r>
            <a:r>
              <a:rPr lang="en-US" altLang="ko-KR" dirty="0" smtClean="0"/>
              <a:t>] = </a:t>
            </a:r>
            <a:r>
              <a:rPr lang="ko-KR" altLang="en-US" dirty="0" smtClean="0"/>
              <a:t>로그인 </a:t>
            </a:r>
            <a:r>
              <a:rPr lang="en-US" altLang="ko-KR" dirty="0" smtClean="0"/>
              <a:t>[</a:t>
            </a:r>
            <a:r>
              <a:rPr lang="ko-KR" altLang="en-US" dirty="0" smtClean="0"/>
              <a:t>일반</a:t>
            </a:r>
            <a:r>
              <a:rPr lang="en-US" altLang="ko-KR" dirty="0" smtClean="0"/>
              <a:t>,</a:t>
            </a:r>
            <a:r>
              <a:rPr lang="ko-KR" altLang="en-US" dirty="0" smtClean="0"/>
              <a:t>사업자</a:t>
            </a:r>
            <a:r>
              <a:rPr lang="en-US" altLang="ko-KR" dirty="0" smtClean="0"/>
              <a:t>,</a:t>
            </a:r>
            <a:r>
              <a:rPr lang="ko-KR" altLang="en-US" dirty="0" smtClean="0"/>
              <a:t>관리자</a:t>
            </a:r>
            <a:r>
              <a:rPr lang="en-US" altLang="ko-KR" dirty="0" smtClean="0"/>
              <a:t>] </a:t>
            </a:r>
            <a:r>
              <a:rPr lang="ko-KR" altLang="en-US" dirty="0" smtClean="0"/>
              <a:t>회원가입</a:t>
            </a:r>
            <a:r>
              <a:rPr lang="en-US" altLang="ko-KR" dirty="0" smtClean="0"/>
              <a:t>,</a:t>
            </a:r>
            <a:r>
              <a:rPr lang="ko-KR" altLang="en-US" dirty="0" smtClean="0"/>
              <a:t>정보페이지</a:t>
            </a:r>
            <a:r>
              <a:rPr lang="en-US" altLang="ko-KR" dirty="0" smtClean="0"/>
              <a:t>, About Us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[</a:t>
            </a:r>
            <a:r>
              <a:rPr lang="ko-KR" altLang="en-US" dirty="0" smtClean="0"/>
              <a:t>강소영</a:t>
            </a:r>
            <a:r>
              <a:rPr lang="en-US" altLang="ko-KR" dirty="0" smtClean="0"/>
              <a:t>] = </a:t>
            </a:r>
            <a:r>
              <a:rPr lang="ko-KR" altLang="en-US" dirty="0" smtClean="0"/>
              <a:t>게시판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소통공간부분 전부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[</a:t>
            </a:r>
            <a:r>
              <a:rPr lang="ko-KR" altLang="en-US" dirty="0" err="1" smtClean="0"/>
              <a:t>하금호</a:t>
            </a:r>
            <a:r>
              <a:rPr lang="en-US" altLang="ko-KR" dirty="0" smtClean="0"/>
              <a:t>] = </a:t>
            </a:r>
            <a:r>
              <a:rPr lang="ko-KR" altLang="en-US" dirty="0" smtClean="0"/>
              <a:t>반려동물페이지 전부 </a:t>
            </a:r>
            <a:r>
              <a:rPr lang="en-US" altLang="ko-KR" dirty="0" smtClean="0"/>
              <a:t>+ </a:t>
            </a:r>
            <a:r>
              <a:rPr lang="ko-KR" altLang="en-US" dirty="0" smtClean="0"/>
              <a:t>동물등록페이지</a:t>
            </a:r>
            <a:r>
              <a:rPr lang="en-US" altLang="ko-KR" dirty="0" smtClean="0"/>
              <a:t>[</a:t>
            </a:r>
            <a:r>
              <a:rPr lang="ko-KR" altLang="en-US" dirty="0" smtClean="0"/>
              <a:t>입양신청</a:t>
            </a:r>
            <a:r>
              <a:rPr lang="en-US" altLang="ko-KR" dirty="0" smtClean="0"/>
              <a:t>,</a:t>
            </a:r>
            <a:r>
              <a:rPr lang="ko-KR" altLang="en-US" dirty="0" smtClean="0"/>
              <a:t>임시보호</a:t>
            </a:r>
            <a:r>
              <a:rPr lang="en-US" altLang="ko-KR" dirty="0" smtClean="0"/>
              <a:t>]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[</a:t>
            </a:r>
            <a:r>
              <a:rPr lang="ko-KR" altLang="en-US" dirty="0" smtClean="0"/>
              <a:t>배진환</a:t>
            </a:r>
            <a:r>
              <a:rPr lang="en-US" altLang="ko-KR" dirty="0" smtClean="0"/>
              <a:t>] = </a:t>
            </a:r>
            <a:r>
              <a:rPr lang="ko-KR" altLang="en-US" dirty="0" smtClean="0"/>
              <a:t>사업자</a:t>
            </a:r>
            <a:r>
              <a:rPr lang="en-US" altLang="ko-KR" dirty="0" smtClean="0"/>
              <a:t>,</a:t>
            </a:r>
            <a:r>
              <a:rPr lang="ko-KR" altLang="en-US" dirty="0" smtClean="0"/>
              <a:t>관리자페이지</a:t>
            </a:r>
            <a:endParaRPr lang="en-US" altLang="ko-KR" dirty="0" smtClean="0"/>
          </a:p>
          <a:p>
            <a:endParaRPr lang="en-US" altLang="ko-K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18"/>
          <p:cNvGrpSpPr/>
          <p:nvPr/>
        </p:nvGrpSpPr>
        <p:grpSpPr>
          <a:xfrm>
            <a:off x="247010" y="241739"/>
            <a:ext cx="1660371" cy="461665"/>
            <a:chOff x="924910" y="1187669"/>
            <a:chExt cx="2213828" cy="461665"/>
          </a:xfrm>
        </p:grpSpPr>
        <p:sp>
          <p:nvSpPr>
            <p:cNvPr id="20" name="TextBox 19"/>
            <p:cNvSpPr txBox="1"/>
            <p:nvPr/>
          </p:nvSpPr>
          <p:spPr>
            <a:xfrm>
              <a:off x="977462" y="1187669"/>
              <a:ext cx="21612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 향후 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일정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201"/>
          <p:cNvGrpSpPr/>
          <p:nvPr/>
        </p:nvGrpSpPr>
        <p:grpSpPr>
          <a:xfrm>
            <a:off x="339871" y="1828326"/>
            <a:ext cx="8409491" cy="3867964"/>
            <a:chOff x="453161" y="1828326"/>
            <a:chExt cx="11212654" cy="3867964"/>
          </a:xfrm>
        </p:grpSpPr>
        <p:sp>
          <p:nvSpPr>
            <p:cNvPr id="247" name="직사각형 246"/>
            <p:cNvSpPr/>
            <p:nvPr/>
          </p:nvSpPr>
          <p:spPr>
            <a:xfrm>
              <a:off x="453161" y="2227308"/>
              <a:ext cx="5930870" cy="34689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모서리가 둥근 직사각형 197"/>
            <p:cNvSpPr/>
            <p:nvPr/>
          </p:nvSpPr>
          <p:spPr>
            <a:xfrm>
              <a:off x="1050661" y="3260221"/>
              <a:ext cx="3568964" cy="4550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97" name="모서리가 둥근 직사각형 196"/>
            <p:cNvSpPr/>
            <p:nvPr/>
          </p:nvSpPr>
          <p:spPr>
            <a:xfrm>
              <a:off x="1041135" y="2764921"/>
              <a:ext cx="4948595" cy="4550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46" name="직사각형 245"/>
            <p:cNvSpPr/>
            <p:nvPr/>
          </p:nvSpPr>
          <p:spPr>
            <a:xfrm>
              <a:off x="453161" y="1828326"/>
              <a:ext cx="593087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5" name="직선 연결선 44"/>
            <p:cNvCxnSpPr/>
            <p:nvPr/>
          </p:nvCxnSpPr>
          <p:spPr>
            <a:xfrm>
              <a:off x="6939620" y="2636520"/>
              <a:ext cx="899160" cy="0"/>
            </a:xfrm>
            <a:prstGeom prst="line">
              <a:avLst/>
            </a:prstGeom>
            <a:ln w="28575">
              <a:solidFill>
                <a:srgbClr val="F0287E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모서리가 둥근 직사각형 70"/>
            <p:cNvSpPr/>
            <p:nvPr/>
          </p:nvSpPr>
          <p:spPr>
            <a:xfrm>
              <a:off x="6491944" y="2275240"/>
              <a:ext cx="1959530" cy="4550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주제 선정 기간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103" name="직선 연결선 102"/>
            <p:cNvCxnSpPr/>
            <p:nvPr/>
          </p:nvCxnSpPr>
          <p:spPr>
            <a:xfrm>
              <a:off x="6949145" y="3184336"/>
              <a:ext cx="899160" cy="0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모서리가 둥근 직사각형 103"/>
            <p:cNvSpPr/>
            <p:nvPr/>
          </p:nvSpPr>
          <p:spPr>
            <a:xfrm>
              <a:off x="6491944" y="2789830"/>
              <a:ext cx="3810788" cy="45082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조원들 간의 요구사항 및 분석 통합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08" name="모서리가 둥근 직사각형 107"/>
            <p:cNvSpPr/>
            <p:nvPr/>
          </p:nvSpPr>
          <p:spPr>
            <a:xfrm>
              <a:off x="10387034" y="2797696"/>
              <a:ext cx="1278781" cy="43246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주제 발표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19" name="모서리가 둥근 직사각형 118"/>
            <p:cNvSpPr/>
            <p:nvPr/>
          </p:nvSpPr>
          <p:spPr>
            <a:xfrm>
              <a:off x="6484007" y="3291815"/>
              <a:ext cx="4951248" cy="43246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DB Table 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구성</a:t>
              </a:r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논의 </a:t>
              </a:r>
              <a:r>
                <a:rPr lang="en-US" altLang="ko-KR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07.28(</a:t>
              </a:r>
              <a:r>
                <a:rPr lang="ko-KR" altLang="en-US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금</a:t>
              </a:r>
              <a:r>
                <a:rPr lang="en-US" altLang="ko-KR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) ~ 08.04(</a:t>
              </a:r>
              <a:r>
                <a:rPr lang="ko-KR" altLang="en-US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금</a:t>
              </a:r>
              <a:r>
                <a:rPr lang="en-US" altLang="ko-KR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)</a:t>
              </a:r>
              <a:endPara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71" name="모서리가 둥근 직사각형 170"/>
            <p:cNvSpPr/>
            <p:nvPr/>
          </p:nvSpPr>
          <p:spPr>
            <a:xfrm>
              <a:off x="6484009" y="3783899"/>
              <a:ext cx="4203042" cy="43718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모델링</a:t>
              </a:r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, 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화면구성 및 스토리보드 작성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18" name="모서리가 둥근 직사각형 217"/>
            <p:cNvSpPr/>
            <p:nvPr/>
          </p:nvSpPr>
          <p:spPr>
            <a:xfrm>
              <a:off x="6491944" y="5214901"/>
              <a:ext cx="2082880" cy="4550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완료일 까지 개발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1069710" y="2279146"/>
              <a:ext cx="4948595" cy="4550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7" name="타원 16"/>
            <p:cNvSpPr/>
            <p:nvPr/>
          </p:nvSpPr>
          <p:spPr>
            <a:xfrm>
              <a:off x="1091697" y="2297300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102630" y="2334744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17</a:t>
              </a:r>
              <a:endParaRPr lang="ko-KR" altLang="en-US" sz="1400" dirty="0"/>
            </a:p>
          </p:txBody>
        </p:sp>
        <p:sp>
          <p:nvSpPr>
            <p:cNvPr id="23" name="타원 22"/>
            <p:cNvSpPr/>
            <p:nvPr/>
          </p:nvSpPr>
          <p:spPr>
            <a:xfrm>
              <a:off x="1885328" y="2297300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896261" y="2334744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18</a:t>
              </a:r>
              <a:endParaRPr lang="ko-KR" altLang="en-US" sz="1400" dirty="0"/>
            </a:p>
          </p:txBody>
        </p:sp>
        <p:sp>
          <p:nvSpPr>
            <p:cNvPr id="26" name="타원 25"/>
            <p:cNvSpPr/>
            <p:nvPr/>
          </p:nvSpPr>
          <p:spPr>
            <a:xfrm>
              <a:off x="2616962" y="2297300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27896" y="2334744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19</a:t>
              </a:r>
              <a:endParaRPr lang="ko-KR" altLang="en-US" sz="1400" dirty="0"/>
            </a:p>
          </p:txBody>
        </p:sp>
        <p:sp>
          <p:nvSpPr>
            <p:cNvPr id="29" name="타원 28"/>
            <p:cNvSpPr/>
            <p:nvPr/>
          </p:nvSpPr>
          <p:spPr>
            <a:xfrm>
              <a:off x="3372403" y="2297300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83335" y="2334744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20</a:t>
              </a:r>
              <a:endParaRPr lang="ko-KR" altLang="en-US" sz="1400" dirty="0"/>
            </a:p>
          </p:txBody>
        </p:sp>
        <p:sp>
          <p:nvSpPr>
            <p:cNvPr id="32" name="타원 31"/>
            <p:cNvSpPr/>
            <p:nvPr/>
          </p:nvSpPr>
          <p:spPr>
            <a:xfrm>
              <a:off x="4097859" y="2297300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108791" y="2334744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21</a:t>
              </a:r>
              <a:endParaRPr lang="ko-KR" altLang="en-US" sz="1400" dirty="0"/>
            </a:p>
          </p:txBody>
        </p:sp>
        <p:sp>
          <p:nvSpPr>
            <p:cNvPr id="36" name="타원 35"/>
            <p:cNvSpPr/>
            <p:nvPr/>
          </p:nvSpPr>
          <p:spPr>
            <a:xfrm>
              <a:off x="4823316" y="2297102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834249" y="2334546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22</a:t>
              </a:r>
              <a:endParaRPr lang="ko-KR" altLang="en-US" sz="1400" dirty="0"/>
            </a:p>
          </p:txBody>
        </p:sp>
        <p:sp>
          <p:nvSpPr>
            <p:cNvPr id="39" name="타원 38"/>
            <p:cNvSpPr/>
            <p:nvPr/>
          </p:nvSpPr>
          <p:spPr>
            <a:xfrm>
              <a:off x="5576641" y="2297102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87574" y="2334546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23</a:t>
              </a:r>
              <a:endParaRPr lang="ko-KR" altLang="en-US" sz="1400" dirty="0"/>
            </a:p>
          </p:txBody>
        </p:sp>
        <p:sp>
          <p:nvSpPr>
            <p:cNvPr id="69" name="타원 68"/>
            <p:cNvSpPr/>
            <p:nvPr/>
          </p:nvSpPr>
          <p:spPr>
            <a:xfrm>
              <a:off x="1091696" y="2789830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102629" y="2827274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24</a:t>
              </a:r>
              <a:endParaRPr lang="ko-KR" altLang="en-US" sz="1400" dirty="0"/>
            </a:p>
          </p:txBody>
        </p:sp>
        <p:sp>
          <p:nvSpPr>
            <p:cNvPr id="67" name="타원 66"/>
            <p:cNvSpPr/>
            <p:nvPr/>
          </p:nvSpPr>
          <p:spPr>
            <a:xfrm>
              <a:off x="1885327" y="2789830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896260" y="2827274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25</a:t>
              </a:r>
              <a:endParaRPr lang="ko-KR" altLang="en-US" sz="1400" dirty="0"/>
            </a:p>
          </p:txBody>
        </p:sp>
        <p:sp>
          <p:nvSpPr>
            <p:cNvPr id="65" name="타원 64"/>
            <p:cNvSpPr/>
            <p:nvPr/>
          </p:nvSpPr>
          <p:spPr>
            <a:xfrm>
              <a:off x="2616962" y="2789830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627896" y="2827274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26</a:t>
              </a:r>
              <a:endParaRPr lang="ko-KR" altLang="en-US" sz="1400" dirty="0"/>
            </a:p>
          </p:txBody>
        </p:sp>
        <p:sp>
          <p:nvSpPr>
            <p:cNvPr id="76" name="모서리가 둥근 직사각형 75"/>
            <p:cNvSpPr/>
            <p:nvPr/>
          </p:nvSpPr>
          <p:spPr>
            <a:xfrm>
              <a:off x="4655839" y="4221088"/>
              <a:ext cx="1632181" cy="45508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87" name="타원 86"/>
            <p:cNvSpPr/>
            <p:nvPr/>
          </p:nvSpPr>
          <p:spPr>
            <a:xfrm>
              <a:off x="4102285" y="2807984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113218" y="2845428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28</a:t>
              </a:r>
              <a:endParaRPr lang="ko-KR" altLang="en-US" sz="1400" dirty="0"/>
            </a:p>
          </p:txBody>
        </p:sp>
        <p:sp>
          <p:nvSpPr>
            <p:cNvPr id="85" name="타원 84"/>
            <p:cNvSpPr/>
            <p:nvPr/>
          </p:nvSpPr>
          <p:spPr>
            <a:xfrm>
              <a:off x="4823316" y="2794626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825275" y="2833303"/>
              <a:ext cx="51125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29</a:t>
              </a:r>
              <a:endParaRPr lang="ko-KR" altLang="en-US" sz="1400" dirty="0"/>
            </a:p>
          </p:txBody>
        </p:sp>
        <p:sp>
          <p:nvSpPr>
            <p:cNvPr id="83" name="타원 82"/>
            <p:cNvSpPr/>
            <p:nvPr/>
          </p:nvSpPr>
          <p:spPr>
            <a:xfrm>
              <a:off x="5576641" y="2804342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576641" y="2832070"/>
              <a:ext cx="51125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30</a:t>
              </a:r>
              <a:endParaRPr lang="ko-KR" altLang="en-US" sz="1400" dirty="0"/>
            </a:p>
          </p:txBody>
        </p:sp>
        <p:sp>
          <p:nvSpPr>
            <p:cNvPr id="105" name="타원 104"/>
            <p:cNvSpPr/>
            <p:nvPr/>
          </p:nvSpPr>
          <p:spPr>
            <a:xfrm>
              <a:off x="3372402" y="2807985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3391291" y="2852783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27</a:t>
              </a:r>
              <a:endParaRPr lang="ko-KR" altLang="en-US" sz="1400" dirty="0"/>
            </a:p>
          </p:txBody>
        </p:sp>
        <p:sp>
          <p:nvSpPr>
            <p:cNvPr id="101" name="타원 100"/>
            <p:cNvSpPr/>
            <p:nvPr/>
          </p:nvSpPr>
          <p:spPr>
            <a:xfrm>
              <a:off x="1091697" y="3301164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102630" y="3338608"/>
              <a:ext cx="51125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31</a:t>
              </a:r>
              <a:endParaRPr lang="ko-KR" altLang="en-US" sz="1400" dirty="0"/>
            </a:p>
          </p:txBody>
        </p:sp>
        <p:sp>
          <p:nvSpPr>
            <p:cNvPr id="99" name="타원 98"/>
            <p:cNvSpPr/>
            <p:nvPr/>
          </p:nvSpPr>
          <p:spPr>
            <a:xfrm>
              <a:off x="1883367" y="3299931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947857" y="3338345"/>
              <a:ext cx="3787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  <p:sp>
          <p:nvSpPr>
            <p:cNvPr id="110" name="타원 109"/>
            <p:cNvSpPr/>
            <p:nvPr/>
          </p:nvSpPr>
          <p:spPr>
            <a:xfrm>
              <a:off x="2615001" y="3299931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2680232" y="3337375"/>
              <a:ext cx="3787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</a:t>
              </a:r>
              <a:endParaRPr lang="ko-KR" altLang="en-US" sz="1400" dirty="0"/>
            </a:p>
          </p:txBody>
        </p:sp>
        <p:sp>
          <p:nvSpPr>
            <p:cNvPr id="112" name="타원 111"/>
            <p:cNvSpPr/>
            <p:nvPr/>
          </p:nvSpPr>
          <p:spPr>
            <a:xfrm>
              <a:off x="3372403" y="3305108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3437749" y="3337375"/>
              <a:ext cx="3787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3</a:t>
              </a:r>
              <a:endParaRPr lang="ko-KR" altLang="en-US" sz="1400" dirty="0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4881478" y="3337376"/>
              <a:ext cx="3787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5</a:t>
              </a:r>
              <a:endParaRPr lang="ko-KR" altLang="en-US" sz="1400" dirty="0"/>
            </a:p>
          </p:txBody>
        </p:sp>
        <p:sp>
          <p:nvSpPr>
            <p:cNvPr id="139" name="모서리가 둥근 직사각형 138"/>
            <p:cNvSpPr/>
            <p:nvPr/>
          </p:nvSpPr>
          <p:spPr>
            <a:xfrm>
              <a:off x="911425" y="4725144"/>
              <a:ext cx="5376596" cy="45508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152128" y="3814113"/>
              <a:ext cx="3787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7</a:t>
              </a:r>
              <a:endParaRPr lang="ko-KR" altLang="en-US" sz="1400" dirty="0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947856" y="3814404"/>
              <a:ext cx="3787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8</a:t>
              </a:r>
              <a:endParaRPr lang="ko-KR" altLang="en-US" sz="1400" dirty="0"/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2680230" y="3813434"/>
              <a:ext cx="3787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9</a:t>
              </a:r>
              <a:endParaRPr lang="ko-KR" altLang="en-US" sz="1400" dirty="0"/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3383335" y="3810482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10</a:t>
              </a:r>
              <a:endParaRPr lang="ko-KR" altLang="en-US" sz="1400" dirty="0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4121549" y="3810482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11</a:t>
              </a:r>
              <a:endParaRPr lang="ko-KR" altLang="en-US" sz="1400" dirty="0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4834247" y="3814668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12</a:t>
              </a:r>
              <a:endParaRPr lang="ko-KR" altLang="en-US" sz="1400" dirty="0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5586327" y="3817305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13</a:t>
              </a:r>
              <a:endParaRPr lang="ko-KR" altLang="en-US" sz="1400" dirty="0"/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1098948" y="4289230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14</a:t>
              </a:r>
              <a:endParaRPr lang="ko-KR" altLang="en-US" sz="1400" dirty="0"/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1888832" y="4290440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15</a:t>
              </a:r>
              <a:endParaRPr lang="ko-KR" altLang="en-US" sz="1400" dirty="0"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2621221" y="4286873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16</a:t>
              </a:r>
              <a:endParaRPr lang="ko-KR" altLang="en-US" sz="1400" dirty="0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3383335" y="4289230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17</a:t>
              </a:r>
              <a:endParaRPr lang="ko-KR" altLang="en-US" sz="1400" dirty="0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4121550" y="4289230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18</a:t>
              </a:r>
              <a:endParaRPr lang="ko-KR" altLang="en-US" sz="1400" dirty="0"/>
            </a:p>
          </p:txBody>
        </p:sp>
        <p:sp>
          <p:nvSpPr>
            <p:cNvPr id="153" name="타원 152"/>
            <p:cNvSpPr/>
            <p:nvPr/>
          </p:nvSpPr>
          <p:spPr>
            <a:xfrm>
              <a:off x="4847861" y="4293096"/>
              <a:ext cx="432000" cy="324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 cap="rnd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4834249" y="4293415"/>
              <a:ext cx="480000" cy="3600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19</a:t>
              </a:r>
              <a:endParaRPr lang="ko-KR" altLang="en-US" sz="1400" dirty="0"/>
            </a:p>
          </p:txBody>
        </p:sp>
        <p:sp>
          <p:nvSpPr>
            <p:cNvPr id="155" name="타원 154"/>
            <p:cNvSpPr/>
            <p:nvPr/>
          </p:nvSpPr>
          <p:spPr>
            <a:xfrm>
              <a:off x="5567999" y="4293136"/>
              <a:ext cx="480000" cy="36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 cap="rnd" cmpd="sng">
              <a:solidFill>
                <a:schemeClr val="accent1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5586327" y="4296053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20</a:t>
              </a:r>
              <a:endParaRPr lang="ko-KR" altLang="en-US" sz="1400" dirty="0"/>
            </a:p>
          </p:txBody>
        </p:sp>
        <p:sp>
          <p:nvSpPr>
            <p:cNvPr id="190" name="타원 189"/>
            <p:cNvSpPr/>
            <p:nvPr/>
          </p:nvSpPr>
          <p:spPr>
            <a:xfrm>
              <a:off x="1103445" y="4759200"/>
              <a:ext cx="480000" cy="36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 cap="rnd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1097466" y="4759200"/>
              <a:ext cx="480000" cy="3600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21</a:t>
              </a:r>
              <a:endParaRPr lang="ko-KR" altLang="en-US" sz="1400" dirty="0"/>
            </a:p>
          </p:txBody>
        </p:sp>
        <p:sp>
          <p:nvSpPr>
            <p:cNvPr id="188" name="타원 187"/>
            <p:cNvSpPr/>
            <p:nvPr/>
          </p:nvSpPr>
          <p:spPr>
            <a:xfrm>
              <a:off x="1881885" y="4759200"/>
              <a:ext cx="480000" cy="36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 cap="rnd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1887352" y="4788776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22</a:t>
              </a:r>
              <a:endParaRPr lang="ko-KR" altLang="en-US" sz="1400" dirty="0"/>
            </a:p>
          </p:txBody>
        </p:sp>
        <p:sp>
          <p:nvSpPr>
            <p:cNvPr id="179" name="타원 178"/>
            <p:cNvSpPr/>
            <p:nvPr/>
          </p:nvSpPr>
          <p:spPr>
            <a:xfrm>
              <a:off x="2613520" y="4759200"/>
              <a:ext cx="480000" cy="36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 cap="rnd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2619740" y="4785209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23</a:t>
              </a:r>
              <a:endParaRPr lang="ko-KR" altLang="en-US" sz="1400" dirty="0"/>
            </a:p>
          </p:txBody>
        </p:sp>
        <p:sp>
          <p:nvSpPr>
            <p:cNvPr id="181" name="타원 180"/>
            <p:cNvSpPr/>
            <p:nvPr/>
          </p:nvSpPr>
          <p:spPr>
            <a:xfrm>
              <a:off x="3370919" y="4758251"/>
              <a:ext cx="480000" cy="36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 cap="rnd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3381854" y="4787566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24</a:t>
              </a:r>
              <a:endParaRPr lang="ko-KR" altLang="en-US" sz="1400" dirty="0"/>
            </a:p>
          </p:txBody>
        </p:sp>
        <p:sp>
          <p:nvSpPr>
            <p:cNvPr id="183" name="타원 182"/>
            <p:cNvSpPr/>
            <p:nvPr/>
          </p:nvSpPr>
          <p:spPr>
            <a:xfrm>
              <a:off x="4107506" y="4759200"/>
              <a:ext cx="480000" cy="36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 cap="rnd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4120069" y="4787566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25</a:t>
              </a:r>
              <a:endParaRPr lang="ko-KR" altLang="en-US" sz="1400" dirty="0"/>
            </a:p>
          </p:txBody>
        </p:sp>
        <p:sp>
          <p:nvSpPr>
            <p:cNvPr id="174" name="타원 173"/>
            <p:cNvSpPr/>
            <p:nvPr/>
          </p:nvSpPr>
          <p:spPr>
            <a:xfrm>
              <a:off x="4820203" y="4757260"/>
              <a:ext cx="480000" cy="36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 cap="rnd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4832767" y="4791752"/>
              <a:ext cx="51125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26</a:t>
              </a:r>
              <a:endParaRPr lang="ko-KR" altLang="en-US" sz="1400" dirty="0"/>
            </a:p>
          </p:txBody>
        </p:sp>
        <p:sp>
          <p:nvSpPr>
            <p:cNvPr id="176" name="타원 175"/>
            <p:cNvSpPr/>
            <p:nvPr/>
          </p:nvSpPr>
          <p:spPr>
            <a:xfrm>
              <a:off x="5567999" y="4759200"/>
              <a:ext cx="480000" cy="36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 cap="rnd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5584846" y="4794389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27</a:t>
              </a:r>
              <a:endParaRPr lang="ko-KR" altLang="en-US" sz="1400" dirty="0"/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1881852" y="5267523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29</a:t>
              </a:r>
              <a:endParaRPr lang="ko-KR" altLang="en-US" sz="1400" dirty="0"/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2614240" y="5263956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30</a:t>
              </a:r>
              <a:endParaRPr lang="ko-KR" altLang="en-US" sz="1400" dirty="0"/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3311690" y="5229200"/>
              <a:ext cx="5112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400" dirty="0"/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1104112" y="5267933"/>
              <a:ext cx="511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28</a:t>
              </a:r>
              <a:endParaRPr lang="ko-KR" altLang="en-US" sz="1400" dirty="0"/>
            </a:p>
          </p:txBody>
        </p:sp>
        <p:cxnSp>
          <p:nvCxnSpPr>
            <p:cNvPr id="233" name="직선 연결선 232"/>
            <p:cNvCxnSpPr>
              <a:endCxn id="71" idx="1"/>
            </p:cNvCxnSpPr>
            <p:nvPr/>
          </p:nvCxnSpPr>
          <p:spPr>
            <a:xfrm flipV="1">
              <a:off x="6018304" y="2502783"/>
              <a:ext cx="473640" cy="390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직선 연결선 235"/>
            <p:cNvCxnSpPr/>
            <p:nvPr/>
          </p:nvCxnSpPr>
          <p:spPr>
            <a:xfrm flipV="1">
              <a:off x="6023457" y="3985578"/>
              <a:ext cx="473640" cy="390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/>
            <p:cNvCxnSpPr/>
            <p:nvPr/>
          </p:nvCxnSpPr>
          <p:spPr>
            <a:xfrm flipV="1">
              <a:off x="6034432" y="5443543"/>
              <a:ext cx="473640" cy="390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TextBox 237"/>
            <p:cNvSpPr txBox="1"/>
            <p:nvPr/>
          </p:nvSpPr>
          <p:spPr>
            <a:xfrm>
              <a:off x="453161" y="3528099"/>
              <a:ext cx="73139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7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월</a:t>
              </a:r>
              <a:endParaRPr lang="en-US" altLang="ko-KR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  <a:p>
              <a:pPr algn="ctr"/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</a:t>
              </a:r>
            </a:p>
            <a:p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8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월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1104112" y="1828326"/>
              <a:ext cx="553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월</a:t>
              </a:r>
              <a:endParaRPr lang="ko-KR" altLang="en-US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1896260" y="1828326"/>
              <a:ext cx="553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화</a:t>
              </a:r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2641641" y="1828326"/>
              <a:ext cx="553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수</a:t>
              </a:r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3363790" y="1828326"/>
              <a:ext cx="553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목</a:t>
              </a:r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4117414" y="1828326"/>
              <a:ext cx="553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금</a:t>
              </a:r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4830113" y="1828326"/>
              <a:ext cx="553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토</a:t>
              </a:r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5582191" y="1828326"/>
              <a:ext cx="553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일</a:t>
              </a:r>
            </a:p>
          </p:txBody>
        </p:sp>
        <p:sp>
          <p:nvSpPr>
            <p:cNvPr id="199" name="타원 198"/>
            <p:cNvSpPr/>
            <p:nvPr/>
          </p:nvSpPr>
          <p:spPr>
            <a:xfrm>
              <a:off x="4105828" y="3295583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4171174" y="3327850"/>
              <a:ext cx="3787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4</a:t>
              </a:r>
              <a:endParaRPr lang="ko-KR" altLang="en-US" sz="1400" dirty="0"/>
            </a:p>
          </p:txBody>
        </p:sp>
      </p:grpSp>
      <p:cxnSp>
        <p:nvCxnSpPr>
          <p:cNvPr id="132" name="직선 연결선 131"/>
          <p:cNvCxnSpPr/>
          <p:nvPr/>
        </p:nvCxnSpPr>
        <p:spPr>
          <a:xfrm flipV="1">
            <a:off x="4716016" y="4433206"/>
            <a:ext cx="355230" cy="3906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/>
          <p:cNvCxnSpPr/>
          <p:nvPr/>
        </p:nvCxnSpPr>
        <p:spPr>
          <a:xfrm flipV="1">
            <a:off x="4669993" y="4137978"/>
            <a:ext cx="355230" cy="390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모서리가 둥근 직사각형 149"/>
          <p:cNvSpPr/>
          <p:nvPr/>
        </p:nvSpPr>
        <p:spPr>
          <a:xfrm>
            <a:off x="4871391" y="4287955"/>
            <a:ext cx="2220889" cy="437189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화면 디자인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215940" y="333724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6</a:t>
            </a:r>
            <a:endParaRPr lang="ko-KR" altLang="en-US" sz="1400" dirty="0"/>
          </a:p>
        </p:txBody>
      </p:sp>
      <p:sp>
        <p:nvSpPr>
          <p:cNvPr id="178" name="TextBox 177"/>
          <p:cNvSpPr txBox="1"/>
          <p:nvPr/>
        </p:nvSpPr>
        <p:spPr>
          <a:xfrm>
            <a:off x="2532378" y="5258756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31</a:t>
            </a:r>
            <a:endParaRPr lang="ko-KR" altLang="en-US" sz="1400" dirty="0"/>
          </a:p>
        </p:txBody>
      </p:sp>
    </p:spTree>
    <p:extLst>
      <p:ext uri="{BB962C8B-B14F-4D97-AF65-F5344CB8AC3E}">
        <p14:creationId xmlns="" xmlns:p14="http://schemas.microsoft.com/office/powerpoint/2010/main" val="393810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840" y="3732576"/>
            <a:ext cx="3701161" cy="312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04548" y="3038545"/>
            <a:ext cx="2920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감사합니다</a:t>
            </a:r>
            <a:r>
              <a:rPr lang="en-US" altLang="ko-KR" sz="4000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endParaRPr lang="ko-KR" altLang="en-US" sz="40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0438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339</Words>
  <Application>Microsoft Office PowerPoint</Application>
  <PresentationFormat>화면 슬라이드 쇼(4:3)</PresentationFormat>
  <Paragraphs>111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kitcoop</dc:creator>
  <cp:lastModifiedBy>kitcoop</cp:lastModifiedBy>
  <cp:revision>31</cp:revision>
  <dcterms:created xsi:type="dcterms:W3CDTF">2017-08-24T07:35:23Z</dcterms:created>
  <dcterms:modified xsi:type="dcterms:W3CDTF">2017-08-25T07:12:58Z</dcterms:modified>
</cp:coreProperties>
</file>