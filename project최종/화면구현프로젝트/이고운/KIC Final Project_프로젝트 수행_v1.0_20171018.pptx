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82" r:id="rId3"/>
    <p:sldId id="279" r:id="rId4"/>
    <p:sldId id="297" r:id="rId5"/>
    <p:sldId id="304" r:id="rId6"/>
    <p:sldId id="283" r:id="rId7"/>
    <p:sldId id="305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5" r:id="rId16"/>
    <p:sldId id="316" r:id="rId17"/>
    <p:sldId id="314" r:id="rId18"/>
    <p:sldId id="321" r:id="rId19"/>
    <p:sldId id="319" r:id="rId20"/>
    <p:sldId id="318" r:id="rId21"/>
    <p:sldId id="322" r:id="rId22"/>
    <p:sldId id="323" r:id="rId23"/>
    <p:sldId id="324" r:id="rId24"/>
    <p:sldId id="317" r:id="rId25"/>
    <p:sldId id="325" r:id="rId26"/>
    <p:sldId id="326" r:id="rId27"/>
    <p:sldId id="327" r:id="rId28"/>
    <p:sldId id="299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:p15="http://schemas.microsoft.com/office/powerpoint/2012/main" xmlns="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843" autoAdjust="0"/>
    <p:restoredTop sz="95760" autoAdjust="0"/>
  </p:normalViewPr>
  <p:slideViewPr>
    <p:cSldViewPr snapToGrid="0">
      <p:cViewPr>
        <p:scale>
          <a:sx n="90" d="100"/>
          <a:sy n="90" d="100"/>
        </p:scale>
        <p:origin x="-1536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3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8" y="400378"/>
            <a:ext cx="3228445" cy="245799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1" y="905696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8" y="400378"/>
            <a:ext cx="3228445" cy="245799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6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6" y="1443509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6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3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1" y="1174052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3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7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3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4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61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61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802" y="1208094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7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7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7" y="2505077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3"/>
            <a:ext cx="2712508" cy="422275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xmlns="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9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3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9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3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9"/>
            <a:ext cx="1971675" cy="5811839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7" y="365129"/>
            <a:ext cx="5800725" cy="5811839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3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9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#5.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프로젝트 수행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9" y="3789042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2017.10.18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8" y="355603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60043840"/>
              </p:ext>
            </p:extLst>
          </p:nvPr>
        </p:nvGraphicFramePr>
        <p:xfrm>
          <a:off x="426646" y="2072645"/>
          <a:ext cx="8294029" cy="4093159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– 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v.0.4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4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2017.08.17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v.0.5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3(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퍼블리싱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5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2017.08.25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v.0.6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4(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퍼블리싱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프로토타입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6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2017.09.01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30" y="355603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1200112"/>
              </p:ext>
            </p:extLst>
          </p:nvPr>
        </p:nvGraphicFramePr>
        <p:xfrm>
          <a:off x="386827" y="1207012"/>
          <a:ext cx="8321757" cy="52383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0202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1054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 flipV="1">
            <a:off x="3641659" y="4986670"/>
            <a:ext cx="4598574" cy="5001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7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601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601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7515100" y="48780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7" y="987471"/>
            <a:ext cx="138857" cy="1402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13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업무분담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00827" y="400378"/>
            <a:ext cx="3228445" cy="245799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69851" y="1949894"/>
          <a:ext cx="7963786" cy="40256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0822"/>
                <a:gridCol w="2270988"/>
                <a:gridCol w="2270988"/>
                <a:gridCol w="2270988"/>
              </a:tblGrid>
              <a:tr h="805121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주요 역할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디자인 업무분담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err="1" smtClean="0"/>
                        <a:t>진행율</a:t>
                      </a:r>
                      <a:endParaRPr lang="ko-KR" altLang="en-US" sz="15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err="1" smtClean="0"/>
                        <a:t>석근용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err="1" smtClean="0"/>
                        <a:t>백엔드</a:t>
                      </a:r>
                      <a:r>
                        <a:rPr lang="ko-KR" altLang="en-US" sz="1500" dirty="0" smtClean="0"/>
                        <a:t> 총괄</a:t>
                      </a:r>
                      <a:endParaRPr lang="en-US" altLang="ko-KR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회원가입</a:t>
                      </a:r>
                      <a:r>
                        <a:rPr lang="en-US" altLang="ko-KR" sz="1500" dirty="0" smtClean="0"/>
                        <a:t>/</a:t>
                      </a:r>
                      <a:r>
                        <a:rPr lang="ko-KR" altLang="en-US" sz="1500" dirty="0" smtClean="0"/>
                        <a:t>수정</a:t>
                      </a:r>
                      <a:r>
                        <a:rPr lang="en-US" altLang="ko-KR" sz="1500" dirty="0" smtClean="0"/>
                        <a:t>/</a:t>
                      </a:r>
                      <a:r>
                        <a:rPr lang="ko-KR" altLang="en-US" sz="1500" dirty="0" smtClean="0"/>
                        <a:t>탈퇴 폼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윤선아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err="1" smtClean="0"/>
                        <a:t>프론트엔드</a:t>
                      </a:r>
                      <a:r>
                        <a:rPr lang="ko-KR" altLang="en-US" sz="1500" dirty="0" smtClean="0"/>
                        <a:t> 총괄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로그인</a:t>
                      </a:r>
                      <a:r>
                        <a:rPr lang="en-US" altLang="ko-KR" sz="1500" dirty="0" smtClean="0"/>
                        <a:t>/</a:t>
                      </a:r>
                      <a:r>
                        <a:rPr lang="ko-KR" altLang="en-US" sz="1500" dirty="0" smtClean="0"/>
                        <a:t>찜 목록 게시판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박지희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/>
                        <a:t>DB/</a:t>
                      </a:r>
                      <a:r>
                        <a:rPr lang="ko-KR" altLang="en-US" sz="1500" dirty="0" smtClean="0"/>
                        <a:t>자료</a:t>
                      </a:r>
                      <a:r>
                        <a:rPr lang="en-US" altLang="ko-KR" sz="1500" dirty="0" smtClean="0"/>
                        <a:t> </a:t>
                      </a:r>
                      <a:r>
                        <a:rPr lang="ko-KR" altLang="en-US" sz="1500" dirty="0" smtClean="0"/>
                        <a:t>수집 및 디자인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err="1" smtClean="0"/>
                        <a:t>인트로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이고운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 smtClean="0"/>
                        <a:t>DB/</a:t>
                      </a:r>
                      <a:r>
                        <a:rPr lang="ko-KR" altLang="en-US" sz="1500" dirty="0" smtClean="0"/>
                        <a:t>자료</a:t>
                      </a:r>
                      <a:r>
                        <a:rPr lang="en-US" altLang="ko-KR" sz="1500" dirty="0" smtClean="0"/>
                        <a:t> </a:t>
                      </a:r>
                      <a:r>
                        <a:rPr lang="ko-KR" altLang="en-US" sz="1500" dirty="0" smtClean="0"/>
                        <a:t>수집 및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지도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3" y="355603"/>
            <a:ext cx="1101735" cy="333173"/>
          </a:xfrm>
        </p:spPr>
        <p:txBody>
          <a:bodyPr/>
          <a:lstStyle/>
          <a:p>
            <a:r>
              <a:rPr lang="ko-KR" altLang="en-US" smtClean="0"/>
              <a:t>수행역</a:t>
            </a:r>
            <a:r>
              <a:rPr lang="ko-KR" altLang="en-US" smtClean="0"/>
              <a:t>할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36156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프런트엔드</a:t>
            </a:r>
            <a:r>
              <a:rPr lang="ko-KR" altLang="en-US" dirty="0" smtClean="0"/>
              <a:t> 부분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67550" y="34564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 smtClean="0"/>
              <a:t>프런트엔드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39242" y="3883152"/>
            <a:ext cx="1928733" cy="513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err="1" smtClean="0"/>
              <a:t>웹디자인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퍼블리</a:t>
            </a:r>
            <a:r>
              <a:rPr lang="ko-KR" altLang="en-US" sz="1600" dirty="0" err="1" smtClean="0"/>
              <a:t>싱</a:t>
            </a:r>
            <a:endParaRPr lang="en-US" altLang="ko-KR" sz="1600" dirty="0" smtClean="0"/>
          </a:p>
        </p:txBody>
      </p:sp>
      <p:pic>
        <p:nvPicPr>
          <p:cNvPr id="10251" name="Picture 11" descr="C:\Users\kitcoop\Downloads\icn\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0614" y="1552766"/>
            <a:ext cx="1625600" cy="162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</a:t>
            </a:r>
            <a:r>
              <a:rPr lang="ko-KR" altLang="en-US" dirty="0" err="1" smtClean="0"/>
              <a:t>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웹디자인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2" y="829342"/>
            <a:ext cx="4489626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</a:t>
            </a:r>
            <a:r>
              <a:rPr lang="ko-KR" altLang="en-US" sz="1600" dirty="0" smtClean="0"/>
              <a:t>웹 화면 초</a:t>
            </a:r>
            <a:r>
              <a:rPr lang="ko-KR" altLang="en-US" sz="1600" dirty="0" smtClean="0"/>
              <a:t>기</a:t>
            </a:r>
            <a:r>
              <a:rPr lang="ko-KR" altLang="en-US" sz="1600" dirty="0" smtClean="0"/>
              <a:t> 디자인</a:t>
            </a:r>
            <a:endParaRPr lang="ko-KR" altLang="en-US" sz="1600" dirty="0"/>
          </a:p>
        </p:txBody>
      </p:sp>
      <p:pic>
        <p:nvPicPr>
          <p:cNvPr id="8" name="Picture 2" descr="G:\0.Final Project\4.화면디자인\시안\03_ma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2877" y="4267244"/>
            <a:ext cx="3840000" cy="2160000"/>
          </a:xfrm>
          <a:prstGeom prst="rect">
            <a:avLst/>
          </a:prstGeom>
          <a:noFill/>
        </p:spPr>
      </p:pic>
      <p:pic>
        <p:nvPicPr>
          <p:cNvPr id="9" name="Picture 3" descr="G:\0.Final Project\4.화면디자인\시안\01_intro_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3713" y="1927946"/>
            <a:ext cx="3840000" cy="2160000"/>
          </a:xfrm>
          <a:prstGeom prst="rect">
            <a:avLst/>
          </a:prstGeom>
          <a:noFill/>
        </p:spPr>
      </p:pic>
      <p:pic>
        <p:nvPicPr>
          <p:cNvPr id="14" name="Picture 4" descr="G:\0.Final Project\4.화면디자인\시안\01_intro_2-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02877" y="1927946"/>
            <a:ext cx="3840000" cy="2160000"/>
          </a:xfrm>
          <a:prstGeom prst="rect">
            <a:avLst/>
          </a:prstGeom>
          <a:noFill/>
        </p:spPr>
      </p:pic>
      <p:pic>
        <p:nvPicPr>
          <p:cNvPr id="15" name="Picture 5" descr="G:\0.Final Project\4.화면디자인\시안\02_level_1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3713" y="4267244"/>
            <a:ext cx="3840000" cy="2160000"/>
          </a:xfrm>
          <a:prstGeom prst="rect">
            <a:avLst/>
          </a:prstGeom>
          <a:noFill/>
        </p:spPr>
      </p:pic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295" name="Picture 7" descr="C:\Users\kitcoop\Downloads\다운로드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27091" y="1020726"/>
            <a:ext cx="594478" cy="594478"/>
          </a:xfrm>
          <a:prstGeom prst="rect">
            <a:avLst/>
          </a:prstGeom>
          <a:noFill/>
        </p:spPr>
      </p:pic>
      <p:pic>
        <p:nvPicPr>
          <p:cNvPr id="12296" name="Picture 8" descr="C:\Users\kitcoop\Downloads\Bx_p3ckIEAEiOzJ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951945" y="1021134"/>
            <a:ext cx="595015" cy="595015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341658" y="797443"/>
            <a:ext cx="1175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Work Tool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</a:t>
            </a:r>
            <a:r>
              <a:rPr lang="ko-KR" altLang="en-US" dirty="0" err="1" smtClean="0"/>
              <a:t>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2" y="829342"/>
            <a:ext cx="4489626" cy="51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목업</a:t>
            </a:r>
            <a:r>
              <a:rPr lang="ko-KR" altLang="en-US" sz="1600" dirty="0" smtClean="0"/>
              <a:t> 디자인을 토대로 </a:t>
            </a:r>
            <a:r>
              <a:rPr lang="ko-KR" altLang="en-US" sz="1600" dirty="0" err="1" smtClean="0"/>
              <a:t>퍼블리싱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427258" y="808076"/>
            <a:ext cx="1175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Work Tool</a:t>
            </a:r>
            <a:endParaRPr lang="ko-KR" altLang="en-US" sz="16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495190" y="1783712"/>
            <a:ext cx="2389187" cy="4160837"/>
            <a:chOff x="495190" y="1730560"/>
            <a:chExt cx="2389187" cy="4160837"/>
          </a:xfrm>
        </p:grpSpPr>
        <p:pic>
          <p:nvPicPr>
            <p:cNvPr id="3174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5190" y="1730560"/>
              <a:ext cx="2389187" cy="4160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직사각형 18"/>
            <p:cNvSpPr/>
            <p:nvPr/>
          </p:nvSpPr>
          <p:spPr>
            <a:xfrm>
              <a:off x="935665" y="2753833"/>
              <a:ext cx="1733107" cy="146729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35665" y="4816549"/>
              <a:ext cx="1733107" cy="8655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1750" name="Picture 6" descr="C:\Users\kitcoop\Downloads\brackets-editor-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91746" y="978193"/>
            <a:ext cx="1162355" cy="664203"/>
          </a:xfrm>
          <a:prstGeom prst="rect">
            <a:avLst/>
          </a:prstGeom>
          <a:noFill/>
        </p:spPr>
      </p:pic>
      <p:pic>
        <p:nvPicPr>
          <p:cNvPr id="31751" name="Picture 7" descr="C:\Users\kitcoop\Downloads\logo-800x188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20540" y="1138539"/>
            <a:ext cx="1226288" cy="288178"/>
          </a:xfrm>
          <a:prstGeom prst="rect">
            <a:avLst/>
          </a:prstGeom>
          <a:noFill/>
        </p:spPr>
      </p:pic>
      <p:pic>
        <p:nvPicPr>
          <p:cNvPr id="3175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02754" y="1751825"/>
            <a:ext cx="2549525" cy="416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직사각형 25"/>
          <p:cNvSpPr/>
          <p:nvPr/>
        </p:nvSpPr>
        <p:spPr>
          <a:xfrm>
            <a:off x="2519918" y="2913321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CSS </a:t>
            </a:r>
            <a:r>
              <a:rPr lang="ko-KR" altLang="en-US" sz="1200" dirty="0" smtClean="0">
                <a:solidFill>
                  <a:schemeClr val="bg1"/>
                </a:solidFill>
              </a:rPr>
              <a:t>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519918" y="5072074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html </a:t>
            </a:r>
            <a:r>
              <a:rPr lang="ko-KR" altLang="en-US" sz="1200" dirty="0" smtClean="0">
                <a:solidFill>
                  <a:schemeClr val="bg1"/>
                </a:solidFill>
              </a:rPr>
              <a:t>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715140" y="3657944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Script </a:t>
            </a:r>
            <a:r>
              <a:rPr lang="ko-KR" altLang="en-US" sz="1200" dirty="0" smtClean="0">
                <a:solidFill>
                  <a:schemeClr val="bg1"/>
                </a:solidFill>
              </a:rPr>
              <a:t>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60839" y="829342"/>
            <a:ext cx="4489626" cy="51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1-1. </a:t>
            </a:r>
            <a:r>
              <a:rPr lang="ko-KR" altLang="en-US" sz="1600" dirty="0" smtClean="0"/>
              <a:t>지도페이지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384726" y="808076"/>
            <a:ext cx="1175561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view</a:t>
            </a:r>
            <a:endParaRPr lang="ko-KR" altLang="en-US" sz="1600" dirty="0"/>
          </a:p>
        </p:txBody>
      </p:sp>
      <p:pic>
        <p:nvPicPr>
          <p:cNvPr id="25" name="Picture 5" descr="L:\0.Final Project\4.화면디자인\캡쳐\result_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6702" y="1318437"/>
            <a:ext cx="3279809" cy="1580458"/>
          </a:xfrm>
          <a:prstGeom prst="rect">
            <a:avLst/>
          </a:prstGeom>
          <a:noFill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7968" y="3253561"/>
            <a:ext cx="4190954" cy="2892055"/>
          </a:xfrm>
          <a:prstGeom prst="rect">
            <a:avLst/>
          </a:prstGeom>
          <a:noFill/>
          <a:ln w="6350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61874" y="4155557"/>
            <a:ext cx="3667456" cy="2085274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5001955" y="3625703"/>
            <a:ext cx="184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 smtClean="0"/>
              <a:t>하단 코스리스트 </a:t>
            </a:r>
            <a:r>
              <a:rPr lang="en-US" altLang="ko-KR" sz="1400" dirty="0" smtClean="0"/>
              <a:t>Js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472485" y="2736221"/>
            <a:ext cx="1845413" cy="462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 smtClean="0"/>
              <a:t>result.html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560839" y="1383211"/>
            <a:ext cx="448962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Map API </a:t>
            </a:r>
            <a:r>
              <a:rPr lang="ko-KR" altLang="en-US" sz="1400" dirty="0" smtClean="0"/>
              <a:t>활용</a:t>
            </a:r>
            <a:endParaRPr lang="en-US" altLang="ko-KR" sz="1400" dirty="0" smtClean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하단에 해당하는 조건의 코스 리스트가 나타남</a:t>
            </a:r>
            <a:endParaRPr lang="en-US" altLang="ko-KR" sz="1400" dirty="0" smtClean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지도에 </a:t>
            </a:r>
            <a:r>
              <a:rPr lang="ko-KR" altLang="en-US" sz="1400" dirty="0" err="1" smtClean="0"/>
              <a:t>마커</a:t>
            </a:r>
            <a:r>
              <a:rPr lang="ko-KR" altLang="en-US" sz="1400" dirty="0" smtClean="0"/>
              <a:t> 표시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L:\0.Final Project\4.화면디자인\캡쳐\resutl_3_cosinf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6003" y="1319692"/>
            <a:ext cx="3283948" cy="15804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2" y="829342"/>
            <a:ext cx="4489626" cy="51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1-2. </a:t>
            </a:r>
            <a:r>
              <a:rPr lang="ko-KR" altLang="en-US" sz="1600" dirty="0" smtClean="0"/>
              <a:t>우측 사이드 바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384726" y="808076"/>
            <a:ext cx="1175561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view</a:t>
            </a:r>
            <a:endParaRPr lang="ko-KR" altLang="en-US" sz="1600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4"/>
          <a:srcRect t="18698" r="56743" b="38296"/>
          <a:stretch>
            <a:fillRect/>
          </a:stretch>
        </p:blipFill>
        <p:spPr bwMode="auto">
          <a:xfrm>
            <a:off x="5525392" y="4113829"/>
            <a:ext cx="3352799" cy="2042428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5"/>
          <a:srcRect r="18997" b="52206"/>
          <a:stretch>
            <a:fillRect/>
          </a:stretch>
        </p:blipFill>
        <p:spPr bwMode="auto">
          <a:xfrm>
            <a:off x="457200" y="3030281"/>
            <a:ext cx="4935535" cy="2009553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72485" y="2470409"/>
            <a:ext cx="1845413" cy="462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 smtClean="0"/>
              <a:t>result.html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60839" y="1393844"/>
            <a:ext cx="44896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하단 코스박스 클릭 시 우측 사이드 바가 나타남</a:t>
            </a:r>
            <a:endParaRPr lang="en-US" altLang="ko-KR" sz="1400" dirty="0" smtClean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우측 사이드 바를 제외 음영처리</a:t>
            </a:r>
            <a:endParaRPr lang="en-US" altLang="ko-KR" sz="14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766149" y="3608091"/>
            <a:ext cx="1845413" cy="462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 smtClean="0"/>
              <a:t>Script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L:\0.Final Project\4.화면디자인\캡쳐\resutl_3_cosinf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6003" y="1319692"/>
            <a:ext cx="3283948" cy="15804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384726" y="808076"/>
            <a:ext cx="1175561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view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472485" y="790456"/>
            <a:ext cx="1845413" cy="462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 smtClean="0"/>
              <a:t>cos_info.html</a:t>
            </a:r>
            <a:endParaRPr lang="ko-KR" altLang="en-US" sz="1400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6598" y="1354876"/>
            <a:ext cx="4592679" cy="3674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62668" y="4167963"/>
            <a:ext cx="3149628" cy="240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L:\0.Final Project\4.화면디자인\캡쳐\result_4_content_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6220" y="1329253"/>
            <a:ext cx="3292499" cy="15804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2" y="829342"/>
            <a:ext cx="448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2. </a:t>
            </a:r>
            <a:r>
              <a:rPr lang="ko-KR" altLang="en-US" sz="1600" dirty="0" smtClean="0"/>
              <a:t>상세페이지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384726" y="808076"/>
            <a:ext cx="1175561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view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472485" y="2193967"/>
            <a:ext cx="1845413" cy="462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 smtClean="0"/>
              <a:t>content</a:t>
            </a:r>
            <a:r>
              <a:rPr lang="en-US" altLang="ko-KR" sz="1400" dirty="0" smtClean="0"/>
              <a:t>.html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60839" y="1393844"/>
            <a:ext cx="44896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상세보기 버튼 클릭 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상세페이지로 이동</a:t>
            </a:r>
            <a:endParaRPr lang="en-US" altLang="ko-KR" sz="1400" dirty="0" smtClean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 </a:t>
            </a:r>
            <a:r>
              <a:rPr lang="ko-KR" altLang="en-US" sz="1400" dirty="0" err="1" smtClean="0"/>
              <a:t>블로그</a:t>
            </a:r>
            <a:r>
              <a:rPr lang="ko-KR" altLang="en-US" sz="1400" dirty="0" smtClean="0"/>
              <a:t> 형식의 상세페이지 구현</a:t>
            </a:r>
            <a:endParaRPr lang="en-US" altLang="ko-KR" sz="1400" dirty="0" smtClean="0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1866" y="2732568"/>
            <a:ext cx="4728222" cy="3255004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5" name="Picture 5" descr="L:\0.Final Project\4.화면디자인\캡쳐\result_4_content_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5001" y="1341585"/>
            <a:ext cx="3275440" cy="15804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151640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프런트엔</a:t>
            </a:r>
            <a:r>
              <a:rPr lang="ko-KR" altLang="en-US" dirty="0" err="1" smtClean="0"/>
              <a:t>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59455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2" y="829342"/>
            <a:ext cx="448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2. </a:t>
            </a:r>
            <a:r>
              <a:rPr lang="ko-KR" altLang="en-US" sz="1600" dirty="0" smtClean="0"/>
              <a:t>상세페이지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384726" y="808076"/>
            <a:ext cx="1175561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view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60839" y="1393844"/>
            <a:ext cx="44896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상세보기 버튼 클릭 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상세페이지로 이동</a:t>
            </a:r>
            <a:endParaRPr lang="en-US" altLang="ko-KR" sz="1400" dirty="0" smtClean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400" dirty="0" smtClean="0"/>
              <a:t>  </a:t>
            </a:r>
            <a:r>
              <a:rPr lang="ko-KR" altLang="en-US" sz="1400" dirty="0" err="1" smtClean="0"/>
              <a:t>블로그</a:t>
            </a:r>
            <a:r>
              <a:rPr lang="ko-KR" altLang="en-US" sz="1400" dirty="0" smtClean="0"/>
              <a:t> 형식의 상세페이지 구현</a:t>
            </a:r>
            <a:endParaRPr lang="en-US" altLang="ko-KR" sz="14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13651" y="2385331"/>
            <a:ext cx="3271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 err="1" smtClean="0"/>
              <a:t>스크롤업시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탑 고정 </a:t>
            </a:r>
            <a:r>
              <a:rPr lang="en-US" altLang="ko-KR" sz="1400" dirty="0" smtClean="0"/>
              <a:t>Script</a:t>
            </a:r>
            <a:endParaRPr lang="ko-KR" altLang="en-US" sz="1400" dirty="0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7362" y="2968479"/>
            <a:ext cx="4344248" cy="3331896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3" y="355603"/>
            <a:ext cx="1101735" cy="333173"/>
          </a:xfrm>
        </p:spPr>
        <p:txBody>
          <a:bodyPr/>
          <a:lstStyle/>
          <a:p>
            <a:r>
              <a:rPr lang="ko-KR" altLang="en-US" dirty="0" smtClean="0"/>
              <a:t>수행역</a:t>
            </a:r>
            <a:r>
              <a:rPr lang="ko-KR" altLang="en-US" dirty="0" smtClean="0"/>
              <a:t>할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36156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ko-KR" altLang="en-US" dirty="0" err="1" smtClean="0"/>
              <a:t>백부분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65027" y="3456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 smtClean="0"/>
              <a:t>백엔드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39242" y="3883152"/>
            <a:ext cx="2172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dirty="0" smtClean="0"/>
              <a:t>Model 1,2 + Spring Tiles</a:t>
            </a:r>
            <a:endParaRPr lang="en-US" altLang="ko-KR" sz="1600" dirty="0" smtClean="0"/>
          </a:p>
        </p:txBody>
      </p:sp>
      <p:pic>
        <p:nvPicPr>
          <p:cNvPr id="10251" name="Picture 11" descr="C:\Users\kitcoop\Downloads\icn\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90808" y="1552766"/>
            <a:ext cx="1625600" cy="162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8114" y="1679944"/>
            <a:ext cx="2719197" cy="4411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Model 1, Model2</a:t>
            </a:r>
            <a:r>
              <a:rPr lang="ko-KR" altLang="en-US" sz="1600" dirty="0" smtClean="0"/>
              <a:t>를 활용하여 </a:t>
            </a:r>
            <a:r>
              <a:rPr lang="en-US" altLang="ko-KR" sz="1600" dirty="0" smtClean="0"/>
              <a:t>DB, </a:t>
            </a:r>
            <a:r>
              <a:rPr lang="ko-KR" altLang="en-US" sz="1600" dirty="0" smtClean="0"/>
              <a:t>동적 페이지 구현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427258" y="808076"/>
            <a:ext cx="1175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Work Tool</a:t>
            </a:r>
            <a:endParaRPr lang="ko-KR" altLang="en-US" sz="1600" dirty="0"/>
          </a:p>
        </p:txBody>
      </p:sp>
      <p:pic>
        <p:nvPicPr>
          <p:cNvPr id="31750" name="Picture 6" descr="C:\Users\kitcoop\Downloads\brackets-editor-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91746" y="978193"/>
            <a:ext cx="1162355" cy="664203"/>
          </a:xfrm>
          <a:prstGeom prst="rect">
            <a:avLst/>
          </a:prstGeom>
          <a:noFill/>
        </p:spPr>
      </p:pic>
      <p:pic>
        <p:nvPicPr>
          <p:cNvPr id="31751" name="Picture 7" descr="C:\Users\kitcoop\Downloads\logo-800x188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20540" y="1138539"/>
            <a:ext cx="1226288" cy="288178"/>
          </a:xfrm>
          <a:prstGeom prst="rect">
            <a:avLst/>
          </a:prstGeom>
          <a:noFill/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96578" y="1778217"/>
            <a:ext cx="2647691" cy="4174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직사각형 20"/>
          <p:cNvSpPr/>
          <p:nvPr/>
        </p:nvSpPr>
        <p:spPr>
          <a:xfrm>
            <a:off x="2817629" y="2381693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Controller</a:t>
            </a:r>
            <a:r>
              <a:rPr lang="ko-KR" altLang="en-US" sz="1200" dirty="0" smtClean="0">
                <a:solidFill>
                  <a:schemeClr val="bg1"/>
                </a:solidFill>
              </a:rPr>
              <a:t> 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793620" y="4178595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View</a:t>
            </a:r>
            <a:r>
              <a:rPr lang="ko-KR" altLang="en-US" sz="1200" dirty="0" smtClean="0">
                <a:solidFill>
                  <a:schemeClr val="bg1"/>
                </a:solidFill>
              </a:rPr>
              <a:t> 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817629" y="4857760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Model</a:t>
            </a:r>
            <a:r>
              <a:rPr lang="ko-KR" altLang="en-US" sz="1200" dirty="0" smtClean="0">
                <a:solidFill>
                  <a:schemeClr val="bg1"/>
                </a:solidFill>
              </a:rPr>
              <a:t> 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플로우차트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8914" name="Picture 2" descr="L:\0.Final Project\4.화면디자인\캡쳐\서비스플로우.jpg"/>
          <p:cNvPicPr>
            <a:picLocks noChangeAspect="1" noChangeArrowheads="1"/>
          </p:cNvPicPr>
          <p:nvPr/>
        </p:nvPicPr>
        <p:blipFill>
          <a:blip r:embed="rId3"/>
          <a:srcRect r="34817" b="58557"/>
          <a:stretch>
            <a:fillRect/>
          </a:stretch>
        </p:blipFill>
        <p:spPr bwMode="auto">
          <a:xfrm>
            <a:off x="1684817" y="1657954"/>
            <a:ext cx="4354475" cy="44264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플로우차트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5" name="Picture 2" descr="L:\0.Final Project\4.화면디자인\캡쳐\서비스플로우.jpg"/>
          <p:cNvPicPr>
            <a:picLocks noChangeAspect="1" noChangeArrowheads="1"/>
          </p:cNvPicPr>
          <p:nvPr/>
        </p:nvPicPr>
        <p:blipFill>
          <a:blip r:embed="rId3"/>
          <a:srcRect t="39527" r="156" b="27222"/>
          <a:stretch>
            <a:fillRect/>
          </a:stretch>
        </p:blipFill>
        <p:spPr bwMode="auto">
          <a:xfrm>
            <a:off x="709056" y="1690578"/>
            <a:ext cx="6669940" cy="35512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3861" y="1538630"/>
            <a:ext cx="7445227" cy="489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</a:t>
            </a:r>
            <a:r>
              <a:rPr lang="ko-KR" altLang="en-US" sz="1600" dirty="0" smtClean="0"/>
              <a:t>액션태그를 사용하여 레이아웃 구현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635257" y="1775637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Login </a:t>
            </a:r>
            <a:r>
              <a:rPr lang="ko-KR" altLang="en-US" sz="1200" dirty="0" smtClean="0">
                <a:solidFill>
                  <a:schemeClr val="bg1"/>
                </a:solidFill>
              </a:rPr>
              <a:t>페이지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718653" y="3636335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고정 좌측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사이드바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127053" y="1754373"/>
            <a:ext cx="4242390" cy="4678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127053" y="5572140"/>
            <a:ext cx="4242390" cy="4678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199322" y="5548876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Body </a:t>
            </a:r>
            <a:r>
              <a:rPr lang="ko-KR" altLang="en-US" sz="1200" dirty="0" smtClean="0">
                <a:solidFill>
                  <a:schemeClr val="bg1"/>
                </a:solidFill>
              </a:rPr>
              <a:t>부분으로 실질적으로 페이지가 이동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595" y="1754372"/>
            <a:ext cx="3137336" cy="44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94579" y="1754372"/>
            <a:ext cx="3015497" cy="2894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33965" y="1754372"/>
            <a:ext cx="3017510" cy="438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지도 페이지 구현 과정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368139" y="1594884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CouseDTO.java</a:t>
            </a:r>
            <a:endParaRPr lang="ko-KR" altLang="en-US" sz="1400" dirty="0"/>
          </a:p>
        </p:txBody>
      </p:sp>
      <p:sp>
        <p:nvSpPr>
          <p:cNvPr id="17" name="직사각형 16"/>
          <p:cNvSpPr/>
          <p:nvPr/>
        </p:nvSpPr>
        <p:spPr>
          <a:xfrm>
            <a:off x="4285004" y="1566530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CoslocDTO.java</a:t>
            </a:r>
            <a:endParaRPr lang="ko-KR" altLang="en-US" sz="1400" dirty="0"/>
          </a:p>
        </p:txBody>
      </p:sp>
      <p:sp>
        <p:nvSpPr>
          <p:cNvPr id="19" name="직사각형 18"/>
          <p:cNvSpPr/>
          <p:nvPr/>
        </p:nvSpPr>
        <p:spPr>
          <a:xfrm>
            <a:off x="7286644" y="1566530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MapDTO.java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3045" y="1480492"/>
            <a:ext cx="5719653" cy="4934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지도 페이지 구현 과정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073890" y="2785731"/>
            <a:ext cx="5029198" cy="7442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539565" y="2477386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DB</a:t>
            </a:r>
            <a:r>
              <a:rPr lang="ko-KR" altLang="en-US" sz="1200" dirty="0" smtClean="0">
                <a:solidFill>
                  <a:schemeClr val="bg1"/>
                </a:solidFill>
              </a:rPr>
              <a:t>연결 및 데이터 조회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73890" y="3608425"/>
            <a:ext cx="5029198" cy="14845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613992" y="4336764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조회한 데이터 불러오기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855080" y="1467293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CouseDAO.java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620" y="1512755"/>
            <a:ext cx="5675793" cy="499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지도 페이지 구현 과정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29342" y="2828261"/>
            <a:ext cx="5231216" cy="1073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879807" y="2519916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DB</a:t>
            </a:r>
            <a:r>
              <a:rPr lang="ko-KR" altLang="en-US" sz="1200" dirty="0" smtClean="0">
                <a:solidFill>
                  <a:schemeClr val="bg1"/>
                </a:solidFill>
              </a:rPr>
              <a:t>연결 및 데이터 조회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82503" y="3969933"/>
            <a:ext cx="5241849" cy="13569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943601" y="4272969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조회한 데이터 불러오기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855080" y="1467293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CouseDAO.java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지도 페이지 구현 과정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190" y="1616148"/>
            <a:ext cx="4178755" cy="4730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직사각형 19"/>
          <p:cNvSpPr/>
          <p:nvPr/>
        </p:nvSpPr>
        <p:spPr>
          <a:xfrm>
            <a:off x="3101248" y="1435395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Result.jsp</a:t>
            </a:r>
            <a:endParaRPr lang="ko-KR" altLang="en-US" sz="1400" dirty="0"/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/>
          <a:srcRect r="8378"/>
          <a:stretch>
            <a:fillRect/>
          </a:stretch>
        </p:blipFill>
        <p:spPr bwMode="auto">
          <a:xfrm>
            <a:off x="4716315" y="1743740"/>
            <a:ext cx="4236299" cy="3476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L:\0.Final Project\4.화면디자인\캡쳐\result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3317" y="1573619"/>
            <a:ext cx="8102657" cy="3904468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지도 페이지 구현 과정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7834" y="4912241"/>
            <a:ext cx="8176436" cy="62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901071" y="4326132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조회한 데이터 불러오기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994382" y="1180214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smtClean="0"/>
              <a:t>view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L:\0.Final Project\4.화면디자인\캡쳐\resutl_3_cosinf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576" y="1584250"/>
            <a:ext cx="8116363" cy="3906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Model 1, Model 2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지도 페이지 구현 과정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7834" y="1509823"/>
            <a:ext cx="2169040" cy="409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530550" y="2805676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조회한 데이터 불러오기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994382" y="1180214"/>
            <a:ext cx="129394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 smtClean="0"/>
              <a:t>view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8161" y="1574967"/>
            <a:ext cx="2921848" cy="479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0595" y="1850065"/>
            <a:ext cx="2825166" cy="431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Spring</a:t>
            </a:r>
            <a:r>
              <a:rPr lang="en-US" altLang="ko-KR" dirty="0" smtClean="0"/>
              <a:t>, Tiles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1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Spring </a:t>
            </a:r>
            <a:r>
              <a:rPr lang="ko-KR" altLang="en-US" sz="1600" dirty="0" smtClean="0"/>
              <a:t>프레임워크 활용하여 구</a:t>
            </a:r>
            <a:r>
              <a:rPr lang="ko-KR" altLang="en-US" sz="1600" dirty="0" smtClean="0"/>
              <a:t>현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033314" y="808076"/>
            <a:ext cx="1175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Work Tool</a:t>
            </a:r>
            <a:endParaRPr lang="ko-KR" altLang="en-US" sz="1600" dirty="0"/>
          </a:p>
        </p:txBody>
      </p:sp>
      <p:pic>
        <p:nvPicPr>
          <p:cNvPr id="31751" name="Picture 7" descr="C:\Users\kitcoop\Downloads\logo-800x188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26596" y="1138539"/>
            <a:ext cx="1226288" cy="288178"/>
          </a:xfrm>
          <a:prstGeom prst="rect">
            <a:avLst/>
          </a:prstGeom>
          <a:noFill/>
        </p:spPr>
      </p:pic>
      <p:sp>
        <p:nvSpPr>
          <p:cNvPr id="21" name="직사각형 20"/>
          <p:cNvSpPr/>
          <p:nvPr/>
        </p:nvSpPr>
        <p:spPr>
          <a:xfrm>
            <a:off x="2934587" y="2424224"/>
            <a:ext cx="1786270" cy="1031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Model,</a:t>
            </a:r>
          </a:p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Controller,</a:t>
            </a:r>
          </a:p>
          <a:p>
            <a:pPr algn="ctr"/>
            <a:r>
              <a:rPr lang="en-US" altLang="ko-KR" sz="1200" dirty="0" err="1" smtClean="0">
                <a:solidFill>
                  <a:schemeClr val="bg1"/>
                </a:solidFill>
              </a:rPr>
              <a:t>Mybatis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설</a:t>
            </a:r>
            <a:r>
              <a:rPr lang="ko-KR" altLang="en-US" sz="1200" dirty="0" smtClean="0">
                <a:solidFill>
                  <a:schemeClr val="bg1"/>
                </a:solidFill>
              </a:rPr>
              <a:t>정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792541" y="2732567"/>
            <a:ext cx="1786270" cy="4359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View</a:t>
            </a:r>
            <a:r>
              <a:rPr lang="ko-KR" altLang="en-US" sz="1200" dirty="0" smtClean="0">
                <a:solidFill>
                  <a:schemeClr val="bg1"/>
                </a:solidFill>
              </a:rPr>
              <a:t> 단 구현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192" y="1569152"/>
            <a:ext cx="3006725" cy="425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Spring</a:t>
            </a:r>
            <a:r>
              <a:rPr lang="en-US" altLang="ko-KR" dirty="0" smtClean="0"/>
              <a:t>, Tiles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Spring Tiles</a:t>
            </a:r>
            <a:r>
              <a:rPr lang="ko-KR" altLang="en-US" sz="1600" dirty="0" smtClean="0"/>
              <a:t>로 레이아웃 설정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87849" y="2477386"/>
            <a:ext cx="4973380" cy="2486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3768578" y="2130172"/>
            <a:ext cx="184541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dispatcher-servlet.xml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Spring</a:t>
            </a:r>
            <a:r>
              <a:rPr lang="en-US" altLang="ko-KR" dirty="0" smtClean="0"/>
              <a:t>, Tiles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Tiles</a:t>
            </a:r>
            <a:r>
              <a:rPr lang="ko-KR" altLang="en-US" sz="1600" dirty="0" smtClean="0"/>
              <a:t>  레이아웃 설정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174" y="1441907"/>
            <a:ext cx="6850026" cy="4558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직사각형 12"/>
          <p:cNvSpPr/>
          <p:nvPr/>
        </p:nvSpPr>
        <p:spPr>
          <a:xfrm>
            <a:off x="467834" y="1520457"/>
            <a:ext cx="6868631" cy="18394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666615" y="1285220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기본 레이아웃 설정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7834" y="3449923"/>
            <a:ext cx="6868631" cy="856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018028" y="3544295"/>
            <a:ext cx="2775098" cy="104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Body</a:t>
            </a:r>
            <a:r>
              <a:rPr lang="ko-KR" altLang="en-US" sz="1200" dirty="0" smtClean="0">
                <a:solidFill>
                  <a:schemeClr val="bg1"/>
                </a:solidFill>
              </a:rPr>
              <a:t>에 들어갈 페이지를 와일드카드로 설정하여 </a:t>
            </a:r>
            <a:r>
              <a:rPr lang="en-US" altLang="ko-KR" sz="1200" dirty="0" smtClean="0">
                <a:solidFill>
                  <a:schemeClr val="bg1"/>
                </a:solidFill>
              </a:rPr>
              <a:t>Controller</a:t>
            </a:r>
            <a:r>
              <a:rPr lang="ko-KR" altLang="en-US" sz="1200" dirty="0" smtClean="0">
                <a:solidFill>
                  <a:schemeClr val="bg1"/>
                </a:solidFill>
              </a:rPr>
              <a:t>에서 반환값을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매개변수로 받는</a:t>
            </a:r>
            <a:r>
              <a:rPr lang="ko-KR" altLang="en-US" sz="1200" dirty="0" smtClean="0">
                <a:solidFill>
                  <a:schemeClr val="bg1"/>
                </a:solidFill>
              </a:rPr>
              <a:t>다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 b="45670"/>
          <a:stretch>
            <a:fillRect/>
          </a:stretch>
        </p:blipFill>
        <p:spPr bwMode="auto">
          <a:xfrm>
            <a:off x="287264" y="1329070"/>
            <a:ext cx="6542961" cy="222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874" y="3268085"/>
            <a:ext cx="4442080" cy="327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3"/>
            <a:ext cx="889085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백엔드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97933" y="400378"/>
            <a:ext cx="3228445" cy="245799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en-US" altLang="ko-KR" dirty="0" smtClean="0"/>
              <a:t>Spring</a:t>
            </a:r>
            <a:r>
              <a:rPr lang="en-US" altLang="ko-KR" dirty="0" smtClean="0"/>
              <a:t>, Tiles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471" y="829342"/>
            <a:ext cx="4744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/>
              <a:t>- Tiles</a:t>
            </a:r>
            <a:r>
              <a:rPr lang="ko-KR" altLang="en-US" sz="1600" dirty="0" smtClean="0"/>
              <a:t>  레이아웃 설정</a:t>
            </a:r>
            <a:endParaRPr lang="ko-KR" altLang="en-US" sz="1600" dirty="0"/>
          </a:p>
        </p:txBody>
      </p:sp>
      <p:sp>
        <p:nvSpPr>
          <p:cNvPr id="12290" name="AutoShape 2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AutoShape 4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4" name="AutoShape 6" descr="포토샵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61508" y="2519916"/>
            <a:ext cx="3785190" cy="574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423145" y="2529229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기본 </a:t>
            </a:r>
            <a:r>
              <a:rPr lang="en-US" altLang="ko-KR" sz="1200" dirty="0" smtClean="0">
                <a:solidFill>
                  <a:schemeClr val="bg1"/>
                </a:solidFill>
              </a:rPr>
              <a:t>CSS, Script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82774" y="3508744"/>
            <a:ext cx="3763924" cy="606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82774" y="4357694"/>
            <a:ext cx="3763924" cy="606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82774" y="5214950"/>
            <a:ext cx="3763924" cy="606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423145" y="3516395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Login </a:t>
            </a:r>
            <a:r>
              <a:rPr lang="ko-KR" altLang="en-US" sz="1200" dirty="0" smtClean="0">
                <a:solidFill>
                  <a:schemeClr val="bg1"/>
                </a:solidFill>
              </a:rPr>
              <a:t>페이지 설정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423145" y="4429132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좌측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사이드바</a:t>
            </a:r>
            <a:r>
              <a:rPr lang="ko-KR" altLang="en-US" sz="1200" dirty="0" smtClean="0">
                <a:solidFill>
                  <a:schemeClr val="bg1"/>
                </a:solidFill>
              </a:rPr>
              <a:t> 설정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23145" y="5214950"/>
            <a:ext cx="1977655" cy="5010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</a:rPr>
              <a:t>Content </a:t>
            </a:r>
            <a:r>
              <a:rPr lang="ko-KR" altLang="en-US" sz="1200" smtClean="0">
                <a:solidFill>
                  <a:schemeClr val="bg1"/>
                </a:solidFill>
              </a:rPr>
              <a:t>부분 설정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3696</TotalTime>
  <Words>660</Words>
  <Application>Microsoft Office PowerPoint</Application>
  <PresentationFormat>화면 슬라이드 쇼(4:3)</PresentationFormat>
  <Paragraphs>249</Paragraphs>
  <Slides>28</Slides>
  <Notes>23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Office 테마</vt:lpstr>
      <vt:lpstr>슬라이드 1</vt:lpstr>
      <vt:lpstr>Document History</vt:lpstr>
      <vt:lpstr>프로젝트 일정</vt:lpstr>
      <vt:lpstr>업무분담</vt:lpstr>
      <vt:lpstr>수행역할</vt:lpstr>
      <vt:lpstr>프런트엔드</vt:lpstr>
      <vt:lpstr>프런트엔드</vt:lpstr>
      <vt:lpstr>프런트엔드</vt:lpstr>
      <vt:lpstr>프런트엔드</vt:lpstr>
      <vt:lpstr>프런트엔드</vt:lpstr>
      <vt:lpstr>프런트엔드</vt:lpstr>
      <vt:lpstr>프런트엔드</vt:lpstr>
      <vt:lpstr>수행역할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백엔드</vt:lpstr>
      <vt:lpstr>슬라이드 28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441</cp:revision>
  <dcterms:created xsi:type="dcterms:W3CDTF">2017-07-23T05:44:46Z</dcterms:created>
  <dcterms:modified xsi:type="dcterms:W3CDTF">2017-10-18T09:29:37Z</dcterms:modified>
</cp:coreProperties>
</file>