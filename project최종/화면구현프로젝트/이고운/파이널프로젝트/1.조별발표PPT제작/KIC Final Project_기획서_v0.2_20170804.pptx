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82" r:id="rId3"/>
    <p:sldId id="279" r:id="rId4"/>
    <p:sldId id="283" r:id="rId5"/>
    <p:sldId id="287" r:id="rId6"/>
    <p:sldId id="288" r:id="rId7"/>
    <p:sldId id="289" r:id="rId8"/>
    <p:sldId id="290" r:id="rId9"/>
    <p:sldId id="291" r:id="rId10"/>
    <p:sldId id="294" r:id="rId11"/>
    <p:sldId id="292" r:id="rId12"/>
    <p:sldId id="295" r:id="rId13"/>
    <p:sldId id="296" r:id="rId14"/>
    <p:sldId id="293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="" xmlns:p15="http://schemas.microsoft.com/office/powerpoint/2012/main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43" autoAdjust="0"/>
    <p:restoredTop sz="86257" autoAdjust="0"/>
  </p:normalViewPr>
  <p:slideViewPr>
    <p:cSldViewPr snapToGrid="0">
      <p:cViewPr varScale="1">
        <p:scale>
          <a:sx n="78" d="100"/>
          <a:sy n="78" d="100"/>
        </p:scale>
        <p:origin x="-186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크게 회원관리과 여행관리 테이블로 분류됨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정규화와 제 </a:t>
            </a:r>
            <a:r>
              <a:rPr lang="en-US" altLang="ko-KR" dirty="0" smtClean="0"/>
              <a:t>2</a:t>
            </a:r>
            <a:r>
              <a:rPr lang="ko-KR" altLang="en-US" dirty="0" smtClean="0"/>
              <a:t>정규화를 거쳐 회원정보와 찜 목록</a:t>
            </a:r>
            <a:r>
              <a:rPr lang="ko-KR" altLang="en-US" baseline="0" dirty="0" smtClean="0"/>
              <a:t> 테이블을 분리</a:t>
            </a:r>
            <a:endParaRPr lang="en-US" altLang="ko-KR" baseline="0" dirty="0" smtClean="0"/>
          </a:p>
          <a:p>
            <a:r>
              <a:rPr lang="ko-KR" altLang="en-US" baseline="0" dirty="0" smtClean="0"/>
              <a:t>찜 목록에 들어가는 </a:t>
            </a:r>
            <a:r>
              <a:rPr lang="ko-KR" altLang="en-US" baseline="0" dirty="0" err="1" smtClean="0"/>
              <a:t>코스컬럼이</a:t>
            </a:r>
            <a:r>
              <a:rPr lang="ko-KR" altLang="en-US" baseline="0" dirty="0" smtClean="0"/>
              <a:t> 또한 테이블이 있어 </a:t>
            </a:r>
            <a:r>
              <a:rPr lang="ko-KR" altLang="en-US" baseline="0" dirty="0" err="1" smtClean="0"/>
              <a:t>다대다</a:t>
            </a:r>
            <a:r>
              <a:rPr lang="ko-KR" altLang="en-US" baseline="0" dirty="0" smtClean="0"/>
              <a:t> 관계가 된다</a:t>
            </a:r>
            <a:r>
              <a:rPr lang="en-US" altLang="ko-KR" baseline="0" dirty="0" smtClean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심플하면서 직관적인 </a:t>
            </a:r>
            <a:r>
              <a:rPr lang="ko-KR" altLang="en-US" dirty="0" err="1" smtClean="0"/>
              <a:t>인트로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 smtClean="0"/>
              <a:t>팝업형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페이지형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GUI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자료 </a:t>
            </a:r>
            <a:r>
              <a:rPr lang="ko-KR" altLang="en-US" baseline="0" dirty="0" err="1" smtClean="0"/>
              <a:t>서치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슬라이드 바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아이콘 등 참고할 만한 디자인 </a:t>
            </a:r>
            <a:r>
              <a:rPr lang="ko-KR" altLang="en-US" baseline="0" dirty="0" err="1" smtClean="0"/>
              <a:t>서치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="" xmlns:p14="http://schemas.microsoft.com/office/powerpoint/2010/main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2017-08-04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oo.gl/6naEcS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solidFill>
                  <a:schemeClr val="bg1"/>
                </a:solidFill>
                <a:latin typeface="+mj-ea"/>
                <a:ea typeface="+mj-ea"/>
              </a:rPr>
              <a:t>KIC Final Project</a:t>
            </a:r>
            <a:endParaRPr lang="ko-KR" altLang="en-US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#2.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 </a:t>
            </a:r>
            <a:r>
              <a:rPr lang="en-US" altLang="ko-KR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DB</a:t>
            </a:r>
            <a:r>
              <a:rPr lang="ko-KR" altLang="en-US" sz="1400" b="1" kern="0" dirty="0" smtClean="0">
                <a:solidFill>
                  <a:schemeClr val="bg1"/>
                </a:solidFill>
                <a:latin typeface="+mn-ea"/>
                <a:cs typeface="나눔고딕"/>
              </a:rPr>
              <a:t> 및 화면 설계</a:t>
            </a:r>
            <a:endParaRPr lang="ko-KR" altLang="en-US" sz="1400" b="1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chemeClr val="bg1"/>
                </a:solidFill>
                <a:latin typeface="+mn-ea"/>
                <a:cs typeface="나눔고딕"/>
              </a:rPr>
              <a:t>2017.08.04</a:t>
            </a:r>
            <a:endParaRPr lang="ko-KR" altLang="en-US" sz="1400" kern="0" dirty="0">
              <a:solidFill>
                <a:schemeClr val="bg1"/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en-US" altLang="ko-KR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Document History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6" name="Group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560043840"/>
              </p:ext>
            </p:extLst>
          </p:nvPr>
        </p:nvGraphicFramePr>
        <p:xfrm>
          <a:off x="426640" y="2072641"/>
          <a:ext cx="8294029" cy="4093150"/>
        </p:xfrm>
        <a:graphic>
          <a:graphicData uri="http://schemas.openxmlformats.org/drawingml/2006/table">
            <a:tbl>
              <a:tblPr/>
              <a:tblGrid>
                <a:gridCol w="898812"/>
                <a:gridCol w="5178205"/>
                <a:gridCol w="1310585"/>
                <a:gridCol w="906427"/>
              </a:tblGrid>
              <a:tr h="469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Version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Updates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Date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Written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 0.1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초안작성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1</a:t>
                      </a:r>
                      <a:r>
                        <a:rPr kumimoji="1" lang="ko-KR" altLang="en-US" sz="11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차발표주제발표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2017.07.23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kumimoji="1" lang="ko-KR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v.0.2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DB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및 화면설계 추가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2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발표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2017.08.03</a:t>
                      </a: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301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4" marB="45724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3281391" y="426655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</a:t>
            </a:r>
            <a:r>
              <a:rPr lang="ko-KR" altLang="en-US" dirty="0" smtClean="0"/>
              <a:t>월 첫째 주 진행상황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278190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3</a:t>
            </a:r>
            <a:r>
              <a:rPr lang="ko-KR" altLang="en-US" dirty="0" smtClean="0"/>
              <a:t>주차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09665" y="345643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DB </a:t>
            </a:r>
            <a:r>
              <a:rPr lang="ko-KR" altLang="en-US" b="1" dirty="0" smtClean="0"/>
              <a:t>설계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3883152"/>
            <a:ext cx="1462260" cy="1498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1600" dirty="0" smtClean="0"/>
              <a:t>1</a:t>
            </a:r>
            <a:r>
              <a:rPr lang="ko-KR" altLang="en-US" sz="1600" dirty="0" smtClean="0"/>
              <a:t>차 </a:t>
            </a:r>
            <a:r>
              <a:rPr lang="en-US" altLang="ko-KR" sz="1600" dirty="0" smtClean="0"/>
              <a:t>DB</a:t>
            </a:r>
            <a:r>
              <a:rPr lang="ko-KR" altLang="en-US" sz="1600" dirty="0" smtClean="0"/>
              <a:t> </a:t>
            </a:r>
            <a:r>
              <a:rPr lang="ko-KR" altLang="en-US" sz="1600" dirty="0" smtClean="0"/>
              <a:t>설계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강사님 피드백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en-US" altLang="ko-KR" sz="1600" dirty="0" smtClean="0"/>
              <a:t>2</a:t>
            </a:r>
            <a:r>
              <a:rPr lang="ko-KR" altLang="en-US" sz="1600" dirty="0" smtClean="0"/>
              <a:t>차 </a:t>
            </a:r>
            <a:r>
              <a:rPr lang="en-US" altLang="ko-KR" sz="1600" dirty="0" smtClean="0"/>
              <a:t>DB </a:t>
            </a:r>
            <a:r>
              <a:rPr lang="ko-KR" altLang="en-US" sz="1600" dirty="0" smtClean="0"/>
              <a:t>설계</a:t>
            </a:r>
            <a:endParaRPr lang="ko-KR" alt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3938234" y="345643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화</a:t>
            </a:r>
            <a:r>
              <a:rPr lang="ko-KR" altLang="en-US" b="1" dirty="0" smtClean="0"/>
              <a:t>면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설계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377183" y="3883152"/>
            <a:ext cx="228299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와이어프레임 스케치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와이어프레임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차 설계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와이어프레임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차 설계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endParaRPr lang="en-US" altLang="ko-KR" sz="16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6835601" y="3456432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자료 </a:t>
            </a:r>
            <a:r>
              <a:rPr lang="ko-KR" altLang="en-US" b="1" dirty="0" err="1" smtClean="0"/>
              <a:t>서치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6330655" y="3883152"/>
            <a:ext cx="2170787" cy="513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화면 디자인 자료 </a:t>
            </a:r>
            <a:r>
              <a:rPr lang="ko-KR" altLang="en-US" sz="1600" dirty="0" err="1" smtClean="0"/>
              <a:t>서치</a:t>
            </a:r>
            <a:endParaRPr lang="en-US" altLang="ko-KR" sz="1600" dirty="0" smtClean="0"/>
          </a:p>
        </p:txBody>
      </p:sp>
      <p:pic>
        <p:nvPicPr>
          <p:cNvPr id="10247" name="Picture 7" descr="C:\Users\kitcoop\Downloads\icn\if_icon-111-search_31447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03248" y="1612710"/>
            <a:ext cx="1625600" cy="1625600"/>
          </a:xfrm>
          <a:prstGeom prst="rect">
            <a:avLst/>
          </a:prstGeom>
          <a:noFill/>
        </p:spPr>
      </p:pic>
      <p:pic>
        <p:nvPicPr>
          <p:cNvPr id="10250" name="Picture 10" descr="C:\Users\kitcoop\Downloads\icn\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4271" y="1748432"/>
            <a:ext cx="1271438" cy="1271438"/>
          </a:xfrm>
          <a:prstGeom prst="rect">
            <a:avLst/>
          </a:prstGeom>
          <a:noFill/>
        </p:spPr>
      </p:pic>
      <p:pic>
        <p:nvPicPr>
          <p:cNvPr id="10251" name="Picture 11" descr="C:\Users\kitcoop\Downloads\icn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7471" y="1552766"/>
            <a:ext cx="1625600" cy="1625600"/>
          </a:xfrm>
          <a:prstGeom prst="rect">
            <a:avLst/>
          </a:prstGeom>
          <a:noFill/>
        </p:spPr>
      </p:pic>
      <p:cxnSp>
        <p:nvCxnSpPr>
          <p:cNvPr id="22" name="직선 연결선 21"/>
          <p:cNvCxnSpPr/>
          <p:nvPr/>
        </p:nvCxnSpPr>
        <p:spPr>
          <a:xfrm>
            <a:off x="2865120" y="1816608"/>
            <a:ext cx="0" cy="35966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6156176" y="1816608"/>
            <a:ext cx="0" cy="35966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DB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217486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_ERD</a:t>
            </a:r>
            <a:endParaRPr lang="ko-KR" alt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 r="800"/>
          <a:stretch>
            <a:fillRect/>
          </a:stretch>
        </p:blipFill>
        <p:spPr bwMode="auto">
          <a:xfrm>
            <a:off x="73153" y="1249259"/>
            <a:ext cx="9070847" cy="5090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 l="550"/>
          <a:stretch>
            <a:fillRect/>
          </a:stretch>
        </p:blipFill>
        <p:spPr bwMode="auto">
          <a:xfrm>
            <a:off x="2804160" y="1333310"/>
            <a:ext cx="5958269" cy="519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DB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15022" y="400378"/>
            <a:ext cx="3228445" cy="245798"/>
          </a:xfrm>
        </p:spPr>
        <p:txBody>
          <a:bodyPr/>
          <a:lstStyle/>
          <a:p>
            <a:r>
              <a:rPr lang="en-US" altLang="ko-KR" smtClean="0"/>
              <a:t>_ </a:t>
            </a:r>
            <a:r>
              <a:rPr lang="ko-KR" altLang="en-US" dirty="0" smtClean="0"/>
              <a:t>회원관리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10528" y="1267968"/>
            <a:ext cx="1560576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4</a:t>
            </a:r>
            <a:r>
              <a:rPr lang="ko-KR" altLang="en-US" b="1" dirty="0" smtClean="0"/>
              <a:t>차 정규화</a:t>
            </a:r>
            <a:endParaRPr lang="ko-KR" alt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02336" y="4194048"/>
            <a:ext cx="5315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제</a:t>
            </a:r>
            <a:r>
              <a:rPr lang="en-US" altLang="ko-KR" sz="1600" dirty="0" smtClean="0"/>
              <a:t>1,2 </a:t>
            </a:r>
            <a:r>
              <a:rPr lang="ko-KR" altLang="en-US" sz="1600" dirty="0" smtClean="0"/>
              <a:t>정규화를 거처 회원가입과 찜 목록 테이블을 분리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코스에 대한 상세 정보 테이블 생성</a:t>
            </a:r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ko-KR" altLang="en-US" sz="1600" dirty="0" smtClean="0"/>
              <a:t>찜 목록</a:t>
            </a:r>
            <a:r>
              <a:rPr lang="ko-KR" altLang="en-US" sz="1600" dirty="0" smtClean="0"/>
              <a:t>은</a:t>
            </a:r>
            <a:r>
              <a:rPr lang="ko-KR" altLang="en-US" sz="1600" dirty="0" smtClean="0"/>
              <a:t> 회원과 코스 정보를 모두 포함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다 대 다 관계</a:t>
            </a:r>
            <a:r>
              <a:rPr lang="en-US" altLang="ko-KR" sz="1600" dirty="0" smtClean="0"/>
              <a:t>)</a:t>
            </a:r>
          </a:p>
          <a:p>
            <a:r>
              <a:rPr lang="en-US" altLang="ko-KR" sz="1600" dirty="0" smtClean="0"/>
              <a:t>4</a:t>
            </a:r>
            <a:r>
              <a:rPr lang="ko-KR" altLang="en-US" sz="1600" dirty="0" smtClean="0"/>
              <a:t>차 정규화로 테이블 설계 완료</a:t>
            </a:r>
            <a:endParaRPr lang="en-US" altLang="ko-KR" sz="1600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195072" y="2097024"/>
            <a:ext cx="8897364" cy="4511040"/>
            <a:chOff x="-44405" y="999744"/>
            <a:chExt cx="9100265" cy="4618162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 l="2805" b="5396"/>
            <a:stretch>
              <a:fillRect/>
            </a:stretch>
          </p:blipFill>
          <p:spPr bwMode="auto">
            <a:xfrm>
              <a:off x="-44405" y="999744"/>
              <a:ext cx="9100265" cy="4618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직사각형 7"/>
            <p:cNvSpPr/>
            <p:nvPr/>
          </p:nvSpPr>
          <p:spPr>
            <a:xfrm>
              <a:off x="6778752" y="3547872"/>
              <a:ext cx="2097024" cy="1975104"/>
            </a:xfrm>
            <a:prstGeom prst="rect">
              <a:avLst/>
            </a:prstGeom>
            <a:solidFill>
              <a:srgbClr val="0D0D0D">
                <a:alpha val="85098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86016" y="4145280"/>
              <a:ext cx="16824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 smtClean="0">
                  <a:solidFill>
                    <a:schemeClr val="bg1"/>
                  </a:solidFill>
                </a:rPr>
                <a:t>공공데이터 </a:t>
              </a:r>
              <a:r>
                <a:rPr lang="en-US" altLang="ko-KR" b="1" dirty="0" smtClean="0">
                  <a:solidFill>
                    <a:schemeClr val="bg1"/>
                  </a:solidFill>
                </a:rPr>
                <a:t>API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889248" y="2292096"/>
            <a:ext cx="1560576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4</a:t>
            </a:r>
            <a:r>
              <a:rPr lang="ko-KR" altLang="en-US" b="1" dirty="0" smtClean="0"/>
              <a:t>차 정규화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1920240" y="5980176"/>
            <a:ext cx="1542288" cy="3657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/>
              <a:t>3</a:t>
            </a:r>
            <a:r>
              <a:rPr lang="ko-KR" altLang="en-US" b="1" dirty="0" smtClean="0"/>
              <a:t>차 정규화</a:t>
            </a:r>
            <a:endParaRPr lang="ko-KR" altLang="en-US" b="1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DB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1502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여행코스 관리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72288" y="1053815"/>
            <a:ext cx="6010656" cy="7848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800"/>
              </a:lnSpc>
            </a:pPr>
            <a:r>
              <a:rPr lang="ko-KR" altLang="en-US" sz="1600" dirty="0" smtClean="0"/>
              <a:t>제</a:t>
            </a:r>
            <a:r>
              <a:rPr lang="en-US" altLang="ko-KR" sz="1600" dirty="0" smtClean="0"/>
              <a:t>1,2 </a:t>
            </a:r>
            <a:r>
              <a:rPr lang="ko-KR" altLang="en-US" sz="1600" dirty="0" smtClean="0"/>
              <a:t>정규화를 거처 코스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코스에 따른 장소 정보 테이블을 분리</a:t>
            </a:r>
            <a:endParaRPr lang="en-US" altLang="ko-KR" sz="1600" dirty="0" smtClean="0"/>
          </a:p>
          <a:p>
            <a:pPr>
              <a:lnSpc>
                <a:spcPts val="1800"/>
              </a:lnSpc>
            </a:pPr>
            <a:endParaRPr lang="en-US" altLang="ko-KR" sz="1600" dirty="0" smtClean="0"/>
          </a:p>
          <a:p>
            <a:pPr>
              <a:lnSpc>
                <a:spcPts val="1800"/>
              </a:lnSpc>
            </a:pPr>
            <a:r>
              <a:rPr lang="ko-KR" altLang="en-US" sz="1600" dirty="0" smtClean="0"/>
              <a:t>제 </a:t>
            </a:r>
            <a:r>
              <a:rPr lang="en-US" altLang="ko-KR" sz="1600" dirty="0" smtClean="0"/>
              <a:t>3 </a:t>
            </a:r>
            <a:r>
              <a:rPr lang="ko-KR" altLang="en-US" sz="1600" dirty="0" smtClean="0"/>
              <a:t>정규화를 거쳐 지도 위치 및 정보와 장소 타입 테이블 분리</a:t>
            </a:r>
            <a:endParaRPr lang="en-US" altLang="ko-KR" sz="16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815328" y="3553735"/>
            <a:ext cx="2121408" cy="5539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1800"/>
              </a:lnSpc>
            </a:pPr>
            <a:r>
              <a:rPr lang="ko-KR" altLang="en-US" sz="1600" dirty="0" smtClean="0"/>
              <a:t>여행지 상세정보</a:t>
            </a:r>
            <a:endParaRPr lang="en-US" altLang="ko-KR" sz="1600" dirty="0" smtClean="0"/>
          </a:p>
          <a:p>
            <a:pPr algn="ctr">
              <a:lnSpc>
                <a:spcPts val="1800"/>
              </a:lnSpc>
            </a:pPr>
            <a:r>
              <a:rPr lang="en-US" altLang="ko-KR" sz="1600" dirty="0" smtClean="0"/>
              <a:t> API</a:t>
            </a:r>
            <a:r>
              <a:rPr lang="ko-KR" altLang="en-US" sz="1600" dirty="0" smtClean="0"/>
              <a:t> 활용 예정</a:t>
            </a:r>
            <a:endParaRPr lang="en-US" altLang="ko-KR" sz="1600" dirty="0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화면 설계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27214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</a:t>
            </a:r>
            <a:r>
              <a:rPr lang="ko-KR" altLang="en-US" dirty="0" smtClean="0"/>
              <a:t>와이어프레임 스케치</a:t>
            </a:r>
            <a:endParaRPr lang="ko-KR" altLang="en-US" dirty="0"/>
          </a:p>
        </p:txBody>
      </p:sp>
      <p:pic>
        <p:nvPicPr>
          <p:cNvPr id="5122" name="Picture 2" descr="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359" y="1391728"/>
            <a:ext cx="3832225" cy="2648183"/>
          </a:xfrm>
          <a:prstGeom prst="rect">
            <a:avLst/>
          </a:prstGeom>
          <a:noFill/>
        </p:spPr>
      </p:pic>
      <p:pic>
        <p:nvPicPr>
          <p:cNvPr id="5124" name="Picture 4" descr="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7327" y="3543616"/>
            <a:ext cx="4145982" cy="2637727"/>
          </a:xfrm>
          <a:prstGeom prst="rect">
            <a:avLst/>
          </a:prstGeom>
          <a:noFill/>
        </p:spPr>
      </p:pic>
      <p:pic>
        <p:nvPicPr>
          <p:cNvPr id="5126" name="Picture 6" descr="3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53406" y="1677924"/>
            <a:ext cx="3936727" cy="26746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화면 설계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27214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_IA </a:t>
            </a:r>
            <a:r>
              <a:rPr lang="ko-KR" altLang="en-US" dirty="0" smtClean="0"/>
              <a:t>및 </a:t>
            </a:r>
            <a:r>
              <a:rPr lang="ko-KR" altLang="en-US" dirty="0" err="1" smtClean="0"/>
              <a:t>프로토타입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3429123" y="6060686"/>
            <a:ext cx="2285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hlinkClick r:id="rId2"/>
              </a:rPr>
              <a:t>https://goo.gl/6naEcS</a:t>
            </a:r>
            <a:endParaRPr lang="ko-KR" altLang="en-US" dirty="0"/>
          </a:p>
        </p:txBody>
      </p:sp>
      <p:pic>
        <p:nvPicPr>
          <p:cNvPr id="28674" name="Picture 2" descr="L:\2017NCS\Final Project\0.서비스설계\와이어프레임\v1\01_IA 축약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2914" y="755887"/>
            <a:ext cx="8268782" cy="50728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다자인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5886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err="1" smtClean="0"/>
              <a:t>인트로</a:t>
            </a:r>
            <a:endParaRPr lang="en-US" altLang="ko-KR" dirty="0" smtClean="0"/>
          </a:p>
        </p:txBody>
      </p:sp>
      <p:pic>
        <p:nvPicPr>
          <p:cNvPr id="29699" name="Picture 3" descr="C:\Users\kitcoop\Downloads\01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3568" y="985479"/>
            <a:ext cx="5244902" cy="2618209"/>
          </a:xfrm>
          <a:prstGeom prst="rect">
            <a:avLst/>
          </a:prstGeom>
          <a:noFill/>
        </p:spPr>
      </p:pic>
      <p:pic>
        <p:nvPicPr>
          <p:cNvPr id="30722" name="Picture 2" descr="C:\Users\kitcoop\Downloads\01-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46167" y="2311397"/>
            <a:ext cx="3827145" cy="3023238"/>
          </a:xfrm>
          <a:prstGeom prst="rect">
            <a:avLst/>
          </a:prstGeom>
          <a:noFill/>
        </p:spPr>
      </p:pic>
      <p:pic>
        <p:nvPicPr>
          <p:cNvPr id="30723" name="Picture 3" descr="C:\Users\kitcoop\Downloads\0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7601" y="3901027"/>
            <a:ext cx="5350447" cy="2586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다자인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5886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메인</a:t>
            </a:r>
            <a:r>
              <a:rPr lang="en-US" altLang="ko-KR" dirty="0" smtClean="0"/>
              <a:t>(</a:t>
            </a:r>
            <a:r>
              <a:rPr lang="ko-KR" altLang="en-US" dirty="0" smtClean="0"/>
              <a:t>지도부분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29698" name="Picture 2" descr="L:\스크랩\FireShot\FireShot Capture 18 - 투어플랜비 - 여행 플래너 - 수많은 장소들과 해야할 일들을 찾고, 평생의 추억이 될만한_ - http___www.tourplanb.com_.png"/>
          <p:cNvPicPr>
            <a:picLocks noChangeAspect="1" noChangeArrowheads="1"/>
          </p:cNvPicPr>
          <p:nvPr/>
        </p:nvPicPr>
        <p:blipFill>
          <a:blip r:embed="rId2" cstate="print"/>
          <a:srcRect r="19888"/>
          <a:stretch>
            <a:fillRect/>
          </a:stretch>
        </p:blipFill>
        <p:spPr bwMode="auto">
          <a:xfrm>
            <a:off x="365633" y="1175716"/>
            <a:ext cx="5539351" cy="3115868"/>
          </a:xfrm>
          <a:prstGeom prst="rect">
            <a:avLst/>
          </a:prstGeom>
          <a:noFill/>
        </p:spPr>
      </p:pic>
      <p:pic>
        <p:nvPicPr>
          <p:cNvPr id="29702" name="Picture 6" descr="C:\Users\kitcoop\Downloads\01 (1)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48416" y="3304033"/>
            <a:ext cx="6344429" cy="30466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1" name="Picture 5" descr="C:\Users\kitcoop\Downloads\03.png"/>
          <p:cNvPicPr>
            <a:picLocks noChangeAspect="1" noChangeArrowheads="1"/>
          </p:cNvPicPr>
          <p:nvPr/>
        </p:nvPicPr>
        <p:blipFill>
          <a:blip r:embed="rId3" cstate="print"/>
          <a:srcRect l="20878" r="3068"/>
          <a:stretch>
            <a:fillRect/>
          </a:stretch>
        </p:blipFill>
        <p:spPr bwMode="auto">
          <a:xfrm>
            <a:off x="4498848" y="3885706"/>
            <a:ext cx="4352544" cy="2576054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다자인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5886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</a:t>
            </a:r>
            <a:r>
              <a:rPr lang="ko-KR" altLang="en-US" dirty="0" smtClean="0"/>
              <a:t>로그인</a:t>
            </a:r>
            <a:r>
              <a:rPr lang="en-US" altLang="ko-KR" dirty="0" smtClean="0"/>
              <a:t>&amp;</a:t>
            </a:r>
            <a:r>
              <a:rPr lang="ko-KR" altLang="en-US" dirty="0" smtClean="0"/>
              <a:t>회원가입</a:t>
            </a:r>
            <a:endParaRPr lang="en-US" altLang="ko-KR" dirty="0" smtClean="0"/>
          </a:p>
        </p:txBody>
      </p:sp>
      <p:pic>
        <p:nvPicPr>
          <p:cNvPr id="29700" name="Picture 4" descr="L:\스크랩\FireShot\bd45465727685f8e2d5ecfed985056ca.jpg"/>
          <p:cNvPicPr>
            <a:picLocks noChangeAspect="1" noChangeArrowheads="1"/>
          </p:cNvPicPr>
          <p:nvPr/>
        </p:nvPicPr>
        <p:blipFill>
          <a:blip r:embed="rId4" cstate="print"/>
          <a:srcRect l="7047" t="7167" r="6319" b="3037"/>
          <a:stretch>
            <a:fillRect/>
          </a:stretch>
        </p:blipFill>
        <p:spPr bwMode="auto">
          <a:xfrm>
            <a:off x="365760" y="1085088"/>
            <a:ext cx="3340608" cy="2596896"/>
          </a:xfrm>
          <a:prstGeom prst="rect">
            <a:avLst/>
          </a:prstGeom>
          <a:noFill/>
        </p:spPr>
      </p:pic>
      <p:pic>
        <p:nvPicPr>
          <p:cNvPr id="31746" name="Picture 2" descr="C:\Users\kitcoop\Downloads\로그인_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77272" y="1121663"/>
            <a:ext cx="3360084" cy="2448433"/>
          </a:xfrm>
          <a:prstGeom prst="rect">
            <a:avLst/>
          </a:prstGeom>
          <a:noFill/>
        </p:spPr>
      </p:pic>
      <p:pic>
        <p:nvPicPr>
          <p:cNvPr id="31747" name="Picture 3" descr="C:\Users\kitcoop\Downloads\02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16484" y="4022620"/>
            <a:ext cx="3889756" cy="24811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다자인 </a:t>
            </a:r>
            <a:r>
              <a:rPr lang="ko-KR" altLang="en-US" dirty="0" err="1" smtClean="0"/>
              <a:t>서치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58862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GUI</a:t>
            </a:r>
          </a:p>
        </p:txBody>
      </p:sp>
      <p:pic>
        <p:nvPicPr>
          <p:cNvPr id="32770" name="Picture 2" descr="C:\Users\kitcoop\Downloads\찜_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3391" y="1353282"/>
            <a:ext cx="3217201" cy="1673191"/>
          </a:xfrm>
          <a:prstGeom prst="rect">
            <a:avLst/>
          </a:prstGeom>
          <a:noFill/>
        </p:spPr>
      </p:pic>
      <p:pic>
        <p:nvPicPr>
          <p:cNvPr id="32771" name="Picture 3" descr="C:\Users\kitcoop\Downloads\02-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4193" y="1673206"/>
            <a:ext cx="2831280" cy="3099581"/>
          </a:xfrm>
          <a:prstGeom prst="rect">
            <a:avLst/>
          </a:prstGeom>
          <a:noFill/>
        </p:spPr>
      </p:pic>
      <p:pic>
        <p:nvPicPr>
          <p:cNvPr id="32772" name="Picture 4" descr="C:\Users\kitcoop\Downloads\바_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943" y="5555171"/>
            <a:ext cx="5897562" cy="666750"/>
          </a:xfrm>
          <a:prstGeom prst="rect">
            <a:avLst/>
          </a:prstGeom>
          <a:noFill/>
        </p:spPr>
      </p:pic>
      <p:pic>
        <p:nvPicPr>
          <p:cNvPr id="32774" name="Picture 6" descr="관련 이미지"/>
          <p:cNvPicPr>
            <a:picLocks noChangeAspect="1" noChangeArrowheads="1"/>
          </p:cNvPicPr>
          <p:nvPr/>
        </p:nvPicPr>
        <p:blipFill>
          <a:blip r:embed="rId6" cstate="print"/>
          <a:srcRect l="34759"/>
          <a:stretch>
            <a:fillRect/>
          </a:stretch>
        </p:blipFill>
        <p:spPr bwMode="auto">
          <a:xfrm>
            <a:off x="341376" y="3276282"/>
            <a:ext cx="2796413" cy="1685926"/>
          </a:xfrm>
          <a:prstGeom prst="rect">
            <a:avLst/>
          </a:prstGeom>
          <a:noFill/>
        </p:spPr>
      </p:pic>
      <p:pic>
        <p:nvPicPr>
          <p:cNvPr id="32776" name="Picture 8" descr="slide menu에 대한 이미지 검색결과"/>
          <p:cNvPicPr>
            <a:picLocks noChangeAspect="1" noChangeArrowheads="1"/>
          </p:cNvPicPr>
          <p:nvPr/>
        </p:nvPicPr>
        <p:blipFill>
          <a:blip r:embed="rId7" cstate="print"/>
          <a:srcRect r="28228"/>
          <a:stretch>
            <a:fillRect/>
          </a:stretch>
        </p:blipFill>
        <p:spPr bwMode="auto">
          <a:xfrm>
            <a:off x="5949696" y="2389159"/>
            <a:ext cx="2913888" cy="30412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51598" y="400378"/>
            <a:ext cx="3228445" cy="245798"/>
          </a:xfrm>
        </p:spPr>
        <p:txBody>
          <a:bodyPr/>
          <a:lstStyle/>
          <a:p>
            <a:r>
              <a:rPr lang="en-US" altLang="ko-KR" dirty="0" smtClean="0"/>
              <a:t>_ 8</a:t>
            </a:r>
            <a:r>
              <a:rPr lang="ko-KR" altLang="en-US" dirty="0" smtClean="0"/>
              <a:t>월 둘째 주</a:t>
            </a:r>
            <a:r>
              <a:rPr lang="en-US" altLang="ko-KR" dirty="0" smtClean="0"/>
              <a:t>(</a:t>
            </a:r>
            <a:r>
              <a:rPr lang="ko-KR" altLang="en-US" dirty="0" smtClean="0"/>
              <a:t>프로젝트 </a:t>
            </a:r>
            <a:r>
              <a:rPr lang="en-US" altLang="ko-KR" dirty="0" smtClean="0"/>
              <a:t>4</a:t>
            </a:r>
            <a:r>
              <a:rPr lang="ko-KR" altLang="en-US" dirty="0" smtClean="0"/>
              <a:t>주차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0049" y="354177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관리자페이지</a:t>
            </a:r>
            <a:endParaRPr lang="ko-KR" alt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52730" y="3968496"/>
            <a:ext cx="2124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관리자용 페이지 구현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4043740" y="3541776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API </a:t>
            </a:r>
            <a:r>
              <a:rPr lang="ko-KR" altLang="en-US" b="1" dirty="0" smtClean="0"/>
              <a:t>분석</a:t>
            </a:r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88862" y="3968496"/>
            <a:ext cx="153279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err="1" smtClean="0"/>
              <a:t>구글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맵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API</a:t>
            </a:r>
          </a:p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공공데이터 </a:t>
            </a:r>
            <a:r>
              <a:rPr lang="en-US" altLang="ko-KR" sz="1600" dirty="0" smtClean="0"/>
              <a:t>API</a:t>
            </a:r>
            <a:endParaRPr lang="en-US" altLang="ko-KR" sz="16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728906" y="35417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/>
              <a:t>플로우차트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643947" y="3968496"/>
            <a:ext cx="15087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회원가입 설계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ko-KR" altLang="en-US" sz="1600" dirty="0" smtClean="0"/>
              <a:t>여행코스 설계</a:t>
            </a:r>
            <a:endParaRPr lang="en-US" altLang="ko-KR" sz="1600" dirty="0" smtClean="0"/>
          </a:p>
          <a:p>
            <a:pPr algn="ctr">
              <a:lnSpc>
                <a:spcPct val="200000"/>
              </a:lnSpc>
            </a:pPr>
            <a:r>
              <a:rPr lang="ko-KR" altLang="en-US" sz="1600" dirty="0" err="1" smtClean="0"/>
              <a:t>찜하기</a:t>
            </a:r>
            <a:r>
              <a:rPr lang="ko-KR" altLang="en-US" sz="1600" dirty="0" smtClean="0"/>
              <a:t> 설계 </a:t>
            </a:r>
            <a:r>
              <a:rPr lang="ko-KR" altLang="en-US" sz="1600" dirty="0" smtClean="0"/>
              <a:t>등</a:t>
            </a:r>
            <a:endParaRPr lang="en-US" altLang="ko-KR" sz="1600" dirty="0" smtClean="0"/>
          </a:p>
        </p:txBody>
      </p:sp>
      <p:cxnSp>
        <p:nvCxnSpPr>
          <p:cNvPr id="12" name="직선 연결선 11"/>
          <p:cNvCxnSpPr/>
          <p:nvPr/>
        </p:nvCxnSpPr>
        <p:spPr>
          <a:xfrm>
            <a:off x="2865120" y="1816608"/>
            <a:ext cx="0" cy="35966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6156176" y="1816608"/>
            <a:ext cx="0" cy="359664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866" name="Picture 2" descr="C:\Users\kitcoop\Downloads\icn\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9760" y="1792765"/>
            <a:ext cx="1348072" cy="1348072"/>
          </a:xfrm>
          <a:prstGeom prst="rect">
            <a:avLst/>
          </a:prstGeom>
          <a:noFill/>
        </p:spPr>
      </p:pic>
      <p:pic>
        <p:nvPicPr>
          <p:cNvPr id="36867" name="Picture 3" descr="C:\Users\kitcoop\Downloads\icn\1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34880" y="1705557"/>
            <a:ext cx="1581584" cy="1581584"/>
          </a:xfrm>
          <a:prstGeom prst="rect">
            <a:avLst/>
          </a:prstGeom>
          <a:noFill/>
        </p:spPr>
      </p:pic>
      <p:pic>
        <p:nvPicPr>
          <p:cNvPr id="36868" name="Picture 4" descr="C:\Users\kitcoop\Downloads\icn\1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576" y="1809989"/>
            <a:ext cx="1452768" cy="1452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2953</TotalTime>
  <Words>339</Words>
  <Application>Microsoft Office PowerPoint</Application>
  <PresentationFormat>화면 슬라이드 쇼(4:3)</PresentationFormat>
  <Paragraphs>111</Paragraphs>
  <Slides>14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슬라이드 1</vt:lpstr>
      <vt:lpstr>Document History</vt:lpstr>
      <vt:lpstr>프로젝트 일정</vt:lpstr>
      <vt:lpstr>8월 첫째 주 진행상황</vt:lpstr>
      <vt:lpstr>DB 설계</vt:lpstr>
      <vt:lpstr>DB 설계</vt:lpstr>
      <vt:lpstr>DB 설계</vt:lpstr>
      <vt:lpstr>화면 설계</vt:lpstr>
      <vt:lpstr>화면 설계</vt:lpstr>
      <vt:lpstr>다자인 서치</vt:lpstr>
      <vt:lpstr>다자인 서치</vt:lpstr>
      <vt:lpstr>다자인 서치</vt:lpstr>
      <vt:lpstr>다자인 서치</vt:lpstr>
      <vt:lpstr>향후 계획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327</cp:revision>
  <dcterms:created xsi:type="dcterms:W3CDTF">2017-07-23T05:44:46Z</dcterms:created>
  <dcterms:modified xsi:type="dcterms:W3CDTF">2017-08-04T05:38:26Z</dcterms:modified>
</cp:coreProperties>
</file>