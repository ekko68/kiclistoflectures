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82" r:id="rId3"/>
    <p:sldId id="279" r:id="rId4"/>
    <p:sldId id="297" r:id="rId5"/>
    <p:sldId id="283" r:id="rId6"/>
    <p:sldId id="294" r:id="rId7"/>
    <p:sldId id="300" r:id="rId8"/>
    <p:sldId id="301" r:id="rId9"/>
    <p:sldId id="298" r:id="rId10"/>
    <p:sldId id="299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="" xmlns:p15="http://schemas.microsoft.com/office/powerpoint/2012/main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843" autoAdjust="0"/>
    <p:restoredTop sz="91813" autoAdjust="0"/>
  </p:normalViewPr>
  <p:slideViewPr>
    <p:cSldViewPr snapToGrid="0">
      <p:cViewPr>
        <p:scale>
          <a:sx n="90" d="100"/>
          <a:sy n="90" d="100"/>
        </p:scale>
        <p:origin x="-1458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="" xmlns:p14="http://schemas.microsoft.com/office/powerpoint/2010/main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prev.kr/app/ColorScripter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#5.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화면 디자인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2017.08.25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4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2017.08.17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v.0.5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5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2017.08.25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386821" y="1207010"/>
          <a:ext cx="8321757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0202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325327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업무분담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0821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69851" y="1949891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0822"/>
                <a:gridCol w="2270988"/>
                <a:gridCol w="2270988"/>
                <a:gridCol w="2270988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주요 역할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디자인 업무분담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진행율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석근용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총괄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회원가입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탈퇴 폼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윤선아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프론트엔드</a:t>
                      </a:r>
                      <a:r>
                        <a:rPr lang="ko-KR" altLang="en-US" sz="1400" dirty="0" smtClean="0"/>
                        <a:t> 총괄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로그인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찜 목록 게시판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박지희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인트로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이고운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</a:t>
            </a:r>
            <a:r>
              <a:rPr lang="ko-KR" altLang="en-US" dirty="0" smtClean="0"/>
              <a:t>넷째 </a:t>
            </a:r>
            <a:r>
              <a:rPr lang="ko-KR" altLang="en-US" dirty="0" smtClean="0"/>
              <a:t>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781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6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grpSp>
        <p:nvGrpSpPr>
          <p:cNvPr id="10" name="그룹 15"/>
          <p:cNvGrpSpPr/>
          <p:nvPr/>
        </p:nvGrpSpPr>
        <p:grpSpPr>
          <a:xfrm>
            <a:off x="3077077" y="1775653"/>
            <a:ext cx="2989846" cy="3306695"/>
            <a:chOff x="3120612" y="1714409"/>
            <a:chExt cx="2989846" cy="3306695"/>
          </a:xfrm>
        </p:grpSpPr>
        <p:sp>
          <p:nvSpPr>
            <p:cNvPr id="11" name="TextBox 10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22366" y="4436329"/>
              <a:ext cx="2786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600" dirty="0" err="1" smtClean="0"/>
                <a:t>웹표준을</a:t>
              </a:r>
              <a:r>
                <a:rPr lang="ko-KR" altLang="en-US" sz="1600" dirty="0" smtClean="0"/>
                <a:t> 준수하여 </a:t>
              </a:r>
              <a:r>
                <a:rPr lang="ko-KR" altLang="en-US" sz="1600" dirty="0" err="1" smtClean="0"/>
                <a:t>퍼블리싱</a:t>
              </a:r>
              <a:r>
                <a:rPr lang="ko-KR" altLang="en-US" sz="1600" dirty="0" smtClean="0"/>
                <a:t> </a:t>
              </a:r>
              <a:endParaRPr lang="ko-KR" altLang="en-US" sz="1600" dirty="0"/>
            </a:p>
          </p:txBody>
        </p:sp>
        <p:pic>
          <p:nvPicPr>
            <p:cNvPr id="13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t="10165" b="5763"/>
          <a:stretch>
            <a:fillRect/>
          </a:stretch>
        </p:blipFill>
        <p:spPr bwMode="auto">
          <a:xfrm>
            <a:off x="517944" y="1913868"/>
            <a:ext cx="8108112" cy="366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921227" y="1137692"/>
            <a:ext cx="2940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err="1" smtClean="0">
                <a:latin typeface="+mn-ea"/>
              </a:rPr>
              <a:t>openstreetmap</a:t>
            </a:r>
            <a:r>
              <a:rPr lang="en-US" altLang="ko-KR" sz="1600" dirty="0" smtClean="0">
                <a:latin typeface="+mn-ea"/>
              </a:rPr>
              <a:t> – </a:t>
            </a:r>
            <a:r>
              <a:rPr lang="ko-KR" altLang="en-US" sz="1600" dirty="0" smtClean="0">
                <a:latin typeface="+mn-ea"/>
              </a:rPr>
              <a:t>오픈 데이터</a:t>
            </a:r>
            <a:endParaRPr lang="ko-KR" altLang="en-US" sz="16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64619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코드</a:t>
            </a:r>
            <a:endParaRPr lang="ko-KR" altLang="en-US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2286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010101"/>
                </a:solidFill>
                <a:effectLst/>
                <a:latin typeface="굴림" pitchFamily="50" charset="-127"/>
                <a:ea typeface="나눔고딕"/>
                <a:cs typeface="굴림" pitchFamily="50" charset="-127"/>
                <a:hlinkClick r:id="rId2"/>
              </a:rPr>
              <a:t>Colored By </a:t>
            </a:r>
            <a:r>
              <a:rPr kumimoji="1" lang="ko-KR" altLang="ko-KR" sz="900" b="1" i="0" u="none" strike="noStrike" cap="none" normalizeH="0" baseline="0" smtClean="0">
                <a:ln>
                  <a:noFill/>
                </a:ln>
                <a:solidFill>
                  <a:srgbClr val="0077CC"/>
                </a:solidFill>
                <a:effectLst/>
                <a:latin typeface="굴림" pitchFamily="50" charset="-127"/>
                <a:ea typeface="나눔고딕"/>
                <a:cs typeface="굴림" pitchFamily="50" charset="-127"/>
                <a:hlinkClick r:id="rId2"/>
              </a:rPr>
              <a:t>Color Scripter</a:t>
            </a:r>
            <a:r>
              <a:rPr kumimoji="1" lang="ko-KR" altLang="ko-KR" sz="900" b="0" i="0" u="none" strike="noStrike" cap="none" normalizeH="0" baseline="0" smtClean="0">
                <a:ln>
                  <a:noFill/>
                </a:ln>
                <a:solidFill>
                  <a:srgbClr val="010101"/>
                </a:solidFill>
                <a:effectLst/>
                <a:latin typeface="Arial"/>
                <a:ea typeface="나눔고딕"/>
                <a:cs typeface="굴림" pitchFamily="50" charset="-127"/>
                <a:hlinkClick r:id="rId2"/>
              </a:rPr>
              <a:t>™</a:t>
            </a:r>
            <a:endParaRPr kumimoji="1" lang="ko-KR" altLang="ko-KR" sz="7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4509" y="1456216"/>
            <a:ext cx="5925517" cy="4466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350872" y="2179672"/>
            <a:ext cx="6035519" cy="667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872" y="3136600"/>
            <a:ext cx="6035520" cy="333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0872" y="3604428"/>
            <a:ext cx="6035516" cy="1972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2501" y="2137150"/>
            <a:ext cx="180049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smtClean="0">
                <a:latin typeface="+mn-ea"/>
              </a:rPr>
              <a:t>Js/</a:t>
            </a:r>
            <a:r>
              <a:rPr lang="en-US" altLang="ko-KR" sz="1600" dirty="0" err="1" smtClean="0">
                <a:latin typeface="+mn-ea"/>
              </a:rPr>
              <a:t>css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라이브러리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2501" y="2915308"/>
            <a:ext cx="197041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>
                <a:latin typeface="+mn-ea"/>
              </a:rPr>
              <a:t>지도를 </a:t>
            </a:r>
            <a:r>
              <a:rPr lang="ko-KR" altLang="en-US" sz="1600" smtClean="0">
                <a:latin typeface="+mn-ea"/>
              </a:rPr>
              <a:t>넣어줄 </a:t>
            </a:r>
            <a:r>
              <a:rPr lang="ko-KR" altLang="en-US" sz="1600" smtClean="0">
                <a:latin typeface="+mn-ea"/>
              </a:rPr>
              <a:t>태</a:t>
            </a:r>
            <a:r>
              <a:rPr lang="ko-KR" altLang="en-US" sz="1600" smtClean="0">
                <a:latin typeface="+mn-ea"/>
              </a:rPr>
              <a:t>그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2501" y="4214818"/>
            <a:ext cx="1077539" cy="50635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>
                <a:latin typeface="+mn-ea"/>
              </a:rPr>
              <a:t>함수 선언</a:t>
            </a:r>
            <a:endParaRPr lang="ko-KR" altLang="en-US" sz="16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</a:t>
            </a:r>
            <a:r>
              <a:rPr lang="ko-KR" altLang="en-US" dirty="0" smtClean="0"/>
              <a:t>다섯째 </a:t>
            </a:r>
            <a:r>
              <a:rPr lang="ko-KR" altLang="en-US" dirty="0" smtClean="0"/>
              <a:t>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3077077" y="1775653"/>
            <a:ext cx="2989846" cy="3306695"/>
            <a:chOff x="3120612" y="1714409"/>
            <a:chExt cx="2989846" cy="3306695"/>
          </a:xfrm>
        </p:grpSpPr>
        <p:sp>
          <p:nvSpPr>
            <p:cNvPr id="5" name="TextBox 4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22366" y="4436329"/>
              <a:ext cx="2786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600" dirty="0" err="1" smtClean="0"/>
                <a:t>웹표준을</a:t>
              </a:r>
              <a:r>
                <a:rPr lang="ko-KR" altLang="en-US" sz="1600" dirty="0" smtClean="0"/>
                <a:t> 준수하여 </a:t>
              </a:r>
              <a:r>
                <a:rPr lang="ko-KR" altLang="en-US" sz="1600" dirty="0" err="1" smtClean="0"/>
                <a:t>퍼블리싱</a:t>
              </a:r>
              <a:r>
                <a:rPr lang="ko-KR" altLang="en-US" sz="1600" dirty="0" smtClean="0"/>
                <a:t> </a:t>
              </a:r>
              <a:endParaRPr lang="ko-KR" altLang="en-US" sz="1600" dirty="0"/>
            </a:p>
          </p:txBody>
        </p:sp>
        <p:pic>
          <p:nvPicPr>
            <p:cNvPr id="1026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3519</TotalTime>
  <Words>228</Words>
  <Application>Microsoft Office PowerPoint</Application>
  <PresentationFormat>화면 슬라이드 쇼(4:3)</PresentationFormat>
  <Paragraphs>92</Paragraphs>
  <Slides>10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슬라이드 1</vt:lpstr>
      <vt:lpstr>Document History</vt:lpstr>
      <vt:lpstr>프로젝트 일정</vt:lpstr>
      <vt:lpstr>업무분담</vt:lpstr>
      <vt:lpstr>8월 넷째 주 진행상황</vt:lpstr>
      <vt:lpstr>Map API</vt:lpstr>
      <vt:lpstr>MAP API</vt:lpstr>
      <vt:lpstr>인트로 진행 상황</vt:lpstr>
      <vt:lpstr>향후 계획</vt:lpstr>
      <vt:lpstr>슬라이드 10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362</cp:revision>
  <dcterms:created xsi:type="dcterms:W3CDTF">2017-07-23T05:44:46Z</dcterms:created>
  <dcterms:modified xsi:type="dcterms:W3CDTF">2017-08-25T05:29:37Z</dcterms:modified>
</cp:coreProperties>
</file>