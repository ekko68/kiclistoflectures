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  <p:sldId id="264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7" d="100"/>
          <a:sy n="87" d="100"/>
        </p:scale>
        <p:origin x="-146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5BB19D-7B39-4C6A-8BD7-A13619E64682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200908-7983-4D12-A200-B7346522737F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200908-7983-4D12-A200-B7346522737F}" type="slidenum">
              <a:rPr lang="ko-KR" altLang="en-US" smtClean="0"/>
              <a:t>5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532B9-3706-4D5A-9BB2-80D374EDE164}" type="datetimeFigureOut">
              <a:rPr lang="ko-KR" altLang="en-US" smtClean="0"/>
              <a:t>2017-10-20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677551-4320-4043-92BE-769293AF79A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amiGo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smtClean="0"/>
              <a:t>김예</a:t>
            </a:r>
            <a:r>
              <a:rPr lang="ko-KR" altLang="en-US" dirty="0"/>
              <a:t>진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476250" y="-52388"/>
            <a:ext cx="10096500" cy="6962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오른쪽 화살표 6"/>
          <p:cNvSpPr/>
          <p:nvPr/>
        </p:nvSpPr>
        <p:spPr>
          <a:xfrm>
            <a:off x="4214810" y="1071546"/>
            <a:ext cx="2978672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contrasting" dir="t">
                <a:rot lat="0" lon="0" rev="4500000"/>
              </a:lightRig>
            </a:scene3d>
            <a:sp3d contourW="6350" prstMaterial="metal"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ko-KR" altLang="en-US" b="1" cap="all" dirty="0" smtClean="0">
                <a:ln w="0">
                  <a:noFill/>
                </a:ln>
                <a:solidFill>
                  <a:schemeClr val="bg1"/>
                </a:solidFill>
                <a:effectLst/>
              </a:rPr>
              <a:t>클릭하면 </a:t>
            </a:r>
            <a:endParaRPr lang="ko-KR" altLang="en-US" b="1" cap="all" dirty="0">
              <a:ln w="0">
                <a:noFill/>
              </a:ln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/>
          <p:cNvGrpSpPr/>
          <p:nvPr/>
        </p:nvGrpSpPr>
        <p:grpSpPr>
          <a:xfrm>
            <a:off x="142844" y="142852"/>
            <a:ext cx="8715403" cy="6138898"/>
            <a:chOff x="142844" y="142852"/>
            <a:chExt cx="8715403" cy="6138898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42844" y="5214950"/>
              <a:ext cx="6200775" cy="10668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9" name="TextBox 8"/>
            <p:cNvSpPr txBox="1"/>
            <p:nvPr/>
          </p:nvSpPr>
          <p:spPr>
            <a:xfrm>
              <a:off x="4500562" y="4000504"/>
              <a:ext cx="42867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accent1"/>
                  </a:solidFill>
                </a:rPr>
                <a:t>내용을 작성 한 뒤 문의하기를 클릭하면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357950" y="5857892"/>
              <a:ext cx="21275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b="1" dirty="0" smtClean="0">
                  <a:solidFill>
                    <a:schemeClr val="accent1"/>
                  </a:solidFill>
                </a:rPr>
                <a:t>DB</a:t>
              </a:r>
              <a:r>
                <a:rPr lang="ko-KR" altLang="en-US" b="1" dirty="0" smtClean="0">
                  <a:solidFill>
                    <a:schemeClr val="accent1"/>
                  </a:solidFill>
                </a:rPr>
                <a:t>에 저장됩니다</a:t>
              </a:r>
              <a:r>
                <a:rPr lang="en-US" altLang="ko-KR" b="1" dirty="0" smtClean="0">
                  <a:solidFill>
                    <a:schemeClr val="accent1"/>
                  </a:solidFill>
                </a:rPr>
                <a:t>! 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  <p:grpSp>
          <p:nvGrpSpPr>
            <p:cNvPr id="13" name="그룹 12"/>
            <p:cNvGrpSpPr/>
            <p:nvPr/>
          </p:nvGrpSpPr>
          <p:grpSpPr>
            <a:xfrm>
              <a:off x="142844" y="142852"/>
              <a:ext cx="5214942" cy="3255094"/>
              <a:chOff x="142844" y="142852"/>
              <a:chExt cx="5214942" cy="3255094"/>
            </a:xfrm>
          </p:grpSpPr>
          <p:pic>
            <p:nvPicPr>
              <p:cNvPr id="2050" name="Picture 2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142844" y="142852"/>
                <a:ext cx="5214942" cy="32550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8" name="TextBox 7"/>
              <p:cNvSpPr txBox="1"/>
              <p:nvPr/>
            </p:nvSpPr>
            <p:spPr>
              <a:xfrm>
                <a:off x="214282" y="642918"/>
                <a:ext cx="409919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b="1" dirty="0" smtClean="0">
                    <a:solidFill>
                      <a:schemeClr val="bg1"/>
                    </a:solidFill>
                  </a:rPr>
                  <a:t>1 </a:t>
                </a:r>
                <a:r>
                  <a:rPr lang="ko-KR" altLang="en-US" b="1" dirty="0" smtClean="0">
                    <a:solidFill>
                      <a:schemeClr val="bg1"/>
                    </a:solidFill>
                  </a:rPr>
                  <a:t>대</a:t>
                </a:r>
                <a:r>
                  <a:rPr lang="en-US" altLang="ko-KR" b="1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b="1" dirty="0" smtClean="0">
                    <a:solidFill>
                      <a:schemeClr val="bg1"/>
                    </a:solidFill>
                  </a:rPr>
                  <a:t>1 </a:t>
                </a:r>
                <a:r>
                  <a:rPr lang="ko-KR" altLang="en-US" b="1" dirty="0" smtClean="0">
                    <a:solidFill>
                      <a:schemeClr val="bg1"/>
                    </a:solidFill>
                  </a:rPr>
                  <a:t>문의 게시판으로 넘어옵니다</a:t>
                </a:r>
                <a:r>
                  <a:rPr lang="en-US" altLang="ko-KR" b="1" dirty="0" smtClean="0">
                    <a:solidFill>
                      <a:schemeClr val="bg1"/>
                    </a:solidFill>
                  </a:rPr>
                  <a:t>.! </a:t>
                </a:r>
              </a:p>
              <a:p>
                <a:endParaRPr lang="ko-KR" altLang="en-US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직사각형 11"/>
              <p:cNvSpPr/>
              <p:nvPr/>
            </p:nvSpPr>
            <p:spPr>
              <a:xfrm>
                <a:off x="428596" y="1214422"/>
                <a:ext cx="571504" cy="214314"/>
              </a:xfrm>
              <a:prstGeom prst="rect">
                <a:avLst/>
              </a:prstGeom>
              <a:noFill/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4143372" y="1643050"/>
              <a:ext cx="4714875" cy="331470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7" name="오른쪽 화살표 6"/>
            <p:cNvSpPr/>
            <p:nvPr/>
          </p:nvSpPr>
          <p:spPr>
            <a:xfrm>
              <a:off x="2857488" y="4429132"/>
              <a:ext cx="1785950" cy="484632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contrasting" dir="t">
                  <a:rot lat="0" lon="0" rev="4500000"/>
                </a:lightRig>
              </a:scene3d>
              <a:sp3d contourW="6350" prstMaterial="metal">
                <a:contourClr>
                  <a:schemeClr val="accent1">
                    <a:shade val="75000"/>
                  </a:schemeClr>
                </a:contourClr>
              </a:sp3d>
            </a:bodyPr>
            <a:lstStyle/>
            <a:p>
              <a:pPr algn="ctr"/>
              <a:r>
                <a:rPr lang="ko-KR" altLang="en-US" b="1" cap="all" dirty="0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클릭</a:t>
              </a:r>
              <a:r>
                <a:rPr lang="en-US" altLang="ko-KR" b="1" cap="all" dirty="0" smtClean="0">
                  <a:ln w="0">
                    <a:noFill/>
                  </a:ln>
                  <a:solidFill>
                    <a:schemeClr val="bg1"/>
                  </a:solidFill>
                  <a:effectLst/>
                </a:rPr>
                <a:t>!</a:t>
              </a:r>
              <a:endParaRPr lang="ko-KR" altLang="en-US" b="1" cap="all" dirty="0">
                <a:ln w="0">
                  <a:noFill/>
                </a:ln>
                <a:solidFill>
                  <a:schemeClr val="bg1"/>
                </a:solidFill>
                <a:effectLst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42852"/>
            <a:ext cx="5214942" cy="3255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214282" y="642918"/>
            <a:ext cx="2507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</a:rPr>
              <a:t>문의내역 탭을 누르면 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928662" y="1214422"/>
            <a:ext cx="571504" cy="214314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944" y="2500306"/>
            <a:ext cx="9010650" cy="364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6429388" y="2631040"/>
            <a:ext cx="2486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</a:rPr>
              <a:t>문의내역이 보입니다</a:t>
            </a:r>
            <a:r>
              <a:rPr lang="en-US" altLang="ko-KR" b="1" dirty="0" smtClean="0">
                <a:solidFill>
                  <a:schemeClr val="bg1"/>
                </a:solidFill>
              </a:rPr>
              <a:t>. </a:t>
            </a:r>
            <a:endParaRPr lang="ko-KR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/>
          <p:cNvGrpSpPr/>
          <p:nvPr/>
        </p:nvGrpSpPr>
        <p:grpSpPr>
          <a:xfrm>
            <a:off x="214282" y="214290"/>
            <a:ext cx="8672507" cy="4419600"/>
            <a:chOff x="214282" y="214290"/>
            <a:chExt cx="8672507" cy="441960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>
            <a:blip r:embed="rId3"/>
            <a:srcRect l="8308"/>
            <a:stretch>
              <a:fillRect/>
            </a:stretch>
          </p:blipFill>
          <p:spPr bwMode="auto">
            <a:xfrm>
              <a:off x="214282" y="214290"/>
              <a:ext cx="8672507" cy="4419600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  <p:sp>
          <p:nvSpPr>
            <p:cNvPr id="5" name="TextBox 4"/>
            <p:cNvSpPr txBox="1"/>
            <p:nvPr/>
          </p:nvSpPr>
          <p:spPr>
            <a:xfrm>
              <a:off x="5929322" y="428604"/>
              <a:ext cx="27382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mtClean="0"/>
                <a:t>문의사항 작성 코딩 내용</a:t>
              </a:r>
              <a:endParaRPr lang="ko-KR" altLang="en-US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2071670" y="2786058"/>
            <a:ext cx="6943725" cy="3905250"/>
            <a:chOff x="2071670" y="2786058"/>
            <a:chExt cx="6943725" cy="3905250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071670" y="2786058"/>
              <a:ext cx="6943725" cy="39052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sp>
          <p:nvSpPr>
            <p:cNvPr id="8" name="TextBox 7"/>
            <p:cNvSpPr txBox="1"/>
            <p:nvPr/>
          </p:nvSpPr>
          <p:spPr>
            <a:xfrm>
              <a:off x="4857752" y="6143644"/>
              <a:ext cx="3926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/>
                <a:t>문의사항 작성 내용을 저장하는 </a:t>
              </a:r>
              <a:r>
                <a:rPr lang="en-US" altLang="ko-KR" dirty="0" smtClean="0"/>
                <a:t>SQL</a:t>
              </a:r>
              <a:endParaRPr lang="ko-KR" altLang="en-US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071546"/>
            <a:ext cx="3505200" cy="41148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48" y="1071546"/>
            <a:ext cx="4476750" cy="11049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00034" y="500042"/>
            <a:ext cx="3050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문의 내역 목록 띄우는 코딩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286248" y="50004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SQL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/>
        </p:nvGrpSpPr>
        <p:grpSpPr>
          <a:xfrm>
            <a:off x="285720" y="214290"/>
            <a:ext cx="5124450" cy="1914525"/>
            <a:chOff x="285720" y="214290"/>
            <a:chExt cx="5124450" cy="1914525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85720" y="214290"/>
              <a:ext cx="5124450" cy="1914525"/>
            </a:xfrm>
            <a:prstGeom prst="rect">
              <a:avLst/>
            </a:prstGeom>
            <a:noFill/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  <p:sp>
          <p:nvSpPr>
            <p:cNvPr id="5" name="TextBox 4"/>
            <p:cNvSpPr txBox="1"/>
            <p:nvPr/>
          </p:nvSpPr>
          <p:spPr>
            <a:xfrm>
              <a:off x="500034" y="1714488"/>
              <a:ext cx="489749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/>
                <a:t>문의사항 게시판으로 이동하는 컨트롤러 내용</a:t>
              </a:r>
              <a:endParaRPr lang="ko-KR" altLang="en-US" dirty="0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881093" y="2285992"/>
            <a:ext cx="8048625" cy="4329116"/>
            <a:chOff x="285720" y="2214554"/>
            <a:chExt cx="8048625" cy="4329116"/>
          </a:xfrm>
        </p:grpSpPr>
        <p:pic>
          <p:nvPicPr>
            <p:cNvPr id="4099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85720" y="2714620"/>
              <a:ext cx="8048625" cy="382905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</p:spPr>
        </p:pic>
        <p:sp>
          <p:nvSpPr>
            <p:cNvPr id="7" name="TextBox 6"/>
            <p:cNvSpPr txBox="1"/>
            <p:nvPr/>
          </p:nvSpPr>
          <p:spPr>
            <a:xfrm>
              <a:off x="3714744" y="2214554"/>
              <a:ext cx="45183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/>
                <a:t>문의사항 게시판과 관련된  </a:t>
              </a:r>
              <a:r>
                <a:rPr lang="en-US" altLang="ko-KR" dirty="0" smtClean="0"/>
                <a:t>DAO, SERVICE</a:t>
              </a:r>
              <a:endParaRPr lang="ko-KR" altLang="en-US" dirty="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00034" y="2500306"/>
            <a:ext cx="8229600" cy="1143000"/>
          </a:xfrm>
        </p:spPr>
        <p:txBody>
          <a:bodyPr/>
          <a:lstStyle/>
          <a:p>
            <a:r>
              <a:rPr lang="ko-KR" altLang="en-US" dirty="0" smtClean="0"/>
              <a:t>추가해야 할 것</a:t>
            </a:r>
            <a:endParaRPr lang="ko-KR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14290"/>
            <a:ext cx="4023814" cy="2566983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57158" y="571480"/>
            <a:ext cx="223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</a:rPr>
              <a:t>1. </a:t>
            </a:r>
            <a:r>
              <a:rPr lang="ko-KR" altLang="en-US" b="1" dirty="0" smtClean="0">
                <a:solidFill>
                  <a:schemeClr val="bg1"/>
                </a:solidFill>
              </a:rPr>
              <a:t>전체 디자인 수정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4282" y="3000372"/>
            <a:ext cx="8291982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직사각형 6"/>
          <p:cNvSpPr/>
          <p:nvPr/>
        </p:nvSpPr>
        <p:spPr>
          <a:xfrm>
            <a:off x="357158" y="3643314"/>
            <a:ext cx="714380" cy="22145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5286380" y="3643314"/>
            <a:ext cx="1857388" cy="221457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85720" y="5774312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C00000"/>
                </a:solidFill>
              </a:rPr>
              <a:t>번호가 증가되게 코딩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218170" y="5786454"/>
            <a:ext cx="20457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C00000"/>
                </a:solidFill>
              </a:rPr>
              <a:t>답변 유무가 아닌 </a:t>
            </a:r>
            <a:endParaRPr lang="en-US" altLang="ko-KR" b="1" dirty="0" smtClean="0">
              <a:solidFill>
                <a:srgbClr val="C00000"/>
              </a:solidFill>
            </a:endParaRPr>
          </a:p>
          <a:p>
            <a:r>
              <a:rPr lang="en-US" altLang="ko-KR" b="1" dirty="0">
                <a:solidFill>
                  <a:srgbClr val="C00000"/>
                </a:solidFill>
              </a:rPr>
              <a:t> </a:t>
            </a:r>
            <a:r>
              <a:rPr lang="en-US" altLang="ko-KR" b="1" dirty="0" smtClean="0">
                <a:solidFill>
                  <a:srgbClr val="C00000"/>
                </a:solidFill>
              </a:rPr>
              <a:t>  </a:t>
            </a:r>
            <a:r>
              <a:rPr lang="ko-KR" altLang="en-US" b="1" dirty="0" smtClean="0">
                <a:solidFill>
                  <a:srgbClr val="C00000"/>
                </a:solidFill>
              </a:rPr>
              <a:t>작성자로 변경 </a:t>
            </a:r>
            <a:endParaRPr lang="ko-KR" alt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72</Words>
  <Application>Microsoft Office PowerPoint</Application>
  <PresentationFormat>화면 슬라이드 쇼(4:3)</PresentationFormat>
  <Paragraphs>21</Paragraphs>
  <Slides>9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amiGo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추가해야 할 것</vt:lpstr>
      <vt:lpstr>슬라이드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amiGo</dc:title>
  <dc:creator>kitcoop</dc:creator>
  <cp:lastModifiedBy>kitcoop</cp:lastModifiedBy>
  <cp:revision>4</cp:revision>
  <dcterms:created xsi:type="dcterms:W3CDTF">2017-10-20T06:59:27Z</dcterms:created>
  <dcterms:modified xsi:type="dcterms:W3CDTF">2017-10-20T07:37:23Z</dcterms:modified>
</cp:coreProperties>
</file>