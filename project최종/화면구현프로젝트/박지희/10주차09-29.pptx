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79" r:id="rId3"/>
    <p:sldId id="28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:p15="http://schemas.microsoft.com/office/powerpoint/2012/main" xmlns="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43" autoAdjust="0"/>
    <p:restoredTop sz="96784" autoAdjust="0"/>
  </p:normalViewPr>
  <p:slideViewPr>
    <p:cSldViewPr snapToGrid="0">
      <p:cViewPr>
        <p:scale>
          <a:sx n="80" d="100"/>
          <a:sy n="80" d="100"/>
        </p:scale>
        <p:origin x="-113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xmlns="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박지희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2017.10.18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6505278" y="5368621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948" y="356267"/>
            <a:ext cx="2986998" cy="1045034"/>
          </a:xfrm>
        </p:spPr>
        <p:txBody>
          <a:bodyPr>
            <a:normAutofit fontScale="90000"/>
          </a:bodyPr>
          <a:lstStyle/>
          <a:p>
            <a:pPr lvl="0" fontAlgn="base">
              <a:spcBef>
                <a:spcPts val="0"/>
              </a:spcBef>
            </a:pPr>
            <a:r>
              <a:rPr kumimoji="1" lang="en-US" sz="1700" dirty="0" smtClean="0">
                <a:latin typeface="맑은 고딕"/>
                <a:ea typeface="맑은 고딕"/>
              </a:rPr>
              <a:t>v.0.10</a:t>
            </a:r>
            <a:r>
              <a:rPr kumimoji="1" lang="en-US" sz="1600" b="0" dirty="0" smtClean="0">
                <a:latin typeface="맑은 고딕"/>
                <a:ea typeface="맑은 고딕"/>
              </a:rPr>
              <a:t/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r>
              <a:rPr kumimoji="1" lang="en-US" altLang="ko-KR" sz="1600" b="0" dirty="0" smtClean="0">
                <a:latin typeface="+mn-ea"/>
              </a:rPr>
              <a:t>intro</a:t>
            </a:r>
            <a:r>
              <a:rPr kumimoji="1" lang="ko-KR" altLang="en-US" sz="1600" b="0" dirty="0" smtClean="0">
                <a:latin typeface="+mn-ea"/>
              </a:rPr>
              <a:t> 모델</a:t>
            </a:r>
            <a:r>
              <a:rPr kumimoji="1" lang="en-US" altLang="ko-KR" sz="1600" b="0" dirty="0" smtClean="0">
                <a:latin typeface="+mn-ea"/>
              </a:rPr>
              <a:t>2 </a:t>
            </a:r>
            <a:r>
              <a:rPr kumimoji="1" lang="ko-KR" altLang="en-US" sz="1600" b="0" dirty="0" smtClean="0">
                <a:latin typeface="+mn-ea"/>
              </a:rPr>
              <a:t>코딩 </a:t>
            </a:r>
            <a:r>
              <a:rPr kumimoji="1" lang="en-US" altLang="ko-KR" sz="1600" b="0" dirty="0" smtClean="0">
                <a:latin typeface="+mn-ea"/>
              </a:rPr>
              <a:t>-</a:t>
            </a:r>
            <a:r>
              <a:rPr kumimoji="1" lang="ko-KR" altLang="en-US" sz="1600" b="0" dirty="0" smtClean="0">
                <a:latin typeface="+mn-ea"/>
              </a:rPr>
              <a:t> </a:t>
            </a:r>
            <a:r>
              <a:rPr kumimoji="1" lang="en-US" altLang="ko-KR" sz="1600" b="0" dirty="0" smtClean="0"/>
              <a:t/>
            </a:r>
            <a:br>
              <a:rPr kumimoji="1" lang="en-US" altLang="ko-KR" sz="1600" b="0" dirty="0" smtClean="0"/>
            </a:br>
            <a:r>
              <a:rPr kumimoji="1" lang="en-US" altLang="ko-KR" sz="1600" b="0" dirty="0" smtClean="0"/>
              <a:t>10</a:t>
            </a:r>
            <a:r>
              <a:rPr kumimoji="1" lang="ko-KR" altLang="en-US" sz="1600" b="0" dirty="0" smtClean="0"/>
              <a:t>주차 발표용</a:t>
            </a:r>
            <a:br>
              <a:rPr kumimoji="1" lang="ko-KR" altLang="en-US" sz="1600" b="0" dirty="0" smtClean="0"/>
            </a:br>
            <a:r>
              <a:rPr kumimoji="1" lang="en-US" sz="1600" b="0" dirty="0" smtClean="0">
                <a:latin typeface="맑은 고딕"/>
                <a:ea typeface="맑은 고딕"/>
              </a:rPr>
              <a:t>2017.09.29</a:t>
            </a:r>
            <a:br>
              <a:rPr kumimoji="1" lang="en-US" sz="1600" b="0" dirty="0" smtClean="0">
                <a:latin typeface="맑은 고딕"/>
                <a:ea typeface="맑은 고딕"/>
              </a:rPr>
            </a:br>
            <a:endParaRPr lang="ko-KR" altLang="en-US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950025" y="2398815"/>
            <a:ext cx="2505693" cy="700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&lt;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메인 </a:t>
            </a:r>
            <a:r>
              <a:rPr kumimoji="1" lang="en-US" altLang="ko-KR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animation </a:t>
            </a:r>
            <a:r>
              <a:rPr kumimoji="1" lang="ko-KR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효과</a:t>
            </a:r>
            <a: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 &gt;</a:t>
            </a:r>
            <a:br>
              <a:rPr kumimoji="1" 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</a:b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  <p:pic>
        <p:nvPicPr>
          <p:cNvPr id="17" name="Picture 2" descr="C:\Users\kitcoop\Desktop\02_level_1-1 - 복사본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777" y="1021998"/>
            <a:ext cx="4318030" cy="2428892"/>
          </a:xfrm>
          <a:prstGeom prst="rect">
            <a:avLst/>
          </a:prstGeom>
          <a:noFill/>
        </p:spPr>
      </p:pic>
      <p:pic>
        <p:nvPicPr>
          <p:cNvPr id="20" name="Picture 3" descr="C:\Users\kitcoop\Desktop\캡처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19502" y="3619005"/>
            <a:ext cx="4349062" cy="2990850"/>
          </a:xfrm>
          <a:prstGeom prst="rect">
            <a:avLst/>
          </a:prstGeom>
          <a:noFill/>
        </p:spPr>
      </p:pic>
      <p:pic>
        <p:nvPicPr>
          <p:cNvPr id="21" name="Picture 4" descr="C:\Users\kitcoop\Desktop\캡처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254" y="3214501"/>
            <a:ext cx="3571900" cy="33926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3167</TotalTime>
  <Words>75</Words>
  <Application>Microsoft Office PowerPoint</Application>
  <PresentationFormat>화면 슬라이드 쇼(4:3)</PresentationFormat>
  <Paragraphs>35</Paragraphs>
  <Slides>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프로젝트 일정</vt:lpstr>
      <vt:lpstr>v.0.10 intro 모델2 코딩 -  10주차 발표용 2017.09.29 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361</cp:revision>
  <dcterms:created xsi:type="dcterms:W3CDTF">2017-07-23T05:44:46Z</dcterms:created>
  <dcterms:modified xsi:type="dcterms:W3CDTF">2017-10-26T09:33:22Z</dcterms:modified>
</cp:coreProperties>
</file>