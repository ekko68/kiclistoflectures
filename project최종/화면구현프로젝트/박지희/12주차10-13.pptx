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79" r:id="rId3"/>
    <p:sldId id="289" r:id="rId4"/>
    <p:sldId id="290" r:id="rId5"/>
    <p:sldId id="291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ney" initials="a" lastIdx="1" clrIdx="0">
    <p:extLst>
      <p:ext uri="{19B8F6BF-5375-455C-9EA6-DF929625EA0E}">
        <p15:presenceInfo xmlns:p15="http://schemas.microsoft.com/office/powerpoint/2012/main" xmlns="" userId="aun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  <a:srgbClr val="002060"/>
    <a:srgbClr val="85CDBE"/>
    <a:srgbClr val="043264"/>
    <a:srgbClr val="053075"/>
    <a:srgbClr val="5864D8"/>
    <a:srgbClr val="CC0000"/>
    <a:srgbClr val="D6EEE9"/>
    <a:srgbClr val="A2DDF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843" autoAdjust="0"/>
    <p:restoredTop sz="96784" autoAdjust="0"/>
  </p:normalViewPr>
  <p:slideViewPr>
    <p:cSldViewPr snapToGrid="0">
      <p:cViewPr>
        <p:scale>
          <a:sx n="80" d="100"/>
          <a:sy n="80" d="100"/>
        </p:scale>
        <p:origin x="-1134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-3288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39E21-6053-4106-AF6E-92B66E735516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4DCB5-C091-4F2F-89DC-5946777846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3443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3682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38152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sz="1800">
              <a:latin typeface="+mj-ea"/>
              <a:ea typeface="+mj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23" y="355601"/>
            <a:ext cx="2986998" cy="333173"/>
          </a:xfrm>
        </p:spPr>
        <p:txBody>
          <a:bodyPr anchor="b">
            <a:normAutofit/>
          </a:bodyPr>
          <a:lstStyle>
            <a:lvl1pPr>
              <a:defRPr sz="1500" b="1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8286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741384"/>
            <a:ext cx="9144000" cy="144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1737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391885" y="315685"/>
            <a:ext cx="161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CJK KR Medium" pitchFamily="34" charset="-127"/>
                <a:ea typeface="Noto Sans CJK KR Medium" pitchFamily="34" charset="-127"/>
              </a:rPr>
              <a:t>스토리보드</a:t>
            </a:r>
            <a:endParaRPr lang="ko-KR" altLang="en-US" dirty="0"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31" name="직사각형 30"/>
          <p:cNvSpPr/>
          <p:nvPr userDrawn="1"/>
        </p:nvSpPr>
        <p:spPr>
          <a:xfrm>
            <a:off x="382420" y="905694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</a:t>
            </a:r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ID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6462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82420" y="1164111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382420" y="1443505"/>
            <a:ext cx="6365513" cy="5033495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6828183" y="1164111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 userDrawn="1"/>
        </p:nvCxnSpPr>
        <p:spPr>
          <a:xfrm>
            <a:off x="382420" y="905693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 userDrawn="1"/>
        </p:nvCxnSpPr>
        <p:spPr>
          <a:xfrm>
            <a:off x="6828183" y="905693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 userDrawn="1"/>
        </p:nvSpPr>
        <p:spPr>
          <a:xfrm>
            <a:off x="3525788" y="905692"/>
            <a:ext cx="889789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명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382420" y="1174051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경로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9" name="직사각형 38"/>
          <p:cNvSpPr/>
          <p:nvPr userDrawn="1"/>
        </p:nvSpPr>
        <p:spPr>
          <a:xfrm>
            <a:off x="6828182" y="905691"/>
            <a:ext cx="1957250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Description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cxnSp>
        <p:nvCxnSpPr>
          <p:cNvPr id="44" name="직선 연결선 43"/>
          <p:cNvCxnSpPr/>
          <p:nvPr userDrawn="1"/>
        </p:nvCxnSpPr>
        <p:spPr>
          <a:xfrm>
            <a:off x="6745357" y="905692"/>
            <a:ext cx="0" cy="54580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 userDrawn="1"/>
        </p:nvSpPr>
        <p:spPr>
          <a:xfrm>
            <a:off x="6827425" y="905691"/>
            <a:ext cx="1958008" cy="5585012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텍스트 개체 틀 50"/>
          <p:cNvSpPr>
            <a:spLocks noGrp="1"/>
          </p:cNvSpPr>
          <p:nvPr>
            <p:ph type="body" sz="quarter" idx="13"/>
          </p:nvPr>
        </p:nvSpPr>
        <p:spPr>
          <a:xfrm>
            <a:off x="1278463" y="1208090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2" name="텍스트 개체 틀 50"/>
          <p:cNvSpPr>
            <a:spLocks noGrp="1"/>
          </p:cNvSpPr>
          <p:nvPr>
            <p:ph type="body" sz="quarter" idx="14"/>
          </p:nvPr>
        </p:nvSpPr>
        <p:spPr>
          <a:xfrm>
            <a:off x="1278463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3" name="텍스트 개체 틀 50"/>
          <p:cNvSpPr>
            <a:spLocks noGrp="1"/>
          </p:cNvSpPr>
          <p:nvPr>
            <p:ph type="body" sz="quarter" idx="15"/>
          </p:nvPr>
        </p:nvSpPr>
        <p:spPr>
          <a:xfrm>
            <a:off x="4394196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4" name="텍스트 개체 틀 50"/>
          <p:cNvSpPr>
            <a:spLocks noGrp="1"/>
          </p:cNvSpPr>
          <p:nvPr>
            <p:ph type="body" sz="quarter" idx="16"/>
          </p:nvPr>
        </p:nvSpPr>
        <p:spPr>
          <a:xfrm>
            <a:off x="6908797" y="1208090"/>
            <a:ext cx="1794937" cy="503184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1325586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7860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72196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6" y="321374"/>
            <a:ext cx="2712508" cy="422274"/>
          </a:xfrm>
        </p:spPr>
        <p:txBody>
          <a:bodyPr>
            <a:normAutofit/>
          </a:bodyPr>
          <a:lstStyle>
            <a:lvl1pPr>
              <a:def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6334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xmlns="" val="304135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0175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65813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813273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6639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1493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2036551"/>
            <a:ext cx="9144000" cy="526617"/>
          </a:xfrm>
        </p:spPr>
        <p:txBody>
          <a:bodyPr/>
          <a:lstStyle/>
          <a:p>
            <a:r>
              <a:rPr lang="en-US" altLang="ko-KR" b="1" dirty="0" smtClean="0">
                <a:solidFill>
                  <a:schemeClr val="bg1"/>
                </a:solidFill>
                <a:latin typeface="+mj-ea"/>
                <a:ea typeface="+mj-ea"/>
              </a:rPr>
              <a:t>KIC Final Project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1373" y="2678006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#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박지희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65666" y="3454400"/>
            <a:ext cx="8255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1373" y="3789040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kern="0" dirty="0" smtClean="0">
                <a:solidFill>
                  <a:schemeClr val="bg1"/>
                </a:solidFill>
                <a:latin typeface="+mn-ea"/>
                <a:cs typeface="나눔고딕"/>
              </a:rPr>
              <a:t>2017.10.18</a:t>
            </a:r>
            <a:endParaRPr lang="ko-KR" altLang="en-US" sz="1400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3085719" cy="333173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프로젝트 일정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31200112"/>
              </p:ext>
            </p:extLst>
          </p:nvPr>
        </p:nvGraphicFramePr>
        <p:xfrm>
          <a:off x="386821" y="1207010"/>
          <a:ext cx="8321744" cy="51068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4830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</a:tblGrid>
              <a:tr h="4303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8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9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10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91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제안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주제 확정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자료 수집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분석 </a:t>
                      </a:r>
                      <a:r>
                        <a:rPr lang="en-US" altLang="ko-KR" sz="1200" dirty="0" smtClean="0"/>
                        <a:t>/ </a:t>
                      </a:r>
                      <a:r>
                        <a:rPr lang="ko-KR" altLang="en-US" sz="1200" dirty="0" smtClean="0"/>
                        <a:t>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화면 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디자인</a:t>
                      </a:r>
                      <a:r>
                        <a:rPr lang="en-US" altLang="ko-KR" sz="1200" dirty="0" smtClean="0"/>
                        <a:t>&amp;</a:t>
                      </a:r>
                      <a:r>
                        <a:rPr lang="ko-KR" altLang="en-US" sz="1200" dirty="0" smtClean="0"/>
                        <a:t>개발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검토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시연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7" name="직선 화살표 연결선 6"/>
          <p:cNvCxnSpPr/>
          <p:nvPr/>
        </p:nvCxnSpPr>
        <p:spPr>
          <a:xfrm>
            <a:off x="3641653" y="4991670"/>
            <a:ext cx="2807915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2248281" y="2280260"/>
            <a:ext cx="473148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2248281" y="2821366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2248281" y="3372449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694595" y="392744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2694595" y="442148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6434763" y="5539763"/>
            <a:ext cx="13716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7805057" y="6055576"/>
            <a:ext cx="9144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7384052" y="5392372"/>
            <a:ext cx="266121" cy="2688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7457151" y="987470"/>
            <a:ext cx="138857" cy="1402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595616" y="902208"/>
            <a:ext cx="134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현재 진행 상황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386955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948" y="356267"/>
            <a:ext cx="2986998" cy="1045034"/>
          </a:xfrm>
        </p:spPr>
        <p:txBody>
          <a:bodyPr>
            <a:normAutofit fontScale="90000"/>
          </a:bodyPr>
          <a:lstStyle/>
          <a:p>
            <a:pPr lvl="0" fontAlgn="base">
              <a:spcBef>
                <a:spcPts val="0"/>
              </a:spcBef>
            </a:pPr>
            <a:r>
              <a:rPr kumimoji="1" lang="en-US" sz="1700" dirty="0" smtClean="0">
                <a:latin typeface="맑은 고딕"/>
                <a:ea typeface="맑은 고딕"/>
              </a:rPr>
              <a:t>v.0.12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en-US" altLang="ko-KR" sz="1600" b="0" dirty="0" smtClean="0">
                <a:latin typeface="+mn-ea"/>
              </a:rPr>
              <a:t>intro</a:t>
            </a:r>
            <a:r>
              <a:rPr kumimoji="1" lang="ko-KR" altLang="en-US" sz="1600" b="0" dirty="0" smtClean="0">
                <a:latin typeface="+mn-ea"/>
              </a:rPr>
              <a:t> 모델</a:t>
            </a:r>
            <a:r>
              <a:rPr kumimoji="1" lang="en-US" altLang="ko-KR" sz="1600" b="0" dirty="0" smtClean="0">
                <a:latin typeface="+mn-ea"/>
              </a:rPr>
              <a:t>2 </a:t>
            </a:r>
            <a:r>
              <a:rPr kumimoji="1" lang="ko-KR" altLang="en-US" sz="1600" b="0" dirty="0" smtClean="0">
                <a:latin typeface="+mn-ea"/>
              </a:rPr>
              <a:t>코딩 </a:t>
            </a:r>
            <a:r>
              <a:rPr kumimoji="1" lang="en-US" altLang="ko-KR" sz="1600" b="0" dirty="0" smtClean="0">
                <a:latin typeface="+mn-ea"/>
              </a:rPr>
              <a:t>-</a:t>
            </a:r>
            <a:r>
              <a:rPr kumimoji="1" lang="ko-KR" altLang="en-US" sz="1600" b="0" dirty="0" smtClean="0">
                <a:latin typeface="+mn-ea"/>
              </a:rPr>
              <a:t> </a:t>
            </a:r>
            <a:r>
              <a:rPr kumimoji="1" lang="en-US" altLang="ko-KR" sz="1600" b="0" dirty="0" smtClean="0"/>
              <a:t/>
            </a:r>
            <a:br>
              <a:rPr kumimoji="1" lang="en-US" altLang="ko-KR" sz="1600" b="0" dirty="0" smtClean="0"/>
            </a:br>
            <a:r>
              <a:rPr kumimoji="1" lang="en-US" altLang="ko-KR" sz="1600" b="0" dirty="0" smtClean="0"/>
              <a:t>12</a:t>
            </a:r>
            <a:r>
              <a:rPr kumimoji="1" lang="ko-KR" altLang="en-US" sz="1600" b="0" dirty="0" smtClean="0"/>
              <a:t>주차 발표용</a:t>
            </a:r>
            <a:br>
              <a:rPr kumimoji="1" lang="ko-KR" altLang="en-US" sz="1600" b="0" dirty="0" smtClean="0"/>
            </a:br>
            <a:r>
              <a:rPr kumimoji="1" lang="en-US" sz="1600" b="0" dirty="0" smtClean="0">
                <a:latin typeface="맑은 고딕"/>
                <a:ea typeface="맑은 고딕"/>
              </a:rPr>
              <a:t>2017.10.13</a:t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endParaRPr lang="ko-KR" altLang="en-US" dirty="0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5688282" y="1033152"/>
            <a:ext cx="3253836" cy="7006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&lt; </a:t>
            </a:r>
            <a:r>
              <a:rPr kumimoji="1" lang="en-US" sz="1500" b="1" dirty="0" smtClean="0">
                <a:latin typeface="맑은 고딕"/>
                <a:ea typeface="맑은 고딕"/>
                <a:cs typeface="+mj-cs"/>
              </a:rPr>
              <a:t>intro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 </a:t>
            </a: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메인</a:t>
            </a:r>
            <a:r>
              <a:rPr kumimoji="1" lang="ko-KR" altLang="en-US" sz="1500" b="1" dirty="0" smtClean="0">
                <a:latin typeface="맑은 고딕"/>
                <a:ea typeface="맑은 고딕"/>
                <a:cs typeface="+mj-cs"/>
              </a:rPr>
              <a:t>페이지 </a:t>
            </a:r>
            <a:r>
              <a:rPr kumimoji="1" lang="en-US" altLang="ko-KR" sz="1500" b="1" dirty="0" err="1" smtClean="0">
                <a:latin typeface="맑은 고딕"/>
                <a:ea typeface="맑은 고딕"/>
                <a:cs typeface="+mj-cs"/>
              </a:rPr>
              <a:t>jsp</a:t>
            </a:r>
            <a:r>
              <a:rPr kumimoji="1" lang="ko-KR" altLang="en-US" sz="1500" b="1" dirty="0" smtClean="0">
                <a:latin typeface="맑은 고딕"/>
                <a:ea typeface="맑은 고딕"/>
                <a:cs typeface="+mj-cs"/>
              </a:rPr>
              <a:t> 파일 전환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&gt;</a:t>
            </a:r>
            <a:b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1026" name="Picture 2" descr="C:\Users\kitcoop\Desktop\intro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3189" y="1624487"/>
            <a:ext cx="7364413" cy="4943475"/>
          </a:xfrm>
          <a:prstGeom prst="rect">
            <a:avLst/>
          </a:prstGeom>
          <a:noFill/>
        </p:spPr>
      </p:pic>
      <p:sp>
        <p:nvSpPr>
          <p:cNvPr id="8" name="모서리가 둥근 직사각형 7"/>
          <p:cNvSpPr/>
          <p:nvPr/>
        </p:nvSpPr>
        <p:spPr>
          <a:xfrm>
            <a:off x="3764478" y="2850079"/>
            <a:ext cx="2505693" cy="368135"/>
          </a:xfrm>
          <a:prstGeom prst="roundRect">
            <a:avLst>
              <a:gd name="adj" fmla="val 25363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1945574" y="4643251"/>
            <a:ext cx="2614551" cy="285009"/>
          </a:xfrm>
          <a:prstGeom prst="roundRect">
            <a:avLst>
              <a:gd name="adj" fmla="val 25363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4429496" y="3241964"/>
            <a:ext cx="4370120" cy="59376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sz="1050" dirty="0" smtClean="0">
                <a:latin typeface="돋움"/>
              </a:rPr>
              <a:t>아래와 같이 </a:t>
            </a:r>
            <a:r>
              <a:rPr lang="en-US" altLang="ko-KR" sz="1050" dirty="0" smtClean="0">
                <a:latin typeface="돋움"/>
              </a:rPr>
              <a:t>CSS</a:t>
            </a:r>
            <a:r>
              <a:rPr lang="ko-KR" altLang="en-US" sz="1050" dirty="0" smtClean="0">
                <a:latin typeface="돋움"/>
              </a:rPr>
              <a:t>에 리소스를 찾도록 하면 제대로 찾지 못하고 해당 경로에서 경로를 추가하여 탐색을 하는데 그 때문에 제대로 찾지 못한다</a:t>
            </a:r>
            <a:r>
              <a:rPr kumimoji="1" lang="en-US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  <a:t/>
            </a:r>
            <a:br>
              <a:rPr kumimoji="1" lang="en-US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4617522" y="4676898"/>
            <a:ext cx="3030186" cy="40574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/>
          <a:p>
            <a:r>
              <a:rPr kumimoji="1" lang="ko-KR" altLang="en-US" sz="105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  <a:t>내장객체를 이용하여 한글 깨짐을 방지한다</a:t>
            </a:r>
            <a:r>
              <a:rPr kumimoji="1" lang="en-US" sz="105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  <a:t/>
            </a:r>
            <a:br>
              <a:rPr kumimoji="1" lang="en-US" sz="105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itcoop\Desktop\intro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3217" y="1591294"/>
            <a:ext cx="6579520" cy="4977121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948" y="356267"/>
            <a:ext cx="2986998" cy="1045034"/>
          </a:xfrm>
        </p:spPr>
        <p:txBody>
          <a:bodyPr>
            <a:normAutofit fontScale="90000"/>
          </a:bodyPr>
          <a:lstStyle/>
          <a:p>
            <a:pPr lvl="0" fontAlgn="base">
              <a:spcBef>
                <a:spcPts val="0"/>
              </a:spcBef>
            </a:pPr>
            <a:r>
              <a:rPr kumimoji="1" lang="en-US" sz="1700" dirty="0" smtClean="0">
                <a:latin typeface="맑은 고딕"/>
                <a:ea typeface="맑은 고딕"/>
              </a:rPr>
              <a:t>v.0.12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en-US" altLang="ko-KR" sz="1600" b="0" dirty="0" smtClean="0">
                <a:latin typeface="+mn-ea"/>
              </a:rPr>
              <a:t>intro</a:t>
            </a:r>
            <a:r>
              <a:rPr kumimoji="1" lang="ko-KR" altLang="en-US" sz="1600" b="0" dirty="0" smtClean="0">
                <a:latin typeface="+mn-ea"/>
              </a:rPr>
              <a:t> 모델</a:t>
            </a:r>
            <a:r>
              <a:rPr kumimoji="1" lang="en-US" altLang="ko-KR" sz="1600" b="0" dirty="0" smtClean="0">
                <a:latin typeface="+mn-ea"/>
              </a:rPr>
              <a:t>2 </a:t>
            </a:r>
            <a:r>
              <a:rPr kumimoji="1" lang="ko-KR" altLang="en-US" sz="1600" b="0" dirty="0" smtClean="0">
                <a:latin typeface="+mn-ea"/>
              </a:rPr>
              <a:t>코딩 </a:t>
            </a:r>
            <a:r>
              <a:rPr kumimoji="1" lang="en-US" altLang="ko-KR" sz="1600" b="0" dirty="0" smtClean="0">
                <a:latin typeface="+mn-ea"/>
              </a:rPr>
              <a:t>-</a:t>
            </a:r>
            <a:r>
              <a:rPr kumimoji="1" lang="ko-KR" altLang="en-US" sz="1600" b="0" dirty="0" smtClean="0">
                <a:latin typeface="+mn-ea"/>
              </a:rPr>
              <a:t> </a:t>
            </a:r>
            <a:r>
              <a:rPr kumimoji="1" lang="en-US" altLang="ko-KR" sz="1600" b="0" dirty="0" smtClean="0"/>
              <a:t/>
            </a:r>
            <a:br>
              <a:rPr kumimoji="1" lang="en-US" altLang="ko-KR" sz="1600" b="0" dirty="0" smtClean="0"/>
            </a:br>
            <a:r>
              <a:rPr kumimoji="1" lang="en-US" altLang="ko-KR" sz="1600" b="0" dirty="0" smtClean="0"/>
              <a:t>12</a:t>
            </a:r>
            <a:r>
              <a:rPr kumimoji="1" lang="ko-KR" altLang="en-US" sz="1600" b="0" dirty="0" smtClean="0"/>
              <a:t>주차 발표용</a:t>
            </a:r>
            <a:br>
              <a:rPr kumimoji="1" lang="ko-KR" altLang="en-US" sz="1600" b="0" dirty="0" smtClean="0"/>
            </a:br>
            <a:r>
              <a:rPr kumimoji="1" lang="en-US" sz="1600" b="0" dirty="0" smtClean="0">
                <a:latin typeface="맑은 고딕"/>
                <a:ea typeface="맑은 고딕"/>
              </a:rPr>
              <a:t>2017.10.13</a:t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endParaRPr lang="ko-KR" altLang="en-US" dirty="0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5379522" y="1033152"/>
            <a:ext cx="3562596" cy="7006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&lt; </a:t>
            </a:r>
            <a:r>
              <a:rPr kumimoji="1" lang="en-US" sz="15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choicePlay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 </a:t>
            </a:r>
            <a:r>
              <a:rPr kumimoji="1" lang="ko-KR" altLang="en-US" sz="1500" b="1" dirty="0" smtClean="0">
                <a:latin typeface="맑은 고딕"/>
                <a:ea typeface="맑은 고딕"/>
                <a:cs typeface="+mj-cs"/>
              </a:rPr>
              <a:t>페이지 </a:t>
            </a:r>
            <a:r>
              <a:rPr kumimoji="1" lang="en-US" altLang="ko-KR" sz="1500" b="1" dirty="0" err="1" smtClean="0">
                <a:latin typeface="맑은 고딕"/>
                <a:ea typeface="맑은 고딕"/>
                <a:cs typeface="+mj-cs"/>
              </a:rPr>
              <a:t>jsp</a:t>
            </a:r>
            <a:r>
              <a:rPr kumimoji="1" lang="ko-KR" altLang="en-US" sz="1500" b="1" dirty="0" smtClean="0">
                <a:latin typeface="맑은 고딕"/>
                <a:ea typeface="맑은 고딕"/>
                <a:cs typeface="+mj-cs"/>
              </a:rPr>
              <a:t> 파일 전환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&gt;</a:t>
            </a:r>
            <a:b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814452" y="2137560"/>
            <a:ext cx="4667003" cy="570014"/>
          </a:xfrm>
          <a:prstGeom prst="roundRect">
            <a:avLst>
              <a:gd name="adj" fmla="val 25363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3275611" y="6008913"/>
            <a:ext cx="4692732" cy="403762"/>
          </a:xfrm>
          <a:prstGeom prst="roundRect">
            <a:avLst>
              <a:gd name="adj" fmla="val 25363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5165766" y="2743200"/>
            <a:ext cx="3170712" cy="45126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/>
          <a:p>
            <a:r>
              <a:rPr kumimoji="1" lang="ko-KR" altLang="en-US" sz="105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돋움"/>
                <a:ea typeface="맑은 고딕"/>
                <a:cs typeface="+mj-cs"/>
              </a:rPr>
              <a:t>버튼을 클릭 시 선택한 값을 전달하기 위한 코딩</a:t>
            </a:r>
            <a:r>
              <a:rPr kumimoji="1" lang="en-US" sz="105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  <a:t/>
            </a:r>
            <a:br>
              <a:rPr kumimoji="1" lang="en-US" sz="105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948" y="356267"/>
            <a:ext cx="2986998" cy="1045034"/>
          </a:xfrm>
        </p:spPr>
        <p:txBody>
          <a:bodyPr>
            <a:normAutofit fontScale="90000"/>
          </a:bodyPr>
          <a:lstStyle/>
          <a:p>
            <a:pPr lvl="0" fontAlgn="base">
              <a:spcBef>
                <a:spcPts val="0"/>
              </a:spcBef>
            </a:pPr>
            <a:r>
              <a:rPr kumimoji="1" lang="en-US" sz="1700" dirty="0" smtClean="0">
                <a:latin typeface="맑은 고딕"/>
                <a:ea typeface="맑은 고딕"/>
              </a:rPr>
              <a:t>v.0.12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en-US" altLang="ko-KR" sz="1600" b="0" dirty="0" smtClean="0">
                <a:latin typeface="+mn-ea"/>
              </a:rPr>
              <a:t>intro</a:t>
            </a:r>
            <a:r>
              <a:rPr kumimoji="1" lang="ko-KR" altLang="en-US" sz="1600" b="0" dirty="0" smtClean="0">
                <a:latin typeface="+mn-ea"/>
              </a:rPr>
              <a:t> 모델</a:t>
            </a:r>
            <a:r>
              <a:rPr kumimoji="1" lang="en-US" altLang="ko-KR" sz="1600" b="0" dirty="0" smtClean="0">
                <a:latin typeface="+mn-ea"/>
              </a:rPr>
              <a:t>2 </a:t>
            </a:r>
            <a:r>
              <a:rPr kumimoji="1" lang="ko-KR" altLang="en-US" sz="1600" b="0" dirty="0" smtClean="0">
                <a:latin typeface="+mn-ea"/>
              </a:rPr>
              <a:t>코딩 </a:t>
            </a:r>
            <a:r>
              <a:rPr kumimoji="1" lang="en-US" altLang="ko-KR" sz="1600" b="0" dirty="0" smtClean="0">
                <a:latin typeface="+mn-ea"/>
              </a:rPr>
              <a:t>-</a:t>
            </a:r>
            <a:r>
              <a:rPr kumimoji="1" lang="ko-KR" altLang="en-US" sz="1600" b="0" dirty="0" smtClean="0">
                <a:latin typeface="+mn-ea"/>
              </a:rPr>
              <a:t> </a:t>
            </a:r>
            <a:r>
              <a:rPr kumimoji="1" lang="en-US" altLang="ko-KR" sz="1600" b="0" dirty="0" smtClean="0"/>
              <a:t/>
            </a:r>
            <a:br>
              <a:rPr kumimoji="1" lang="en-US" altLang="ko-KR" sz="1600" b="0" dirty="0" smtClean="0"/>
            </a:br>
            <a:r>
              <a:rPr kumimoji="1" lang="en-US" altLang="ko-KR" sz="1600" b="0" dirty="0" smtClean="0"/>
              <a:t>12</a:t>
            </a:r>
            <a:r>
              <a:rPr kumimoji="1" lang="ko-KR" altLang="en-US" sz="1600" b="0" dirty="0" smtClean="0"/>
              <a:t>주차 발표용</a:t>
            </a:r>
            <a:br>
              <a:rPr kumimoji="1" lang="ko-KR" altLang="en-US" sz="1600" b="0" dirty="0" smtClean="0"/>
            </a:br>
            <a:r>
              <a:rPr kumimoji="1" lang="en-US" sz="1600" b="0" dirty="0" smtClean="0">
                <a:latin typeface="맑은 고딕"/>
                <a:ea typeface="맑은 고딕"/>
              </a:rPr>
              <a:t>2017.10.13</a:t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endParaRPr lang="ko-KR" altLang="en-US" dirty="0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5213267" y="2588820"/>
            <a:ext cx="3562596" cy="7006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&lt; </a:t>
            </a:r>
            <a:r>
              <a:rPr kumimoji="1" lang="en-US" altLang="ko-KR" sz="15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p</a:t>
            </a:r>
            <a:r>
              <a:rPr kumimoji="1" lang="en-US" sz="15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layPro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 </a:t>
            </a:r>
            <a:r>
              <a:rPr kumimoji="1" lang="ko-KR" altLang="en-US" sz="1500" b="1" dirty="0" smtClean="0">
                <a:latin typeface="맑은 고딕"/>
                <a:ea typeface="맑은 고딕"/>
                <a:cs typeface="+mj-cs"/>
              </a:rPr>
              <a:t>페이지 </a:t>
            </a:r>
            <a:r>
              <a:rPr kumimoji="1" lang="en-US" altLang="ko-KR" sz="1500" b="1" dirty="0" err="1" smtClean="0">
                <a:latin typeface="맑은 고딕"/>
                <a:ea typeface="맑은 고딕"/>
                <a:cs typeface="+mj-cs"/>
              </a:rPr>
              <a:t>jsp</a:t>
            </a:r>
            <a:r>
              <a:rPr kumimoji="1" lang="ko-KR" altLang="en-US" sz="1500" b="1" dirty="0" smtClean="0">
                <a:latin typeface="맑은 고딕"/>
                <a:ea typeface="맑은 고딕"/>
                <a:cs typeface="+mj-cs"/>
              </a:rPr>
              <a:t> 파일 전환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&gt;</a:t>
            </a:r>
            <a:b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3149705" y="3323175"/>
            <a:ext cx="5498406" cy="2519485"/>
            <a:chOff x="3232832" y="3394426"/>
            <a:chExt cx="5498406" cy="2519485"/>
          </a:xfrm>
        </p:grpSpPr>
        <p:pic>
          <p:nvPicPr>
            <p:cNvPr id="3074" name="Picture 2" descr="C:\Users\kitcoop\Desktop\intro3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32832" y="3394426"/>
              <a:ext cx="5498406" cy="2519485"/>
            </a:xfrm>
            <a:prstGeom prst="rect">
              <a:avLst/>
            </a:prstGeom>
            <a:noFill/>
          </p:spPr>
        </p:pic>
        <p:sp>
          <p:nvSpPr>
            <p:cNvPr id="8" name="모서리가 둥근 직사각형 7"/>
            <p:cNvSpPr/>
            <p:nvPr/>
          </p:nvSpPr>
          <p:spPr>
            <a:xfrm>
              <a:off x="3562598" y="3859481"/>
              <a:ext cx="5118266" cy="629392"/>
            </a:xfrm>
            <a:prstGeom prst="roundRect">
              <a:avLst>
                <a:gd name="adj" fmla="val 25363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6163293" y="5023261"/>
              <a:ext cx="1805049" cy="403762"/>
            </a:xfrm>
            <a:prstGeom prst="roundRect">
              <a:avLst>
                <a:gd name="adj" fmla="val 25363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제목 1"/>
            <p:cNvSpPr txBox="1">
              <a:spLocks/>
            </p:cNvSpPr>
            <p:nvPr/>
          </p:nvSpPr>
          <p:spPr>
            <a:xfrm>
              <a:off x="4631378" y="3479468"/>
              <a:ext cx="3918856" cy="30875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Autofit/>
            </a:bodyPr>
            <a:lstStyle/>
            <a:p>
              <a:r>
                <a:rPr kumimoji="1" lang="ko-KR" altLang="en-US" sz="1050" dirty="0" smtClean="0">
                  <a:latin typeface="돋움"/>
                  <a:ea typeface="맑은 고딕"/>
                  <a:cs typeface="+mj-cs"/>
                </a:rPr>
                <a:t>전 페이지에서 전달 받은 값을 받아 화면에 보이기 위한 코딩</a:t>
              </a:r>
              <a:endParaRPr kumimoji="0" lang="ko-KR" altLang="en-US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+mj-c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3167</TotalTime>
  <Words>147</Words>
  <Application>Microsoft Office PowerPoint</Application>
  <PresentationFormat>화면 슬라이드 쇼(4:3)</PresentationFormat>
  <Paragraphs>47</Paragraphs>
  <Slides>5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슬라이드 1</vt:lpstr>
      <vt:lpstr>프로젝트 일정</vt:lpstr>
      <vt:lpstr>v.0.12 intro 모델2 코딩 -  12주차 발표용 2017.10.13 </vt:lpstr>
      <vt:lpstr>v.0.12 intro 모델2 코딩 -  12주차 발표용 2017.10.13 </vt:lpstr>
      <vt:lpstr>v.0.12 intro 모델2 코딩 -  12주차 발표용 2017.10.13 </vt:lpstr>
    </vt:vector>
  </TitlesOfParts>
  <Company>auney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auney</dc:creator>
  <cp:lastModifiedBy>kitcoop</cp:lastModifiedBy>
  <cp:revision>360</cp:revision>
  <dcterms:created xsi:type="dcterms:W3CDTF">2017-07-23T05:44:46Z</dcterms:created>
  <dcterms:modified xsi:type="dcterms:W3CDTF">2017-10-26T09:32:50Z</dcterms:modified>
</cp:coreProperties>
</file>