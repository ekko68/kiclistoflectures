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34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57CBD-9E13-4C8F-8A1C-2B876D3E38C1}" type="datetimeFigureOut">
              <a:rPr lang="ko-KR" altLang="en-US" smtClean="0"/>
              <a:pPr/>
              <a:t>2017-05-25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F00AC-E1AA-480F-ABF4-3BA72D0F3D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0" y="188640"/>
            <a:ext cx="9144000" cy="36004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797144" y="260648"/>
            <a:ext cx="926984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가입고객</a:t>
            </a:r>
            <a:endParaRPr lang="ko-KR" alt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5805256" y="260648"/>
            <a:ext cx="926984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이벤트</a:t>
            </a:r>
            <a:endParaRPr lang="ko-KR" alt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6804248" y="260648"/>
            <a:ext cx="926984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err="1" smtClean="0"/>
              <a:t>검색창</a:t>
            </a:r>
            <a:endParaRPr lang="ko-KR" alt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7812360" y="260648"/>
            <a:ext cx="1143008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로그</a:t>
            </a:r>
            <a:r>
              <a:rPr lang="ko-KR" altLang="en-US" sz="1200" dirty="0" smtClean="0"/>
              <a:t>인</a:t>
            </a:r>
            <a:endParaRPr lang="ko-KR" alt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3851920" y="260648"/>
            <a:ext cx="926984" cy="27699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회</a:t>
            </a:r>
            <a:r>
              <a:rPr lang="ko-KR" altLang="en-US" sz="1200" dirty="0" smtClean="0"/>
              <a:t>사소</a:t>
            </a:r>
            <a:r>
              <a:rPr lang="ko-KR" altLang="en-US" sz="1200" dirty="0" smtClean="0"/>
              <a:t>개</a:t>
            </a:r>
            <a:endParaRPr lang="ko-KR" altLang="en-US" sz="1200" dirty="0"/>
          </a:p>
        </p:txBody>
      </p:sp>
      <p:sp>
        <p:nvSpPr>
          <p:cNvPr id="34" name="직사각형 33"/>
          <p:cNvSpPr/>
          <p:nvPr/>
        </p:nvSpPr>
        <p:spPr>
          <a:xfrm>
            <a:off x="0" y="764704"/>
            <a:ext cx="9144000" cy="6480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0" y="764704"/>
            <a:ext cx="169168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smtClean="0"/>
              <a:t>로고</a:t>
            </a:r>
            <a:endParaRPr lang="en-US" altLang="ko-KR" sz="4000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907704" y="764704"/>
            <a:ext cx="14401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글씨</a:t>
            </a:r>
            <a:r>
              <a:rPr lang="en-US" altLang="ko-KR" dirty="0" smtClean="0"/>
              <a:t>1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3347864" y="764704"/>
            <a:ext cx="14401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글씨</a:t>
            </a:r>
            <a:r>
              <a:rPr lang="en-US" altLang="ko-KR" dirty="0" smtClean="0"/>
              <a:t>2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4788024" y="764704"/>
            <a:ext cx="144016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글씨</a:t>
            </a:r>
            <a:r>
              <a:rPr lang="en-US" altLang="ko-KR" dirty="0" smtClean="0"/>
              <a:t>3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6228184" y="764704"/>
            <a:ext cx="151216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글씨</a:t>
            </a:r>
            <a:r>
              <a:rPr lang="en-US" altLang="ko-KR" dirty="0" smtClean="0"/>
              <a:t>4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7740352" y="764704"/>
            <a:ext cx="1403648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글씨</a:t>
            </a:r>
            <a:r>
              <a:rPr lang="en-US" altLang="ko-KR" dirty="0" smtClean="0"/>
              <a:t>5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0" y="1412776"/>
            <a:ext cx="9144000" cy="244827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3419872" y="2420888"/>
            <a:ext cx="2376264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슬라이드 이미지</a:t>
            </a:r>
            <a:endParaRPr lang="ko-KR" altLang="en-US" sz="1100" dirty="0"/>
          </a:p>
        </p:txBody>
      </p:sp>
      <p:sp>
        <p:nvSpPr>
          <p:cNvPr id="45" name="TextBox 44"/>
          <p:cNvSpPr txBox="1"/>
          <p:nvPr/>
        </p:nvSpPr>
        <p:spPr>
          <a:xfrm>
            <a:off x="194902" y="4077072"/>
            <a:ext cx="1928826" cy="120032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불러올 이미지</a:t>
            </a:r>
            <a:r>
              <a:rPr lang="en-US" altLang="ko-KR" dirty="0" smtClean="0"/>
              <a:t>(1)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2123728" y="4077072"/>
            <a:ext cx="1928826" cy="120032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불러올 이미지</a:t>
            </a:r>
            <a:r>
              <a:rPr lang="en-US" altLang="ko-KR" dirty="0" smtClean="0"/>
              <a:t>(2)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4052554" y="4077072"/>
            <a:ext cx="1928826" cy="120032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불러올 이미지</a:t>
            </a:r>
            <a:r>
              <a:rPr lang="en-US" altLang="ko-KR" dirty="0" smtClean="0"/>
              <a:t>(3)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6372200" y="4077072"/>
            <a:ext cx="2500298" cy="147732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불러올 이미지</a:t>
            </a:r>
            <a:r>
              <a:rPr lang="en-US" altLang="ko-KR" dirty="0" smtClean="0"/>
              <a:t>(4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179512" y="5373216"/>
            <a:ext cx="1800200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설명 글씨</a:t>
            </a:r>
            <a:r>
              <a:rPr lang="en-US" altLang="ko-KR" sz="1100" dirty="0" smtClean="0"/>
              <a:t>1</a:t>
            </a:r>
            <a:endParaRPr lang="ko-KR" altLang="en-US" sz="1100" dirty="0"/>
          </a:p>
        </p:txBody>
      </p:sp>
      <p:sp>
        <p:nvSpPr>
          <p:cNvPr id="52" name="TextBox 51"/>
          <p:cNvSpPr txBox="1"/>
          <p:nvPr/>
        </p:nvSpPr>
        <p:spPr>
          <a:xfrm>
            <a:off x="2123728" y="5373216"/>
            <a:ext cx="1800200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설명 글씨</a:t>
            </a:r>
            <a:r>
              <a:rPr lang="en-US" altLang="ko-KR" sz="1100" dirty="0" smtClean="0"/>
              <a:t>2</a:t>
            </a:r>
            <a:endParaRPr lang="ko-KR" altLang="en-US" sz="1100" dirty="0"/>
          </a:p>
        </p:txBody>
      </p:sp>
      <p:sp>
        <p:nvSpPr>
          <p:cNvPr id="53" name="TextBox 52"/>
          <p:cNvSpPr txBox="1"/>
          <p:nvPr/>
        </p:nvSpPr>
        <p:spPr>
          <a:xfrm>
            <a:off x="4139952" y="5373216"/>
            <a:ext cx="1800200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설명 글씨</a:t>
            </a:r>
            <a:r>
              <a:rPr lang="en-US" altLang="ko-KR" sz="1100" dirty="0" smtClean="0"/>
              <a:t>3</a:t>
            </a:r>
            <a:endParaRPr lang="ko-KR" altLang="en-US" sz="1100" dirty="0"/>
          </a:p>
        </p:txBody>
      </p:sp>
      <p:sp>
        <p:nvSpPr>
          <p:cNvPr id="54" name="직사각형 53"/>
          <p:cNvSpPr/>
          <p:nvPr/>
        </p:nvSpPr>
        <p:spPr>
          <a:xfrm>
            <a:off x="323528" y="6021288"/>
            <a:ext cx="8568952" cy="5760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467544" y="6165304"/>
            <a:ext cx="1224136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상품공시</a:t>
            </a:r>
            <a:endParaRPr lang="ko-KR" altLang="en-US" sz="1100" dirty="0"/>
          </a:p>
        </p:txBody>
      </p:sp>
      <p:sp>
        <p:nvSpPr>
          <p:cNvPr id="56" name="TextBox 55"/>
          <p:cNvSpPr txBox="1"/>
          <p:nvPr/>
        </p:nvSpPr>
        <p:spPr>
          <a:xfrm>
            <a:off x="2051720" y="6237312"/>
            <a:ext cx="1224136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보험가격공기</a:t>
            </a:r>
            <a:endParaRPr lang="ko-KR" altLang="en-US" sz="1100" dirty="0"/>
          </a:p>
        </p:txBody>
      </p:sp>
      <p:sp>
        <p:nvSpPr>
          <p:cNvPr id="57" name="TextBox 56"/>
          <p:cNvSpPr txBox="1"/>
          <p:nvPr/>
        </p:nvSpPr>
        <p:spPr>
          <a:xfrm>
            <a:off x="3563888" y="6237312"/>
            <a:ext cx="1368152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smtClean="0"/>
              <a:t>보험금융상품 등록</a:t>
            </a:r>
            <a:endParaRPr lang="ko-KR" altLang="en-US" sz="1100" dirty="0"/>
          </a:p>
        </p:txBody>
      </p:sp>
      <p:sp>
        <p:nvSpPr>
          <p:cNvPr id="58" name="TextBox 57"/>
          <p:cNvSpPr txBox="1"/>
          <p:nvPr/>
        </p:nvSpPr>
        <p:spPr>
          <a:xfrm>
            <a:off x="5148064" y="6237312"/>
            <a:ext cx="1368152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English IR</a:t>
            </a:r>
            <a:endParaRPr lang="ko-KR" altLang="en-US" sz="1100" dirty="0"/>
          </a:p>
        </p:txBody>
      </p:sp>
      <p:sp>
        <p:nvSpPr>
          <p:cNvPr id="59" name="TextBox 58"/>
          <p:cNvSpPr txBox="1"/>
          <p:nvPr/>
        </p:nvSpPr>
        <p:spPr>
          <a:xfrm>
            <a:off x="6948264" y="6237312"/>
            <a:ext cx="1368152" cy="2616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100" dirty="0" err="1" smtClean="0"/>
              <a:t>사이트맵</a:t>
            </a:r>
            <a:endParaRPr lang="ko-KR" alt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54</Words>
  <Application>Microsoft Office PowerPoint</Application>
  <PresentationFormat>화면 슬라이드 쇼(4:3)</PresentationFormat>
  <Paragraphs>29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메인 페이지 샘플</dc:title>
  <dc:creator>kitcoop</dc:creator>
  <cp:lastModifiedBy>kitcoop</cp:lastModifiedBy>
  <cp:revision>9</cp:revision>
  <dcterms:created xsi:type="dcterms:W3CDTF">2017-05-22T05:12:01Z</dcterms:created>
  <dcterms:modified xsi:type="dcterms:W3CDTF">2017-05-25T09:31:51Z</dcterms:modified>
</cp:coreProperties>
</file>