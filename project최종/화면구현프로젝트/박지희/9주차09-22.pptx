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1" r:id="rId3"/>
    <p:sldId id="273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80" d="100"/>
          <a:sy n="80" d="100"/>
        </p:scale>
        <p:origin x="-1026" y="-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F03-E961-4A5D-AF52-A72FFE6F3CB7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CB09D-3A4A-4AAE-9A98-473331E86C2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43F03-E961-4A5D-AF52-A72FFE6F3CB7}" type="datetimeFigureOut">
              <a:rPr lang="ko-KR" altLang="en-US" smtClean="0"/>
              <a:pPr/>
              <a:t>2017-10-26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CB09D-3A4A-4AAE-9A98-473331E86C2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제목 없음-2.jpg"/>
          <p:cNvPicPr>
            <a:picLocks noChangeAspect="1"/>
          </p:cNvPicPr>
          <p:nvPr/>
        </p:nvPicPr>
        <p:blipFill>
          <a:blip r:embed="rId2"/>
          <a:srcRect t="5479" b="50685"/>
          <a:stretch>
            <a:fillRect/>
          </a:stretch>
        </p:blipFill>
        <p:spPr>
          <a:xfrm>
            <a:off x="285720" y="142852"/>
            <a:ext cx="3766370" cy="22860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5720" y="2643182"/>
            <a:ext cx="3643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메인 이미지 움직임 효과 추가</a:t>
            </a:r>
            <a:endParaRPr lang="ko-KR" altLang="en-US" dirty="0"/>
          </a:p>
        </p:txBody>
      </p:sp>
      <p:pic>
        <p:nvPicPr>
          <p:cNvPr id="2" name="Picture 2" descr="C:\Users\kitcoop\Desktop\캡처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3438" y="214290"/>
            <a:ext cx="4143404" cy="547521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제목 없음-2.jpg"/>
          <p:cNvPicPr>
            <a:picLocks noChangeAspect="1"/>
          </p:cNvPicPr>
          <p:nvPr/>
        </p:nvPicPr>
        <p:blipFill>
          <a:blip r:embed="rId2"/>
          <a:srcRect t="50685"/>
          <a:stretch>
            <a:fillRect/>
          </a:stretch>
        </p:blipFill>
        <p:spPr>
          <a:xfrm>
            <a:off x="214282" y="500042"/>
            <a:ext cx="4214842" cy="25717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00628" y="4929198"/>
            <a:ext cx="1928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Mousemove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setTimeout</a:t>
            </a:r>
            <a:r>
              <a:rPr lang="en-US" altLang="ko-KR" dirty="0" smtClean="0"/>
              <a:t> </a:t>
            </a:r>
            <a:r>
              <a:rPr lang="ko-KR" altLang="en-US" dirty="0" smtClean="0"/>
              <a:t>효과</a:t>
            </a:r>
            <a:endParaRPr lang="ko-KR" altLang="en-US" dirty="0"/>
          </a:p>
        </p:txBody>
      </p:sp>
      <p:pic>
        <p:nvPicPr>
          <p:cNvPr id="3" name="Picture 3" descr="C:\Users\kitcoop\Desktop\캡처2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9150" y="142852"/>
            <a:ext cx="3877681" cy="4572032"/>
          </a:xfrm>
          <a:prstGeom prst="rect">
            <a:avLst/>
          </a:prstGeom>
          <a:noFill/>
        </p:spPr>
      </p:pic>
      <p:pic>
        <p:nvPicPr>
          <p:cNvPr id="1028" name="Picture 4" descr="C:\webtest\00.gg\psd\01_intro_2-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14414" y="5072074"/>
            <a:ext cx="2158973" cy="1214422"/>
          </a:xfrm>
          <a:prstGeom prst="rect">
            <a:avLst/>
          </a:prstGeom>
          <a:noFill/>
        </p:spPr>
      </p:pic>
      <p:pic>
        <p:nvPicPr>
          <p:cNvPr id="1029" name="Picture 5" descr="C:\webtest\00.gg\psd\01_intro_2-1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14414" y="3571876"/>
            <a:ext cx="2143140" cy="120551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kitcoop\Desktop\09-08-0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2786058"/>
            <a:ext cx="7488237" cy="3676650"/>
          </a:xfrm>
          <a:prstGeom prst="rect">
            <a:avLst/>
          </a:prstGeom>
          <a:noFill/>
        </p:spPr>
      </p:pic>
      <p:pic>
        <p:nvPicPr>
          <p:cNvPr id="3" name="그림 2" descr="캡처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20" y="285728"/>
            <a:ext cx="3329107" cy="23574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9</Words>
  <Application>Microsoft Office PowerPoint</Application>
  <PresentationFormat>화면 슬라이드 쇼(4:3)</PresentationFormat>
  <Paragraphs>2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슬라이드 1</vt:lpstr>
      <vt:lpstr>슬라이드 2</vt:lpstr>
      <vt:lpstr>슬라이드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실습 과제</dc:title>
  <dc:creator>이연수님</dc:creator>
  <cp:lastModifiedBy>kitcoop</cp:lastModifiedBy>
  <cp:revision>13</cp:revision>
  <dcterms:created xsi:type="dcterms:W3CDTF">2017-09-13T15:44:27Z</dcterms:created>
  <dcterms:modified xsi:type="dcterms:W3CDTF">2017-10-26T09:34:11Z</dcterms:modified>
</cp:coreProperties>
</file>