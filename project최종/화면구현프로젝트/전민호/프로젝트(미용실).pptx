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9" r:id="rId4"/>
    <p:sldId id="261" r:id="rId5"/>
    <p:sldId id="262" r:id="rId6"/>
    <p:sldId id="263" r:id="rId7"/>
    <p:sldId id="269" r:id="rId8"/>
    <p:sldId id="264" r:id="rId9"/>
    <p:sldId id="268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6" autoAdjust="0"/>
    <p:restoredTop sz="94660"/>
  </p:normalViewPr>
  <p:slideViewPr>
    <p:cSldViewPr>
      <p:cViewPr varScale="1">
        <p:scale>
          <a:sx n="87" d="100"/>
          <a:sy n="87" d="100"/>
        </p:scale>
        <p:origin x="-137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14348" y="2143116"/>
            <a:ext cx="7643866" cy="150019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85786" y="3786190"/>
            <a:ext cx="7500990" cy="857256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285728"/>
            <a:ext cx="8554805" cy="939784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9"/>
            <a:ext cx="456478" cy="6857999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071810"/>
            <a:ext cx="7715304" cy="1504952"/>
          </a:xfrm>
        </p:spPr>
        <p:txBody>
          <a:bodyPr anchor="ctr"/>
          <a:lstStyle>
            <a:lvl1pPr algn="l">
              <a:defRPr sz="4000" b="0" cap="all">
                <a:effectLst>
                  <a:outerShdw blurRad="44450" dist="25400" dir="2700000" algn="tl" rotWithShape="0">
                    <a:schemeClr val="bg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0034" y="4500570"/>
            <a:ext cx="7715304" cy="1643064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400">
                <a:solidFill>
                  <a:schemeClr val="tx2"/>
                </a:solidFill>
              </a:defRPr>
            </a:lvl4pPr>
            <a:lvl5pPr marL="1828800" indent="0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500034" y="4429132"/>
            <a:ext cx="7715304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날짜 개체 틀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285728"/>
            <a:ext cx="9144032" cy="114301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 bwMode="invGray">
          <a:xfrm>
            <a:off x="785782" y="1643050"/>
            <a:ext cx="3786218" cy="4429156"/>
          </a:xfrm>
          <a:prstGeom prst="roundRect">
            <a:avLst>
              <a:gd name="adj" fmla="val 5345"/>
            </a:avLst>
          </a:prstGeom>
          <a:solidFill>
            <a:schemeClr val="tx2">
              <a:tint val="50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invGray">
          <a:xfrm>
            <a:off x="4714876" y="1643050"/>
            <a:ext cx="3785616" cy="4429156"/>
          </a:xfrm>
          <a:prstGeom prst="roundRect">
            <a:avLst>
              <a:gd name="adj" fmla="val 6980"/>
            </a:avLst>
          </a:prstGeom>
          <a:solidFill>
            <a:schemeClr val="tx2">
              <a:tint val="75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내용 개체 틀 9"/>
          <p:cNvSpPr>
            <a:spLocks noGrp="1"/>
          </p:cNvSpPr>
          <p:nvPr>
            <p:ph sz="half" idx="2"/>
          </p:nvPr>
        </p:nvSpPr>
        <p:spPr bwMode="invGray">
          <a:xfrm>
            <a:off x="500038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1">
                  <a:shade val="75000"/>
                  <a:alpha val="50000"/>
                </a:schemeClr>
              </a:gs>
              <a:gs pos="100000">
                <a:schemeClr val="accent1">
                  <a:shade val="75000"/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ltGray">
          <a:xfrm>
            <a:off x="500038" y="5429264"/>
            <a:ext cx="4005072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half" idx="4"/>
          </p:nvPr>
        </p:nvSpPr>
        <p:spPr bwMode="invGray">
          <a:xfrm>
            <a:off x="4716932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2">
                  <a:shade val="75000"/>
                  <a:alpha val="50000"/>
                </a:schemeClr>
              </a:gs>
              <a:gs pos="100000">
                <a:schemeClr val="accent2"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 bwMode="ltGray">
          <a:xfrm>
            <a:off x="4714876" y="5429264"/>
            <a:ext cx="4000528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859915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186766" cy="1143000"/>
          </a:xfrm>
        </p:spPr>
        <p:txBody>
          <a:bodyPr/>
          <a:lstStyle>
            <a:lvl1pPr algn="l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invGray">
          <a:xfrm>
            <a:off x="285720" y="263808"/>
            <a:ext cx="8858280" cy="664862"/>
          </a:xfrm>
          <a:prstGeom prst="rect">
            <a:avLst/>
          </a:prstGeom>
          <a:solidFill>
            <a:schemeClr val="tx1">
              <a:tint val="95000"/>
              <a:alpha val="69804"/>
            </a:scheme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 bwMode="invGray">
          <a:xfrm>
            <a:off x="500034" y="285728"/>
            <a:ext cx="8143932" cy="642942"/>
          </a:xfrm>
          <a:noFill/>
        </p:spPr>
        <p:txBody>
          <a:bodyPr anchor="b">
            <a:noAutofit/>
          </a:bodyPr>
          <a:lstStyle>
            <a:lvl1pPr algn="l">
              <a:defRPr sz="2800" b="1">
                <a:ln w="9525" cmpd="sng">
                  <a:noFill/>
                </a:ln>
                <a:solidFill>
                  <a:schemeClr val="bg1"/>
                </a:solidFill>
                <a:effectLst>
                  <a:outerShdw blurRad="44450" dist="25400" dir="2700000" algn="tl" rotWithShape="0">
                    <a:schemeClr val="tx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1006230"/>
            <a:ext cx="2214578" cy="5351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내용 개체 틀 14"/>
          <p:cNvSpPr>
            <a:spLocks noGrp="1"/>
          </p:cNvSpPr>
          <p:nvPr>
            <p:ph sz="quarter" idx="1"/>
          </p:nvPr>
        </p:nvSpPr>
        <p:spPr>
          <a:xfrm>
            <a:off x="2786064" y="1000108"/>
            <a:ext cx="5857875" cy="535783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571876"/>
            <a:ext cx="9144000" cy="3286126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571876"/>
            <a:ext cx="3286148" cy="113824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4714884"/>
            <a:ext cx="3286148" cy="11430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572272"/>
            <a:ext cx="2895600" cy="2977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idx="1"/>
          </p:nvPr>
        </p:nvSpPr>
        <p:spPr>
          <a:xfrm>
            <a:off x="4000496" y="1071546"/>
            <a:ext cx="4214842" cy="4714908"/>
          </a:xfrm>
          <a:solidFill>
            <a:schemeClr val="tx2"/>
          </a:solidFill>
          <a:ln w="152400" cap="rnd">
            <a:solidFill>
              <a:srgbClr val="FFFFFF"/>
            </a:soli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twoPt" dir="t">
              <a:rot lat="0" lon="0" rev="10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tint val="10000"/>
                  </a:schemeClr>
                </a:solidFill>
                <a:effectLst>
                  <a:outerShdw blurRad="50800" dist="50800" dir="5400000" algn="tl" rotWithShape="0">
                    <a:srgbClr val="000000">
                      <a:alpha val="58000"/>
                    </a:srgbClr>
                  </a:outerShdw>
                </a:effectLst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b"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00175"/>
            <a:ext cx="8229600" cy="4625989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455646" y="1428736"/>
            <a:ext cx="8215370" cy="1588"/>
          </a:xfrm>
          <a:prstGeom prst="line">
            <a:avLst/>
          </a:prstGeom>
          <a:noFill/>
          <a:ln w="28575" cap="sq" cmpd="sng" algn="ctr">
            <a:solidFill>
              <a:srgbClr val="E49458"/>
            </a:solidFill>
            <a:prstDash val="solid"/>
          </a:ln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rgbClr val="E49458">
                <a:tint val="100000"/>
                <a:shade val="100000"/>
                <a:hueMod val="100000"/>
                <a:satMod val="100000"/>
              </a:srgb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643834" y="-15949"/>
            <a:ext cx="1500166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43834" y="285728"/>
            <a:ext cx="1214446" cy="6286546"/>
          </a:xfrm>
          <a:noFill/>
        </p:spPr>
        <p:txBody>
          <a:bodyPr vert="eaVert" anchor="b"/>
          <a:lstStyle>
            <a:lvl1pPr algn="ctr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571481"/>
            <a:ext cx="7115196" cy="5715044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2380"/>
            <a:ext cx="9144000" cy="283348"/>
          </a:xfrm>
          <a:prstGeom prst="rect">
            <a:avLst/>
          </a:prstGeom>
          <a:solidFill>
            <a:schemeClr val="accent4"/>
          </a:solidFill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12353" y="274638"/>
            <a:ext cx="8545927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C9CFF76-A89A-4CAB-9B0A-4217D70E5D8C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72272"/>
            <a:ext cx="2895600" cy="285752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A0B19D27-5D6D-41EA-9072-ED47E21F7F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1" hangingPunct="1">
        <a:spcBef>
          <a:spcPct val="0"/>
        </a:spcBef>
        <a:buNone/>
        <a:defRPr kumimoji="0" sz="4400" b="0" kern="1200" spc="100" dirty="0">
          <a:ln w="18000">
            <a:noFill/>
            <a:prstDash val="solid"/>
          </a:ln>
          <a:solidFill>
            <a:schemeClr val="tx1"/>
          </a:solidFill>
          <a:effectLst>
            <a:outerShdw blurRad="44450" dist="25400" dir="2700000" algn="tl" rotWithShape="0">
              <a:schemeClr val="bg1">
                <a:alpha val="51000"/>
              </a:scheme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1" hangingPunct="1">
        <a:spcBef>
          <a:spcPct val="20000"/>
        </a:spcBef>
        <a:buFont typeface="Arial"/>
        <a:buChar char="•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홈페이지 프로젝트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컨셉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미용실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1403648" y="1052736"/>
            <a:ext cx="6012809" cy="5301208"/>
            <a:chOff x="0" y="0"/>
            <a:chExt cx="9144001" cy="6858000"/>
          </a:xfrm>
        </p:grpSpPr>
        <p:sp>
          <p:nvSpPr>
            <p:cNvPr id="4" name="직사각형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0"/>
              <a:ext cx="9144000" cy="1628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0"/>
              <a:ext cx="9144000" cy="8367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691680" y="2780928"/>
              <a:ext cx="5976663" cy="30877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0" y="1628800"/>
              <a:ext cx="9144000" cy="11521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0" y="5868727"/>
              <a:ext cx="9144001" cy="9892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5399584" y="6021288"/>
            <a:ext cx="194421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copyright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2663280" y="3284984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광고 배너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2663280" y="4077072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여성 스타일링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2663280" y="4869160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남성 스타일링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2519264" y="2492896"/>
            <a:ext cx="40324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꽉찬</a:t>
            </a:r>
            <a:r>
              <a:rPr lang="ko-KR" altLang="en-US" dirty="0" smtClean="0">
                <a:solidFill>
                  <a:schemeClr val="bg1"/>
                </a:solidFill>
              </a:rPr>
              <a:t> 슬라이드 이미지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2807296" y="1196752"/>
            <a:ext cx="34563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SNS </a:t>
            </a:r>
            <a:r>
              <a:rPr lang="ko-KR" altLang="en-US" dirty="0" smtClean="0"/>
              <a:t>와 로그인 및 회원가입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3635896" y="1844824"/>
            <a:ext cx="34563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메뉴들 메뉴</a:t>
            </a:r>
            <a:endParaRPr lang="ko-KR" altLang="en-US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6444208" y="3212976"/>
            <a:ext cx="0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339752" y="3212976"/>
            <a:ext cx="0" cy="2304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835696" y="1844824"/>
            <a:ext cx="122413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로</a:t>
            </a:r>
            <a:r>
              <a:rPr lang="ko-KR" altLang="en-US" dirty="0" smtClean="0"/>
              <a:t> 고</a:t>
            </a:r>
            <a:endParaRPr lang="ko-KR" altLang="en-US" dirty="0"/>
          </a:p>
        </p:txBody>
      </p:sp>
      <p:cxnSp>
        <p:nvCxnSpPr>
          <p:cNvPr id="31" name="직선 연결선 30"/>
          <p:cNvCxnSpPr>
            <a:stCxn id="10" idx="1"/>
            <a:endCxn id="10" idx="3"/>
          </p:cNvCxnSpPr>
          <p:nvPr/>
        </p:nvCxnSpPr>
        <p:spPr>
          <a:xfrm>
            <a:off x="1403648" y="5971592"/>
            <a:ext cx="6012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275856" y="5589240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5436096" y="5589240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1691680" y="5661248"/>
            <a:ext cx="122413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동영상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3635896" y="5661248"/>
            <a:ext cx="122413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오시는길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5796136" y="5661248"/>
            <a:ext cx="122413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회사소개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771800" y="116632"/>
            <a:ext cx="32047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smtClean="0"/>
              <a:t>초기 스케치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mainim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1196752"/>
            <a:ext cx="4330146" cy="523294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-15190"/>
            <a:ext cx="88204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000" dirty="0" smtClean="0"/>
              <a:t>구현한 </a:t>
            </a:r>
            <a:r>
              <a:rPr lang="ko-KR" altLang="en-US" sz="4000" dirty="0" err="1" smtClean="0"/>
              <a:t>데스크탑</a:t>
            </a:r>
            <a:r>
              <a:rPr lang="ko-KR" altLang="en-US" sz="4000" dirty="0" smtClean="0"/>
              <a:t> 화면 및 </a:t>
            </a:r>
            <a:r>
              <a:rPr lang="ko-KR" altLang="en-US" sz="4000" dirty="0" err="1" smtClean="0"/>
              <a:t>모바일</a:t>
            </a:r>
            <a:r>
              <a:rPr lang="ko-KR" altLang="en-US" sz="4000" dirty="0" smtClean="0"/>
              <a:t> 화면</a:t>
            </a:r>
            <a:endParaRPr lang="ko-KR" altLang="en-US" sz="4000" dirty="0"/>
          </a:p>
        </p:txBody>
      </p:sp>
      <p:pic>
        <p:nvPicPr>
          <p:cNvPr id="6" name="그림 5" descr="모바일 캡쳐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764704"/>
            <a:ext cx="2153909" cy="6093296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 rot="14184494">
            <a:off x="7365074" y="1432034"/>
            <a:ext cx="1008112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164288" y="2276872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sns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메뉴삭제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menu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404664"/>
            <a:ext cx="2504585" cy="6309320"/>
          </a:xfrm>
          <a:prstGeom prst="rect">
            <a:avLst/>
          </a:prstGeom>
        </p:spPr>
      </p:pic>
      <p:pic>
        <p:nvPicPr>
          <p:cNvPr id="6" name="그림 5" descr="menu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2924944"/>
            <a:ext cx="3439005" cy="3057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11960" y="1196752"/>
            <a:ext cx="4392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 smtClean="0"/>
              <a:t>데스크탑</a:t>
            </a:r>
            <a:r>
              <a:rPr lang="ko-KR" altLang="en-US" sz="3600" dirty="0" smtClean="0"/>
              <a:t> 메뉴 구현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모바일메뉴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4" y="908720"/>
            <a:ext cx="2572109" cy="5706272"/>
          </a:xfrm>
          <a:prstGeom prst="rect">
            <a:avLst/>
          </a:prstGeom>
        </p:spPr>
      </p:pic>
      <p:pic>
        <p:nvPicPr>
          <p:cNvPr id="7" name="그림 6" descr="모바일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43808" y="1052736"/>
            <a:ext cx="3943901" cy="3181794"/>
          </a:xfrm>
          <a:prstGeom prst="rect">
            <a:avLst/>
          </a:prstGeom>
        </p:spPr>
      </p:pic>
      <p:pic>
        <p:nvPicPr>
          <p:cNvPr id="8" name="그림 7" descr="모바일드랍메뉴구현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15816" y="4941168"/>
            <a:ext cx="3801006" cy="15813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3848" y="116632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모바일메뉴</a:t>
            </a:r>
            <a:r>
              <a:rPr lang="ko-KR" altLang="en-US" dirty="0" smtClean="0"/>
              <a:t> 구현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3528" y="40466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CSS</a:t>
            </a:r>
            <a:r>
              <a:rPr lang="ko-KR" altLang="en-US" dirty="0" smtClean="0"/>
              <a:t>부분 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51920" y="62068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HTML </a:t>
            </a:r>
            <a:r>
              <a:rPr lang="ko-KR" altLang="en-US" dirty="0" smtClean="0"/>
              <a:t>부분 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4221088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	   SCRIPT </a:t>
            </a:r>
            <a:r>
              <a:rPr lang="ko-KR" altLang="en-US" dirty="0" smtClean="0"/>
              <a:t>부분</a:t>
            </a:r>
            <a:endParaRPr lang="en-US" altLang="ko-KR" dirty="0" smtClean="0"/>
          </a:p>
          <a:p>
            <a:r>
              <a:rPr lang="ko-KR" altLang="en-US" dirty="0" err="1" smtClean="0"/>
              <a:t>클릭시</a:t>
            </a:r>
            <a:r>
              <a:rPr lang="ko-KR" altLang="en-US" dirty="0" smtClean="0"/>
              <a:t> 리스트 슬라이드로 구현</a:t>
            </a:r>
            <a:endParaRPr lang="ko-KR" altLang="en-US" dirty="0"/>
          </a:p>
        </p:txBody>
      </p:sp>
      <p:pic>
        <p:nvPicPr>
          <p:cNvPr id="14" name="그림 13" descr="m_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20272" y="2996952"/>
            <a:ext cx="2011410" cy="3312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따라다니는 메뉴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68638" y="3257600"/>
            <a:ext cx="5775362" cy="36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96136" y="285293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SCRIPT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2555776" y="4797152"/>
            <a:ext cx="1368152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4077072"/>
            <a:ext cx="3563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 </a:t>
            </a:r>
            <a:r>
              <a:rPr lang="ko-KR" altLang="en-US" dirty="0" err="1" smtClean="0"/>
              <a:t>스크롤시</a:t>
            </a:r>
            <a:r>
              <a:rPr lang="ko-KR" altLang="en-US" dirty="0" smtClean="0"/>
              <a:t> 이벤트</a:t>
            </a:r>
            <a:endParaRPr lang="en-US" altLang="ko-KR" dirty="0" smtClean="0"/>
          </a:p>
          <a:p>
            <a:r>
              <a:rPr lang="en-US" altLang="ko-KR" dirty="0" smtClean="0"/>
              <a:t>1.</a:t>
            </a:r>
            <a:r>
              <a:rPr lang="ko-KR" altLang="en-US" dirty="0" smtClean="0"/>
              <a:t>메뉴의 높이</a:t>
            </a:r>
            <a:r>
              <a:rPr lang="en-US" altLang="ko-KR" dirty="0" smtClean="0"/>
              <a:t>:110 -&gt; 60</a:t>
            </a:r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메뉴에 그림자 </a:t>
            </a:r>
            <a:endParaRPr lang="en-US" altLang="ko-KR" dirty="0" smtClean="0"/>
          </a:p>
          <a:p>
            <a:r>
              <a:rPr lang="en-US" altLang="ko-KR" dirty="0" smtClean="0"/>
              <a:t>3.</a:t>
            </a:r>
            <a:r>
              <a:rPr lang="ko-KR" altLang="en-US" dirty="0" smtClean="0"/>
              <a:t>메뉴의 투명도를 조절</a:t>
            </a:r>
            <a:endParaRPr lang="en-US" altLang="ko-KR" dirty="0" smtClean="0"/>
          </a:p>
          <a:p>
            <a:r>
              <a:rPr lang="en-US" altLang="ko-KR" dirty="0" smtClean="0"/>
              <a:t>4.</a:t>
            </a:r>
            <a:r>
              <a:rPr lang="ko-KR" altLang="en-US" dirty="0" smtClean="0"/>
              <a:t>로고를 작은 로고로 변경</a:t>
            </a:r>
            <a:endParaRPr lang="en-US" altLang="ko-KR" dirty="0" smtClean="0"/>
          </a:p>
        </p:txBody>
      </p:sp>
      <p:pic>
        <p:nvPicPr>
          <p:cNvPr id="11" name="그림 10" descr="메뉴우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80120" y="1052736"/>
            <a:ext cx="8063880" cy="1116459"/>
          </a:xfrm>
          <a:prstGeom prst="rect">
            <a:avLst/>
          </a:prstGeom>
        </p:spPr>
      </p:pic>
      <p:sp>
        <p:nvSpPr>
          <p:cNvPr id="12" name="오른쪽 화살표 11"/>
          <p:cNvSpPr/>
          <p:nvPr/>
        </p:nvSpPr>
        <p:spPr>
          <a:xfrm rot="19707943">
            <a:off x="1722473" y="2021368"/>
            <a:ext cx="1368152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39552" y="2636912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아래의 메뉴만 따라오게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63688" y="188640"/>
            <a:ext cx="46506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/>
              <a:t>움직이는 메뉴 구현</a:t>
            </a:r>
            <a:endParaRPr lang="ko-KR" alt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59632" y="0"/>
            <a:ext cx="6696744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75656" y="1268760"/>
            <a:ext cx="6552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/>
              <a:t>콘텐츠</a:t>
            </a:r>
            <a:r>
              <a:rPr lang="ko-KR" altLang="en-US" dirty="0" smtClean="0"/>
              <a:t> 영역 </a:t>
            </a:r>
            <a:r>
              <a:rPr lang="en-US" altLang="ko-KR" dirty="0" smtClean="0"/>
              <a:t>:</a:t>
            </a:r>
          </a:p>
          <a:p>
            <a:pPr algn="ctr"/>
            <a:r>
              <a:rPr lang="en-US" altLang="ko-KR" dirty="0" smtClean="0"/>
              <a:t>body-warp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으로</a:t>
            </a:r>
            <a:r>
              <a:rPr lang="ko-KR" altLang="en-US" dirty="0" smtClean="0"/>
              <a:t> 회색 배경을 </a:t>
            </a:r>
            <a:r>
              <a:rPr lang="ko-KR" altLang="en-US" dirty="0" err="1" smtClean="0"/>
              <a:t>준뒤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en-US" altLang="ko-KR" dirty="0" err="1" smtClean="0"/>
              <a:t>Bodybody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콘텐츠</a:t>
            </a:r>
            <a:r>
              <a:rPr lang="ko-KR" altLang="en-US" dirty="0" smtClean="0"/>
              <a:t> 영역부분을 가로 </a:t>
            </a:r>
            <a:r>
              <a:rPr lang="en-US" altLang="ko-KR" dirty="0" smtClean="0"/>
              <a:t>80%</a:t>
            </a:r>
            <a:r>
              <a:rPr lang="ko-KR" altLang="en-US" dirty="0" smtClean="0"/>
              <a:t>으로 가운데 정렬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780928"/>
            <a:ext cx="60864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콘텐츠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69042" y="2780928"/>
            <a:ext cx="4267454" cy="2664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232" y="260648"/>
            <a:ext cx="7951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/>
              <a:t>콘텐츠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– </a:t>
            </a:r>
            <a:r>
              <a:rPr lang="ko-KR" altLang="en-US" sz="2800" dirty="0" smtClean="0"/>
              <a:t>마우스 </a:t>
            </a:r>
            <a:r>
              <a:rPr lang="ko-KR" altLang="en-US" sz="2800" dirty="0" err="1" smtClean="0"/>
              <a:t>오버시</a:t>
            </a:r>
            <a:r>
              <a:rPr lang="ko-KR" altLang="en-US" sz="2800" dirty="0" smtClean="0"/>
              <a:t> 투명도 및 </a:t>
            </a:r>
            <a:r>
              <a:rPr lang="ko-KR" altLang="en-US" sz="2800" dirty="0" err="1" smtClean="0"/>
              <a:t>글씨나타내기</a:t>
            </a:r>
            <a:endParaRPr lang="ko-KR" altLang="en-US" sz="2800" dirty="0"/>
          </a:p>
        </p:txBody>
      </p:sp>
      <p:pic>
        <p:nvPicPr>
          <p:cNvPr id="7" name="그림 6" descr="콘텐츠 cs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496" y="2276872"/>
            <a:ext cx="4600803" cy="3744416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 rot="10800000">
            <a:off x="1907704" y="2852936"/>
            <a:ext cx="108012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915816" y="2708920"/>
            <a:ext cx="1747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solidFill>
                  <a:schemeClr val="bg1"/>
                </a:solidFill>
              </a:rPr>
              <a:t>택스트</a:t>
            </a:r>
            <a:r>
              <a:rPr lang="ko-KR" altLang="en-US" dirty="0" smtClean="0">
                <a:solidFill>
                  <a:schemeClr val="bg1"/>
                </a:solidFill>
              </a:rPr>
              <a:t> 틀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>
                <a:solidFill>
                  <a:schemeClr val="bg1"/>
                </a:solidFill>
              </a:rPr>
              <a:t>초기값</a:t>
            </a:r>
            <a:r>
              <a:rPr lang="en-US" altLang="ko-KR" dirty="0" smtClean="0">
                <a:solidFill>
                  <a:schemeClr val="bg1"/>
                </a:solidFill>
              </a:rPr>
              <a:t>:</a:t>
            </a:r>
            <a:r>
              <a:rPr lang="ko-KR" altLang="en-US" dirty="0" smtClean="0">
                <a:solidFill>
                  <a:schemeClr val="bg1"/>
                </a:solidFill>
              </a:rPr>
              <a:t>투명도</a:t>
            </a:r>
            <a:r>
              <a:rPr lang="en-US" altLang="ko-KR" dirty="0" smtClean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오른쪽 화살표 10"/>
          <p:cNvSpPr/>
          <p:nvPr/>
        </p:nvSpPr>
        <p:spPr>
          <a:xfrm rot="10800000">
            <a:off x="1763688" y="4509120"/>
            <a:ext cx="108012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915816" y="450912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마우스 </a:t>
            </a:r>
            <a:r>
              <a:rPr lang="ko-KR" altLang="en-US" dirty="0" err="1" smtClean="0">
                <a:solidFill>
                  <a:schemeClr val="bg1"/>
                </a:solidFill>
              </a:rPr>
              <a:t>오버시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smtClean="0">
                <a:solidFill>
                  <a:schemeClr val="bg1"/>
                </a:solidFill>
              </a:rPr>
              <a:t>투명도로 띄움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560" y="27089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부족하지만 봐주셔서 감사합니다</a:t>
            </a:r>
            <a:endParaRPr lang="ko-KR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고구려 벽화">
  <a:themeElements>
    <a:clrScheme name="고구려 벽화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E49458"/>
      </a:accent1>
      <a:accent2>
        <a:srgbClr val="74AD8D"/>
      </a:accent2>
      <a:accent3>
        <a:srgbClr val="D4AC30"/>
      </a:accent3>
      <a:accent4>
        <a:srgbClr val="7BA5BE"/>
      </a:accent4>
      <a:accent5>
        <a:srgbClr val="E4A098"/>
      </a:accent5>
      <a:accent6>
        <a:srgbClr val="70B4B7"/>
      </a:accent6>
      <a:hlink>
        <a:srgbClr val="008685"/>
      </a:hlink>
      <a:folHlink>
        <a:srgbClr val="EA5A23"/>
      </a:folHlink>
    </a:clrScheme>
    <a:fontScheme name="고구려 벽화">
      <a:maj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고구려 벽화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18000">
              <a:schemeClr val="phClr">
                <a:tint val="20000"/>
                <a:shade val="100000"/>
                <a:hueMod val="100000"/>
                <a:satMod val="100000"/>
              </a:schemeClr>
            </a:gs>
            <a:gs pos="87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95000"/>
                <a:hueMod val="100000"/>
                <a:satMod val="100000"/>
              </a:schemeClr>
            </a:gs>
          </a:gsLst>
          <a:lin ang="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r="5400000" algn="tl">
              <a:srgbClr val="EBE9ED">
                <a:alpha val="0"/>
              </a:srgbClr>
            </a:outerShdw>
          </a:effectLst>
        </a:effectStyle>
        <a:effectStyle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01600" dist="76200" dir="2700000" algn="bl">
              <a:srgbClr val="000000">
                <a:alpha val="30588"/>
              </a:srgbClr>
            </a:outerShdw>
          </a:effectLst>
          <a:scene3d>
            <a:camera prst="orthographicFront" fov="0">
              <a:rot lat="0" lon="0" rev="0"/>
            </a:camera>
            <a:lightRig rig="chilly" dir="t">
              <a:rot lat="0" lon="0" rev="4200000"/>
            </a:lightRig>
          </a:scene3d>
          <a:sp3d contourW="25400" prstMaterial="matte">
            <a:bevelT h="88900"/>
            <a:contourClr>
              <a:srgbClr val="FFFFFF">
                <a:alpha val="0"/>
              </a:srgb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60000">
              <a:schemeClr val="phClr">
                <a:tint val="100000"/>
                <a:shade val="55000"/>
                <a:hueMod val="100000"/>
                <a:satMod val="100000"/>
              </a:schemeClr>
            </a:gs>
          </a:gsLst>
          <a:path path="circle">
            <a:fillToRect l="50000" t="90000" r="50000" b="1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3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80</TotalTime>
  <Words>119</Words>
  <Application>Microsoft Office PowerPoint</Application>
  <PresentationFormat>화면 슬라이드 쇼(4:3)</PresentationFormat>
  <Paragraphs>39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고구려 벽화</vt:lpstr>
      <vt:lpstr>홈페이지 프로젝트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부족하지만 봐주셔서 감사합니다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</dc:title>
  <dc:creator>kitcoop</dc:creator>
  <cp:lastModifiedBy>kitcoop</cp:lastModifiedBy>
  <cp:revision>10</cp:revision>
  <dcterms:created xsi:type="dcterms:W3CDTF">2017-05-26T07:33:18Z</dcterms:created>
  <dcterms:modified xsi:type="dcterms:W3CDTF">2017-05-26T09:20:49Z</dcterms:modified>
</cp:coreProperties>
</file>