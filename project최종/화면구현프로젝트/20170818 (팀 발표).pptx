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6" r:id="rId2"/>
    <p:sldId id="257" r:id="rId3"/>
    <p:sldId id="258" r:id="rId4"/>
    <p:sldId id="304" r:id="rId5"/>
    <p:sldId id="311" r:id="rId6"/>
    <p:sldId id="305" r:id="rId7"/>
    <p:sldId id="307" r:id="rId8"/>
    <p:sldId id="310" r:id="rId9"/>
    <p:sldId id="306" r:id="rId10"/>
    <p:sldId id="308" r:id="rId11"/>
    <p:sldId id="309" r:id="rId12"/>
    <p:sldId id="291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EBE600"/>
    <a:srgbClr val="EA0000"/>
    <a:srgbClr val="E9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55" autoAdjust="0"/>
    <p:restoredTop sz="94660"/>
  </p:normalViewPr>
  <p:slideViewPr>
    <p:cSldViewPr>
      <p:cViewPr>
        <p:scale>
          <a:sx n="75" d="100"/>
          <a:sy n="75" d="100"/>
        </p:scale>
        <p:origin x="-84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E290E-1855-4C76-AE8C-9CC724833F86}" type="datetimeFigureOut">
              <a:rPr lang="ko-KR" altLang="en-US" smtClean="0"/>
              <a:t>2017-08-18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0DD1D-2713-46C5-95C8-CF8A97CCFF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614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17E6D-81CC-4B51-A111-E9C58B1BFE08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A62-C0FB-48C8-81A0-14ADC9E99D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07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4750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76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76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89964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082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8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7"/>
          <p:cNvGrpSpPr/>
          <p:nvPr userDrawn="1"/>
        </p:nvGrpSpPr>
        <p:grpSpPr>
          <a:xfrm>
            <a:off x="117569" y="281122"/>
            <a:ext cx="8987246" cy="6576878"/>
            <a:chOff x="117568" y="279836"/>
            <a:chExt cx="8987246" cy="6576878"/>
          </a:xfrm>
        </p:grpSpPr>
        <p:grpSp>
          <p:nvGrpSpPr>
            <p:cNvPr id="3" name="그룹 10"/>
            <p:cNvGrpSpPr/>
            <p:nvPr userDrawn="1"/>
          </p:nvGrpSpPr>
          <p:grpSpPr>
            <a:xfrm>
              <a:off x="178529" y="279836"/>
              <a:ext cx="540000" cy="373638"/>
              <a:chOff x="3285372" y="1613498"/>
              <a:chExt cx="2573256" cy="1560224"/>
            </a:xfrm>
          </p:grpSpPr>
          <p:sp>
            <p:nvSpPr>
              <p:cNvPr id="12" name="자유형 11"/>
              <p:cNvSpPr/>
              <p:nvPr userDrawn="1"/>
            </p:nvSpPr>
            <p:spPr>
              <a:xfrm>
                <a:off x="4116914" y="1842807"/>
                <a:ext cx="1741714" cy="1330915"/>
              </a:xfrm>
              <a:custGeom>
                <a:avLst/>
                <a:gdLst>
                  <a:gd name="connsiteX0" fmla="*/ 78375 w 1741714"/>
                  <a:gd name="connsiteY0" fmla="*/ 0 h 1330915"/>
                  <a:gd name="connsiteX1" fmla="*/ 1663339 w 1741714"/>
                  <a:gd name="connsiteY1" fmla="*/ 0 h 1330915"/>
                  <a:gd name="connsiteX2" fmla="*/ 1741714 w 1741714"/>
                  <a:gd name="connsiteY2" fmla="*/ 78375 h 1330915"/>
                  <a:gd name="connsiteX3" fmla="*/ 1741714 w 1741714"/>
                  <a:gd name="connsiteY3" fmla="*/ 1062448 h 1330915"/>
                  <a:gd name="connsiteX4" fmla="*/ 1663339 w 1741714"/>
                  <a:gd name="connsiteY4" fmla="*/ 1140823 h 1330915"/>
                  <a:gd name="connsiteX5" fmla="*/ 1609451 w 1741714"/>
                  <a:gd name="connsiteY5" fmla="*/ 1140823 h 1330915"/>
                  <a:gd name="connsiteX6" fmla="*/ 1609451 w 1741714"/>
                  <a:gd name="connsiteY6" fmla="*/ 1330915 h 1330915"/>
                  <a:gd name="connsiteX7" fmla="*/ 1357810 w 1741714"/>
                  <a:gd name="connsiteY7" fmla="*/ 1140823 h 1330915"/>
                  <a:gd name="connsiteX8" fmla="*/ 78375 w 1741714"/>
                  <a:gd name="connsiteY8" fmla="*/ 1140823 h 1330915"/>
                  <a:gd name="connsiteX9" fmla="*/ 0 w 1741714"/>
                  <a:gd name="connsiteY9" fmla="*/ 1062448 h 1330915"/>
                  <a:gd name="connsiteX10" fmla="*/ 0 w 1741714"/>
                  <a:gd name="connsiteY10" fmla="*/ 78375 h 1330915"/>
                  <a:gd name="connsiteX11" fmla="*/ 78375 w 1741714"/>
                  <a:gd name="connsiteY11" fmla="*/ 0 h 133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4" h="1330915">
                    <a:moveTo>
                      <a:pt x="78375" y="0"/>
                    </a:moveTo>
                    <a:lnTo>
                      <a:pt x="1663339" y="0"/>
                    </a:lnTo>
                    <a:cubicBezTo>
                      <a:pt x="1706624" y="0"/>
                      <a:pt x="1741714" y="35090"/>
                      <a:pt x="1741714" y="78375"/>
                    </a:cubicBezTo>
                    <a:lnTo>
                      <a:pt x="1741714" y="1062448"/>
                    </a:lnTo>
                    <a:cubicBezTo>
                      <a:pt x="1741714" y="1105733"/>
                      <a:pt x="1706624" y="1140823"/>
                      <a:pt x="1663339" y="1140823"/>
                    </a:cubicBezTo>
                    <a:lnTo>
                      <a:pt x="1609451" y="1140823"/>
                    </a:lnTo>
                    <a:lnTo>
                      <a:pt x="1609451" y="1330915"/>
                    </a:lnTo>
                    <a:lnTo>
                      <a:pt x="1357810" y="1140823"/>
                    </a:lnTo>
                    <a:lnTo>
                      <a:pt x="78375" y="1140823"/>
                    </a:lnTo>
                    <a:cubicBezTo>
                      <a:pt x="35090" y="1140823"/>
                      <a:pt x="0" y="1105733"/>
                      <a:pt x="0" y="1062448"/>
                    </a:cubicBezTo>
                    <a:lnTo>
                      <a:pt x="0" y="78375"/>
                    </a:lnTo>
                    <a:cubicBezTo>
                      <a:pt x="0" y="35090"/>
                      <a:pt x="35090" y="0"/>
                      <a:pt x="78375" y="0"/>
                    </a:cubicBezTo>
                    <a:close/>
                  </a:path>
                </a:pathLst>
              </a:custGeom>
              <a:solidFill>
                <a:srgbClr val="B1D1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/>
              <p:nvPr userDrawn="1"/>
            </p:nvCxnSpPr>
            <p:spPr>
              <a:xfrm flipH="1">
                <a:off x="4213771" y="1724657"/>
                <a:ext cx="1548000" cy="0"/>
              </a:xfrm>
              <a:prstGeom prst="line">
                <a:avLst/>
              </a:prstGeom>
              <a:ln w="12700">
                <a:solidFill>
                  <a:srgbClr val="EEECE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자유형 13"/>
              <p:cNvSpPr/>
              <p:nvPr userDrawn="1"/>
            </p:nvSpPr>
            <p:spPr>
              <a:xfrm flipH="1">
                <a:off x="3285372" y="1613498"/>
                <a:ext cx="1060205" cy="810146"/>
              </a:xfrm>
              <a:custGeom>
                <a:avLst/>
                <a:gdLst>
                  <a:gd name="connsiteX0" fmla="*/ 1012497 w 1060205"/>
                  <a:gd name="connsiteY0" fmla="*/ 0 h 810146"/>
                  <a:gd name="connsiteX1" fmla="*/ 47708 w 1060205"/>
                  <a:gd name="connsiteY1" fmla="*/ 0 h 810146"/>
                  <a:gd name="connsiteX2" fmla="*/ 0 w 1060205"/>
                  <a:gd name="connsiteY2" fmla="*/ 47708 h 810146"/>
                  <a:gd name="connsiteX3" fmla="*/ 0 w 1060205"/>
                  <a:gd name="connsiteY3" fmla="*/ 646727 h 810146"/>
                  <a:gd name="connsiteX4" fmla="*/ 47708 w 1060205"/>
                  <a:gd name="connsiteY4" fmla="*/ 694435 h 810146"/>
                  <a:gd name="connsiteX5" fmla="*/ 826518 w 1060205"/>
                  <a:gd name="connsiteY5" fmla="*/ 694435 h 810146"/>
                  <a:gd name="connsiteX6" fmla="*/ 979695 w 1060205"/>
                  <a:gd name="connsiteY6" fmla="*/ 810146 h 810146"/>
                  <a:gd name="connsiteX7" fmla="*/ 979695 w 1060205"/>
                  <a:gd name="connsiteY7" fmla="*/ 694435 h 810146"/>
                  <a:gd name="connsiteX8" fmla="*/ 1012497 w 1060205"/>
                  <a:gd name="connsiteY8" fmla="*/ 694435 h 810146"/>
                  <a:gd name="connsiteX9" fmla="*/ 1060205 w 1060205"/>
                  <a:gd name="connsiteY9" fmla="*/ 646727 h 810146"/>
                  <a:gd name="connsiteX10" fmla="*/ 1060205 w 1060205"/>
                  <a:gd name="connsiteY10" fmla="*/ 47708 h 810146"/>
                  <a:gd name="connsiteX11" fmla="*/ 1012497 w 1060205"/>
                  <a:gd name="connsiteY11" fmla="*/ 0 h 81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0205" h="810146">
                    <a:moveTo>
                      <a:pt x="1012497" y="0"/>
                    </a:moveTo>
                    <a:lnTo>
                      <a:pt x="47708" y="0"/>
                    </a:lnTo>
                    <a:cubicBezTo>
                      <a:pt x="21360" y="0"/>
                      <a:pt x="0" y="21360"/>
                      <a:pt x="0" y="47708"/>
                    </a:cubicBezTo>
                    <a:lnTo>
                      <a:pt x="0" y="646727"/>
                    </a:lnTo>
                    <a:cubicBezTo>
                      <a:pt x="0" y="673075"/>
                      <a:pt x="21360" y="694435"/>
                      <a:pt x="47708" y="694435"/>
                    </a:cubicBezTo>
                    <a:lnTo>
                      <a:pt x="826518" y="694435"/>
                    </a:lnTo>
                    <a:lnTo>
                      <a:pt x="979695" y="810146"/>
                    </a:lnTo>
                    <a:lnTo>
                      <a:pt x="979695" y="694435"/>
                    </a:lnTo>
                    <a:lnTo>
                      <a:pt x="1012497" y="694435"/>
                    </a:lnTo>
                    <a:cubicBezTo>
                      <a:pt x="1038845" y="694435"/>
                      <a:pt x="1060205" y="673075"/>
                      <a:pt x="1060205" y="646727"/>
                    </a:cubicBezTo>
                    <a:lnTo>
                      <a:pt x="1060205" y="47708"/>
                    </a:lnTo>
                    <a:cubicBezTo>
                      <a:pt x="1060205" y="21360"/>
                      <a:pt x="1038845" y="0"/>
                      <a:pt x="1012497" y="0"/>
                    </a:cubicBezTo>
                    <a:close/>
                  </a:path>
                </a:pathLst>
              </a:custGeom>
              <a:solidFill>
                <a:srgbClr val="D585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11" name="자유형 10"/>
            <p:cNvSpPr/>
            <p:nvPr userDrawn="1"/>
          </p:nvSpPr>
          <p:spPr>
            <a:xfrm rot="16200000">
              <a:off x="4566191" y="2318091"/>
              <a:ext cx="90000" cy="8987246"/>
            </a:xfrm>
            <a:custGeom>
              <a:avLst/>
              <a:gdLst>
                <a:gd name="connsiteX0" fmla="*/ 68159 w 68159"/>
                <a:gd name="connsiteY0" fmla="*/ 22382 h 8987246"/>
                <a:gd name="connsiteX1" fmla="*/ 68159 w 68159"/>
                <a:gd name="connsiteY1" fmla="*/ 3991180 h 8987246"/>
                <a:gd name="connsiteX2" fmla="*/ 66675 w 68159"/>
                <a:gd name="connsiteY2" fmla="*/ 3991180 h 8987246"/>
                <a:gd name="connsiteX3" fmla="*/ 66675 w 68159"/>
                <a:gd name="connsiteY3" fmla="*/ 4686505 h 8987246"/>
                <a:gd name="connsiteX4" fmla="*/ 68159 w 68159"/>
                <a:gd name="connsiteY4" fmla="*/ 4686505 h 8987246"/>
                <a:gd name="connsiteX5" fmla="*/ 68159 w 68159"/>
                <a:gd name="connsiteY5" fmla="*/ 8964864 h 8987246"/>
                <a:gd name="connsiteX6" fmla="*/ 0 w 68159"/>
                <a:gd name="connsiteY6" fmla="*/ 8987246 h 8987246"/>
                <a:gd name="connsiteX7" fmla="*/ 0 w 68159"/>
                <a:gd name="connsiteY7" fmla="*/ 0 h 8987246"/>
                <a:gd name="connsiteX8" fmla="*/ 68159 w 68159"/>
                <a:gd name="connsiteY8" fmla="*/ 22382 h 898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59" h="8987246">
                  <a:moveTo>
                    <a:pt x="68159" y="22382"/>
                  </a:moveTo>
                  <a:lnTo>
                    <a:pt x="68159" y="3991180"/>
                  </a:lnTo>
                  <a:lnTo>
                    <a:pt x="66675" y="3991180"/>
                  </a:lnTo>
                  <a:lnTo>
                    <a:pt x="66675" y="4686505"/>
                  </a:lnTo>
                  <a:lnTo>
                    <a:pt x="68159" y="4686505"/>
                  </a:lnTo>
                  <a:lnTo>
                    <a:pt x="68159" y="8964864"/>
                  </a:lnTo>
                  <a:cubicBezTo>
                    <a:pt x="68159" y="8977225"/>
                    <a:pt x="37643" y="8987246"/>
                    <a:pt x="0" y="8987246"/>
                  </a:cubicBezTo>
                  <a:lnTo>
                    <a:pt x="0" y="0"/>
                  </a:lnTo>
                  <a:cubicBezTo>
                    <a:pt x="37643" y="0"/>
                    <a:pt x="68159" y="10021"/>
                    <a:pt x="68159" y="22382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28.xml"/><Relationship Id="rId21" Type="http://schemas.openxmlformats.org/officeDocument/2006/relationships/tags" Target="../tags/tag46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tags" Target="../tags/tag45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tags" Target="../tags/tag49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tags" Target="../tags/tag76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34" Type="http://schemas.openxmlformats.org/officeDocument/2006/relationships/image" Target="../media/image2.png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75.xml"/><Relationship Id="rId33" Type="http://schemas.openxmlformats.org/officeDocument/2006/relationships/slideLayout" Target="../slideLayouts/slideLayout8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tags" Target="../tags/tag79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32" Type="http://schemas.openxmlformats.org/officeDocument/2006/relationships/tags" Target="../tags/tag82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28" Type="http://schemas.openxmlformats.org/officeDocument/2006/relationships/tags" Target="../tags/tag78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31" Type="http://schemas.openxmlformats.org/officeDocument/2006/relationships/tags" Target="../tags/tag81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tags" Target="../tags/tag77.xml"/><Relationship Id="rId30" Type="http://schemas.openxmlformats.org/officeDocument/2006/relationships/tags" Target="../tags/tag80.xml"/><Relationship Id="rId8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85.xml"/><Relationship Id="rId21" Type="http://schemas.openxmlformats.org/officeDocument/2006/relationships/tags" Target="../tags/tag103.xml"/><Relationship Id="rId34" Type="http://schemas.openxmlformats.org/officeDocument/2006/relationships/image" Target="../media/image7.jpeg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33" Type="http://schemas.microsoft.com/office/2007/relationships/hdphoto" Target="../media/hdphoto3.wdp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4.jpe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openxmlformats.org/officeDocument/2006/relationships/image" Target="../media/image6.jpe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microsoft.com/office/2007/relationships/hdphoto" Target="../media/hdphoto1.wdp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microsoft.com/office/2007/relationships/hdphoto" Target="../media/hdphoto2.wdp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image" Target="../media/image3.jpeg"/><Relationship Id="rId30" Type="http://schemas.openxmlformats.org/officeDocument/2006/relationships/image" Target="../media/image5.jpeg"/><Relationship Id="rId35" Type="http://schemas.openxmlformats.org/officeDocument/2006/relationships/image" Target="../media/image8.jpeg"/><Relationship Id="rId8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110.xml"/><Relationship Id="rId21" Type="http://schemas.openxmlformats.org/officeDocument/2006/relationships/tags" Target="../tags/tag128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image" Target="../media/image4.jpeg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microsoft.com/office/2007/relationships/hdphoto" Target="../media/hdphoto4.wdp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tags" Target="../tags/tag150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135.xml"/><Relationship Id="rId21" Type="http://schemas.openxmlformats.org/officeDocument/2006/relationships/tags" Target="../tags/tag153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5" Type="http://schemas.openxmlformats.org/officeDocument/2006/relationships/tags" Target="../tags/tag157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20" Type="http://schemas.openxmlformats.org/officeDocument/2006/relationships/tags" Target="../tags/tag152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24" Type="http://schemas.openxmlformats.org/officeDocument/2006/relationships/tags" Target="../tags/tag156.xml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23" Type="http://schemas.openxmlformats.org/officeDocument/2006/relationships/tags" Target="../tags/tag155.xml"/><Relationship Id="rId10" Type="http://schemas.openxmlformats.org/officeDocument/2006/relationships/tags" Target="../tags/tag142.xml"/><Relationship Id="rId19" Type="http://schemas.openxmlformats.org/officeDocument/2006/relationships/tags" Target="../tags/tag151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Relationship Id="rId22" Type="http://schemas.openxmlformats.org/officeDocument/2006/relationships/tags" Target="../tags/tag154.xml"/><Relationship Id="rId27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799914" y="2701200"/>
            <a:ext cx="5857916" cy="8309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ko-KR" altLang="en-US" sz="48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프로젝트 보고서</a:t>
            </a:r>
            <a:endParaRPr lang="ko-KR" altLang="en-US" sz="4800" kern="0" spc="-15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323528" y="3532197"/>
            <a:ext cx="8334302" cy="0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093631" y="4374108"/>
            <a:ext cx="4996346" cy="224676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en-US" altLang="ko-KR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2017-08-18</a:t>
            </a:r>
          </a:p>
          <a:p>
            <a:pPr algn="r" defTabSz="1330325" eaLnBrk="0" latinLnBrk="0" hangingPunct="0">
              <a:buSzPct val="100000"/>
              <a:defRPr/>
            </a:pP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제작자</a:t>
            </a:r>
            <a:r>
              <a:rPr lang="en-US" altLang="ko-KR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:</a:t>
            </a: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박성진</a:t>
            </a: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양재소슬체S" panose="02020603020101020101" pitchFamily="18" charset="-127"/>
                <a:ea typeface="양재소슬체S" panose="02020603020101020101" pitchFamily="18" charset="-127"/>
              </a:rPr>
              <a:t>팀원</a:t>
            </a:r>
            <a:r>
              <a:rPr lang="en-US" altLang="ko-KR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양재소슬체S" panose="02020603020101020101" pitchFamily="18" charset="-127"/>
                <a:ea typeface="양재소슬체S" panose="02020603020101020101" pitchFamily="18" charset="-127"/>
              </a:rPr>
              <a:t>:</a:t>
            </a: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송택우</a:t>
            </a: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양재소슬체S" panose="02020603020101020101" pitchFamily="18" charset="-127"/>
                <a:ea typeface="양재소슬체S" panose="02020603020101020101" pitchFamily="18" charset="-127"/>
              </a:rPr>
              <a:t>김예진</a:t>
            </a: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양재소슬체S" panose="02020603020101020101" pitchFamily="18" charset="-127"/>
                <a:ea typeface="양재소슬체S" panose="02020603020101020101" pitchFamily="18" charset="-127"/>
              </a:rPr>
              <a:t>장정호</a:t>
            </a: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양재소슬체S" panose="02020603020101020101" pitchFamily="18" charset="-127"/>
                <a:ea typeface="양재소슬체S" panose="02020603020101020101" pitchFamily="18" charset="-127"/>
              </a:rPr>
              <a:t>최해군</a:t>
            </a:r>
            <a:endParaRPr lang="en-US" altLang="ko-KR" sz="2000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1984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" y="0"/>
            <a:ext cx="465940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41071" y="1816126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1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1071" y="3090462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 smtClean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2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2143116"/>
            <a:ext cx="432048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chemeClr val="tx2">
                    <a:lumMod val="75000"/>
                  </a:schemeClr>
                </a:solidFill>
              </a:rPr>
              <a:t>프로젝트 </a:t>
            </a:r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진행상황</a:t>
            </a:r>
            <a:endParaRPr lang="ko-KR" altLang="en-US" sz="24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3438" y="3357562"/>
            <a:ext cx="412034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디자인 프로토타입</a:t>
            </a:r>
            <a:endParaRPr lang="ko-KR" altLang="en-US" sz="24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5646" y="1916251"/>
            <a:ext cx="123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chemeClr val="bg1"/>
                </a:solidFill>
              </a:rPr>
              <a:t>목 차</a:t>
            </a:r>
            <a:endParaRPr lang="ko-KR" altLang="en-US" sz="3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프로젝트</a:t>
            </a:r>
            <a:endParaRPr lang="en-US" altLang="ko-KR" sz="4000" b="1" smtClean="0"/>
          </a:p>
          <a:p>
            <a:pPr algn="ctr"/>
            <a:r>
              <a:rPr lang="ko-KR" altLang="en-US" sz="4000" b="1" smtClean="0"/>
              <a:t>진행상</a:t>
            </a:r>
            <a:r>
              <a:rPr lang="ko-KR" altLang="en-US" sz="4000" b="1"/>
              <a:t>황</a:t>
            </a:r>
            <a:endParaRPr lang="ko-KR" altLang="en-US" sz="4000" b="1"/>
          </a:p>
        </p:txBody>
      </p:sp>
    </p:spTree>
    <p:extLst>
      <p:ext uri="{BB962C8B-B14F-4D97-AF65-F5344CB8AC3E}">
        <p14:creationId xmlns:p14="http://schemas.microsoft.com/office/powerpoint/2010/main" val="335680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82245"/>
              </p:ext>
            </p:extLst>
          </p:nvPr>
        </p:nvGraphicFramePr>
        <p:xfrm>
          <a:off x="323531" y="800707"/>
          <a:ext cx="8568948" cy="6009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042"/>
                <a:gridCol w="416544"/>
                <a:gridCol w="416544"/>
                <a:gridCol w="416544"/>
                <a:gridCol w="416544"/>
                <a:gridCol w="416544"/>
                <a:gridCol w="453170"/>
                <a:gridCol w="416544"/>
                <a:gridCol w="518015"/>
                <a:gridCol w="513437"/>
                <a:gridCol w="508859"/>
                <a:gridCol w="504281"/>
                <a:gridCol w="499703"/>
                <a:gridCol w="495125"/>
                <a:gridCol w="527171"/>
                <a:gridCol w="487881"/>
              </a:tblGrid>
              <a:tr h="5323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진행사항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8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9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10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주제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&amp;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자료수집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6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데이터 모델링</a:t>
                      </a:r>
                      <a:r>
                        <a:rPr lang="en-US" altLang="ko-KR" sz="1600" b="1" smtClean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스토리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보드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539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DB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구축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BE6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디자인</a:t>
                      </a:r>
                      <a:endParaRPr lang="en-US" altLang="ko-KR" sz="16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(Front End)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기능별구현</a:t>
                      </a:r>
                      <a:endParaRPr lang="en-US" altLang="ko-KR" sz="16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(Back</a:t>
                      </a:r>
                      <a:r>
                        <a:rPr lang="en-US" altLang="ko-KR" sz="1600" b="1" baseline="0" dirty="0" smtClean="0">
                          <a:solidFill>
                            <a:schemeClr val="bg1"/>
                          </a:solidFill>
                        </a:rPr>
                        <a:t> End)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smtClean="0">
                          <a:solidFill>
                            <a:schemeClr val="bg1"/>
                          </a:solidFill>
                        </a:rPr>
                        <a:t>Angular</a:t>
                      </a:r>
                      <a:r>
                        <a:rPr lang="en-US" altLang="ko-KR" sz="1600" b="1" baseline="0" smtClean="0">
                          <a:solidFill>
                            <a:schemeClr val="bg1"/>
                          </a:solidFill>
                        </a:rPr>
                        <a:t> &amp;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baseline="0" smtClean="0">
                          <a:solidFill>
                            <a:schemeClr val="bg1"/>
                          </a:solidFill>
                        </a:rPr>
                        <a:t>React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모듈통합 및</a:t>
                      </a:r>
                      <a:r>
                        <a:rPr lang="ko-KR" altLang="en-US" sz="16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600" b="1" baseline="0" dirty="0" smtClean="0">
                          <a:solidFill>
                            <a:schemeClr val="bg1"/>
                          </a:solidFill>
                        </a:rPr>
                        <a:t>Error </a:t>
                      </a:r>
                      <a:r>
                        <a:rPr lang="ko-KR" altLang="en-US" sz="1600" b="1" baseline="0" dirty="0" smtClean="0">
                          <a:solidFill>
                            <a:schemeClr val="bg1"/>
                          </a:solidFill>
                        </a:rPr>
                        <a:t>수정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endParaRPr lang="ko-KR" altLang="en-US" b="1">
              <a:solidFill>
                <a:schemeClr val="bg2"/>
              </a:solidFill>
            </a:endParaRPr>
          </a:p>
        </p:txBody>
      </p:sp>
      <p:sp>
        <p:nvSpPr>
          <p:cNvPr id="15" name="Cool"/>
          <p:cNvSpPr>
            <a:spLocks noChangeAspect="1" noEditPoints="1"/>
          </p:cNvSpPr>
          <p:nvPr/>
        </p:nvSpPr>
        <p:spPr bwMode="auto">
          <a:xfrm>
            <a:off x="3563888" y="3707407"/>
            <a:ext cx="445839" cy="450390"/>
          </a:xfrm>
          <a:custGeom>
            <a:avLst/>
            <a:gdLst>
              <a:gd name="T0" fmla="*/ 640 w 640"/>
              <a:gd name="T1" fmla="*/ 320 h 640"/>
              <a:gd name="T2" fmla="*/ 600 w 640"/>
              <a:gd name="T3" fmla="*/ 231 h 640"/>
              <a:gd name="T4" fmla="*/ 351 w 640"/>
              <a:gd name="T5" fmla="*/ 225 h 640"/>
              <a:gd name="T6" fmla="*/ 77 w 640"/>
              <a:gd name="T7" fmla="*/ 221 h 640"/>
              <a:gd name="T8" fmla="*/ 208 w 640"/>
              <a:gd name="T9" fmla="*/ 240 h 640"/>
              <a:gd name="T10" fmla="*/ 270 w 640"/>
              <a:gd name="T11" fmla="*/ 249 h 640"/>
              <a:gd name="T12" fmla="*/ 278 w 640"/>
              <a:gd name="T13" fmla="*/ 306 h 640"/>
              <a:gd name="T14" fmla="*/ 187 w 640"/>
              <a:gd name="T15" fmla="*/ 373 h 640"/>
              <a:gd name="T16" fmla="*/ 125 w 640"/>
              <a:gd name="T17" fmla="*/ 359 h 640"/>
              <a:gd name="T18" fmla="*/ 94 w 640"/>
              <a:gd name="T19" fmla="*/ 333 h 640"/>
              <a:gd name="T20" fmla="*/ 80 w 640"/>
              <a:gd name="T21" fmla="*/ 290 h 640"/>
              <a:gd name="T22" fmla="*/ 81 w 640"/>
              <a:gd name="T23" fmla="*/ 248 h 640"/>
              <a:gd name="T24" fmla="*/ 160 w 640"/>
              <a:gd name="T25" fmla="*/ 241 h 640"/>
              <a:gd name="T26" fmla="*/ 320 w 640"/>
              <a:gd name="T27" fmla="*/ 240 h 640"/>
              <a:gd name="T28" fmla="*/ 453 w 640"/>
              <a:gd name="T29" fmla="*/ 400 h 640"/>
              <a:gd name="T30" fmla="*/ 602 w 640"/>
              <a:gd name="T31" fmla="*/ 267 h 640"/>
              <a:gd name="T32" fmla="*/ 27 w 640"/>
              <a:gd name="T33" fmla="*/ 320 h 640"/>
              <a:gd name="T34" fmla="*/ 53 w 640"/>
              <a:gd name="T35" fmla="*/ 290 h 640"/>
              <a:gd name="T36" fmla="*/ 307 w 640"/>
              <a:gd name="T37" fmla="*/ 280 h 640"/>
              <a:gd name="T38" fmla="*/ 453 w 640"/>
              <a:gd name="T39" fmla="*/ 240 h 640"/>
              <a:gd name="T40" fmla="*/ 520 w 640"/>
              <a:gd name="T41" fmla="*/ 253 h 640"/>
              <a:gd name="T42" fmla="*/ 573 w 640"/>
              <a:gd name="T43" fmla="*/ 253 h 640"/>
              <a:gd name="T44" fmla="*/ 547 w 640"/>
              <a:gd name="T45" fmla="*/ 307 h 640"/>
              <a:gd name="T46" fmla="*/ 520 w 640"/>
              <a:gd name="T47" fmla="*/ 333 h 640"/>
              <a:gd name="T48" fmla="*/ 493 w 640"/>
              <a:gd name="T49" fmla="*/ 360 h 640"/>
              <a:gd name="T50" fmla="*/ 427 w 640"/>
              <a:gd name="T51" fmla="*/ 371 h 640"/>
              <a:gd name="T52" fmla="*/ 360 w 640"/>
              <a:gd name="T53" fmla="*/ 280 h 640"/>
              <a:gd name="T54" fmla="*/ 413 w 640"/>
              <a:gd name="T55" fmla="*/ 253 h 640"/>
              <a:gd name="T56" fmla="*/ 80 w 640"/>
              <a:gd name="T57" fmla="*/ 267 h 640"/>
              <a:gd name="T58" fmla="*/ 147 w 640"/>
              <a:gd name="T59" fmla="*/ 253 h 640"/>
              <a:gd name="T60" fmla="*/ 147 w 640"/>
              <a:gd name="T61" fmla="*/ 253 h 640"/>
              <a:gd name="T62" fmla="*/ 213 w 640"/>
              <a:gd name="T63" fmla="*/ 267 h 640"/>
              <a:gd name="T64" fmla="*/ 253 w 640"/>
              <a:gd name="T65" fmla="*/ 280 h 640"/>
              <a:gd name="T66" fmla="*/ 373 w 640"/>
              <a:gd name="T67" fmla="*/ 267 h 640"/>
              <a:gd name="T68" fmla="*/ 440 w 640"/>
              <a:gd name="T69" fmla="*/ 253 h 640"/>
              <a:gd name="T70" fmla="*/ 440 w 640"/>
              <a:gd name="T71" fmla="*/ 253 h 640"/>
              <a:gd name="T72" fmla="*/ 507 w 640"/>
              <a:gd name="T73" fmla="*/ 267 h 640"/>
              <a:gd name="T74" fmla="*/ 547 w 640"/>
              <a:gd name="T75" fmla="*/ 280 h 640"/>
              <a:gd name="T76" fmla="*/ 107 w 640"/>
              <a:gd name="T77" fmla="*/ 293 h 640"/>
              <a:gd name="T78" fmla="*/ 173 w 640"/>
              <a:gd name="T79" fmla="*/ 280 h 640"/>
              <a:gd name="T80" fmla="*/ 173 w 640"/>
              <a:gd name="T81" fmla="*/ 280 h 640"/>
              <a:gd name="T82" fmla="*/ 240 w 640"/>
              <a:gd name="T83" fmla="*/ 293 h 640"/>
              <a:gd name="T84" fmla="*/ 413 w 640"/>
              <a:gd name="T85" fmla="*/ 307 h 640"/>
              <a:gd name="T86" fmla="*/ 453 w 640"/>
              <a:gd name="T87" fmla="*/ 293 h 640"/>
              <a:gd name="T88" fmla="*/ 520 w 640"/>
              <a:gd name="T89" fmla="*/ 280 h 640"/>
              <a:gd name="T90" fmla="*/ 520 w 640"/>
              <a:gd name="T91" fmla="*/ 280 h 640"/>
              <a:gd name="T92" fmla="*/ 160 w 640"/>
              <a:gd name="T93" fmla="*/ 320 h 640"/>
              <a:gd name="T94" fmla="*/ 200 w 640"/>
              <a:gd name="T95" fmla="*/ 333 h 640"/>
              <a:gd name="T96" fmla="*/ 240 w 640"/>
              <a:gd name="T97" fmla="*/ 320 h 640"/>
              <a:gd name="T98" fmla="*/ 387 w 640"/>
              <a:gd name="T99" fmla="*/ 307 h 640"/>
              <a:gd name="T100" fmla="*/ 387 w 640"/>
              <a:gd name="T101" fmla="*/ 307 h 640"/>
              <a:gd name="T102" fmla="*/ 453 w 640"/>
              <a:gd name="T103" fmla="*/ 320 h 640"/>
              <a:gd name="T104" fmla="*/ 493 w 640"/>
              <a:gd name="T105" fmla="*/ 333 h 640"/>
              <a:gd name="T106" fmla="*/ 160 w 640"/>
              <a:gd name="T107" fmla="*/ 347 h 640"/>
              <a:gd name="T108" fmla="*/ 227 w 640"/>
              <a:gd name="T109" fmla="*/ 333 h 640"/>
              <a:gd name="T110" fmla="*/ 227 w 640"/>
              <a:gd name="T111" fmla="*/ 333 h 640"/>
              <a:gd name="T112" fmla="*/ 427 w 640"/>
              <a:gd name="T113" fmla="*/ 347 h 640"/>
              <a:gd name="T114" fmla="*/ 467 w 640"/>
              <a:gd name="T115" fmla="*/ 360 h 640"/>
              <a:gd name="T116" fmla="*/ 496 w 640"/>
              <a:gd name="T117" fmla="*/ 431 h 640"/>
              <a:gd name="T118" fmla="*/ 217 w 640"/>
              <a:gd name="T119" fmla="*/ 503 h 640"/>
              <a:gd name="T120" fmla="*/ 506 w 640"/>
              <a:gd name="T121" fmla="*/ 426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40" h="640">
                <a:moveTo>
                  <a:pt x="320" y="0"/>
                </a:moveTo>
                <a:cubicBezTo>
                  <a:pt x="143" y="0"/>
                  <a:pt x="0" y="143"/>
                  <a:pt x="0" y="320"/>
                </a:cubicBezTo>
                <a:cubicBezTo>
                  <a:pt x="0" y="496"/>
                  <a:pt x="143" y="640"/>
                  <a:pt x="320" y="640"/>
                </a:cubicBezTo>
                <a:cubicBezTo>
                  <a:pt x="497" y="640"/>
                  <a:pt x="640" y="496"/>
                  <a:pt x="640" y="320"/>
                </a:cubicBezTo>
                <a:cubicBezTo>
                  <a:pt x="640" y="144"/>
                  <a:pt x="498" y="1"/>
                  <a:pt x="322" y="0"/>
                </a:cubicBezTo>
                <a:cubicBezTo>
                  <a:pt x="321" y="0"/>
                  <a:pt x="321" y="0"/>
                  <a:pt x="320" y="0"/>
                </a:cubicBezTo>
                <a:close/>
                <a:moveTo>
                  <a:pt x="320" y="27"/>
                </a:moveTo>
                <a:cubicBezTo>
                  <a:pt x="451" y="27"/>
                  <a:pt x="562" y="113"/>
                  <a:pt x="600" y="231"/>
                </a:cubicBezTo>
                <a:cubicBezTo>
                  <a:pt x="598" y="231"/>
                  <a:pt x="597" y="230"/>
                  <a:pt x="596" y="230"/>
                </a:cubicBezTo>
                <a:cubicBezTo>
                  <a:pt x="588" y="226"/>
                  <a:pt x="577" y="224"/>
                  <a:pt x="563" y="221"/>
                </a:cubicBezTo>
                <a:cubicBezTo>
                  <a:pt x="535" y="216"/>
                  <a:pt x="492" y="213"/>
                  <a:pt x="432" y="213"/>
                </a:cubicBezTo>
                <a:cubicBezTo>
                  <a:pt x="394" y="213"/>
                  <a:pt x="377" y="221"/>
                  <a:pt x="351" y="225"/>
                </a:cubicBezTo>
                <a:cubicBezTo>
                  <a:pt x="345" y="220"/>
                  <a:pt x="336" y="213"/>
                  <a:pt x="320" y="213"/>
                </a:cubicBezTo>
                <a:cubicBezTo>
                  <a:pt x="304" y="213"/>
                  <a:pt x="295" y="220"/>
                  <a:pt x="289" y="225"/>
                </a:cubicBezTo>
                <a:cubicBezTo>
                  <a:pt x="263" y="221"/>
                  <a:pt x="246" y="213"/>
                  <a:pt x="208" y="213"/>
                </a:cubicBezTo>
                <a:cubicBezTo>
                  <a:pt x="148" y="213"/>
                  <a:pt x="105" y="216"/>
                  <a:pt x="77" y="221"/>
                </a:cubicBezTo>
                <a:cubicBezTo>
                  <a:pt x="63" y="224"/>
                  <a:pt x="52" y="226"/>
                  <a:pt x="44" y="230"/>
                </a:cubicBezTo>
                <a:cubicBezTo>
                  <a:pt x="43" y="230"/>
                  <a:pt x="42" y="231"/>
                  <a:pt x="40" y="231"/>
                </a:cubicBezTo>
                <a:cubicBezTo>
                  <a:pt x="78" y="113"/>
                  <a:pt x="189" y="27"/>
                  <a:pt x="320" y="27"/>
                </a:cubicBezTo>
                <a:close/>
                <a:moveTo>
                  <a:pt x="208" y="240"/>
                </a:moveTo>
                <a:cubicBezTo>
                  <a:pt x="210" y="240"/>
                  <a:pt x="211" y="240"/>
                  <a:pt x="213" y="240"/>
                </a:cubicBezTo>
                <a:cubicBezTo>
                  <a:pt x="213" y="247"/>
                  <a:pt x="219" y="253"/>
                  <a:pt x="227" y="253"/>
                </a:cubicBezTo>
                <a:cubicBezTo>
                  <a:pt x="233" y="253"/>
                  <a:pt x="238" y="249"/>
                  <a:pt x="240" y="243"/>
                </a:cubicBezTo>
                <a:cubicBezTo>
                  <a:pt x="250" y="244"/>
                  <a:pt x="260" y="246"/>
                  <a:pt x="270" y="249"/>
                </a:cubicBezTo>
                <a:cubicBezTo>
                  <a:pt x="272" y="252"/>
                  <a:pt x="276" y="253"/>
                  <a:pt x="280" y="253"/>
                </a:cubicBezTo>
                <a:lnTo>
                  <a:pt x="280" y="280"/>
                </a:lnTo>
                <a:cubicBezTo>
                  <a:pt x="273" y="280"/>
                  <a:pt x="267" y="286"/>
                  <a:pt x="267" y="293"/>
                </a:cubicBezTo>
                <a:cubicBezTo>
                  <a:pt x="267" y="300"/>
                  <a:pt x="272" y="305"/>
                  <a:pt x="278" y="306"/>
                </a:cubicBezTo>
                <a:cubicBezTo>
                  <a:pt x="275" y="329"/>
                  <a:pt x="267" y="343"/>
                  <a:pt x="256" y="353"/>
                </a:cubicBezTo>
                <a:cubicBezTo>
                  <a:pt x="246" y="363"/>
                  <a:pt x="231" y="369"/>
                  <a:pt x="213" y="371"/>
                </a:cubicBezTo>
                <a:cubicBezTo>
                  <a:pt x="212" y="365"/>
                  <a:pt x="207" y="360"/>
                  <a:pt x="200" y="360"/>
                </a:cubicBezTo>
                <a:cubicBezTo>
                  <a:pt x="193" y="360"/>
                  <a:pt x="187" y="366"/>
                  <a:pt x="187" y="373"/>
                </a:cubicBezTo>
                <a:cubicBezTo>
                  <a:pt x="177" y="373"/>
                  <a:pt x="168" y="372"/>
                  <a:pt x="160" y="371"/>
                </a:cubicBezTo>
                <a:cubicBezTo>
                  <a:pt x="158" y="364"/>
                  <a:pt x="153" y="360"/>
                  <a:pt x="147" y="360"/>
                </a:cubicBezTo>
                <a:cubicBezTo>
                  <a:pt x="143" y="360"/>
                  <a:pt x="139" y="361"/>
                  <a:pt x="137" y="364"/>
                </a:cubicBezTo>
                <a:cubicBezTo>
                  <a:pt x="133" y="362"/>
                  <a:pt x="129" y="361"/>
                  <a:pt x="125" y="359"/>
                </a:cubicBezTo>
                <a:cubicBezTo>
                  <a:pt x="130" y="357"/>
                  <a:pt x="133" y="352"/>
                  <a:pt x="133" y="347"/>
                </a:cubicBezTo>
                <a:cubicBezTo>
                  <a:pt x="133" y="339"/>
                  <a:pt x="127" y="333"/>
                  <a:pt x="120" y="333"/>
                </a:cubicBezTo>
                <a:cubicBezTo>
                  <a:pt x="113" y="333"/>
                  <a:pt x="107" y="339"/>
                  <a:pt x="107" y="346"/>
                </a:cubicBezTo>
                <a:cubicBezTo>
                  <a:pt x="102" y="342"/>
                  <a:pt x="98" y="338"/>
                  <a:pt x="94" y="333"/>
                </a:cubicBezTo>
                <a:cubicBezTo>
                  <a:pt x="101" y="332"/>
                  <a:pt x="107" y="327"/>
                  <a:pt x="107" y="320"/>
                </a:cubicBezTo>
                <a:cubicBezTo>
                  <a:pt x="107" y="312"/>
                  <a:pt x="101" y="307"/>
                  <a:pt x="93" y="307"/>
                </a:cubicBezTo>
                <a:cubicBezTo>
                  <a:pt x="89" y="307"/>
                  <a:pt x="86" y="308"/>
                  <a:pt x="83" y="311"/>
                </a:cubicBezTo>
                <a:cubicBezTo>
                  <a:pt x="81" y="304"/>
                  <a:pt x="80" y="297"/>
                  <a:pt x="80" y="290"/>
                </a:cubicBezTo>
                <a:cubicBezTo>
                  <a:pt x="80" y="272"/>
                  <a:pt x="73" y="260"/>
                  <a:pt x="65" y="253"/>
                </a:cubicBezTo>
                <a:cubicBezTo>
                  <a:pt x="65" y="253"/>
                  <a:pt x="66" y="253"/>
                  <a:pt x="67" y="253"/>
                </a:cubicBezTo>
                <a:cubicBezTo>
                  <a:pt x="71" y="253"/>
                  <a:pt x="74" y="251"/>
                  <a:pt x="77" y="248"/>
                </a:cubicBezTo>
                <a:cubicBezTo>
                  <a:pt x="78" y="248"/>
                  <a:pt x="79" y="248"/>
                  <a:pt x="81" y="248"/>
                </a:cubicBezTo>
                <a:cubicBezTo>
                  <a:pt x="89" y="246"/>
                  <a:pt x="98" y="245"/>
                  <a:pt x="107" y="244"/>
                </a:cubicBezTo>
                <a:cubicBezTo>
                  <a:pt x="109" y="250"/>
                  <a:pt x="114" y="253"/>
                  <a:pt x="120" y="253"/>
                </a:cubicBezTo>
                <a:cubicBezTo>
                  <a:pt x="126" y="253"/>
                  <a:pt x="132" y="248"/>
                  <a:pt x="133" y="242"/>
                </a:cubicBezTo>
                <a:cubicBezTo>
                  <a:pt x="141" y="241"/>
                  <a:pt x="151" y="241"/>
                  <a:pt x="160" y="241"/>
                </a:cubicBezTo>
                <a:cubicBezTo>
                  <a:pt x="160" y="248"/>
                  <a:pt x="166" y="253"/>
                  <a:pt x="173" y="253"/>
                </a:cubicBezTo>
                <a:cubicBezTo>
                  <a:pt x="181" y="253"/>
                  <a:pt x="186" y="247"/>
                  <a:pt x="187" y="240"/>
                </a:cubicBezTo>
                <a:cubicBezTo>
                  <a:pt x="194" y="240"/>
                  <a:pt x="200" y="240"/>
                  <a:pt x="208" y="240"/>
                </a:cubicBezTo>
                <a:close/>
                <a:moveTo>
                  <a:pt x="320" y="240"/>
                </a:moveTo>
                <a:cubicBezTo>
                  <a:pt x="328" y="240"/>
                  <a:pt x="332" y="245"/>
                  <a:pt x="333" y="246"/>
                </a:cubicBezTo>
                <a:lnTo>
                  <a:pt x="333" y="280"/>
                </a:lnTo>
                <a:cubicBezTo>
                  <a:pt x="333" y="322"/>
                  <a:pt x="344" y="353"/>
                  <a:pt x="366" y="373"/>
                </a:cubicBezTo>
                <a:cubicBezTo>
                  <a:pt x="388" y="393"/>
                  <a:pt x="418" y="400"/>
                  <a:pt x="453" y="400"/>
                </a:cubicBezTo>
                <a:cubicBezTo>
                  <a:pt x="489" y="400"/>
                  <a:pt x="522" y="389"/>
                  <a:pt x="547" y="370"/>
                </a:cubicBezTo>
                <a:cubicBezTo>
                  <a:pt x="571" y="351"/>
                  <a:pt x="587" y="322"/>
                  <a:pt x="587" y="290"/>
                </a:cubicBezTo>
                <a:cubicBezTo>
                  <a:pt x="587" y="274"/>
                  <a:pt x="590" y="273"/>
                  <a:pt x="593" y="271"/>
                </a:cubicBezTo>
                <a:cubicBezTo>
                  <a:pt x="595" y="270"/>
                  <a:pt x="598" y="269"/>
                  <a:pt x="602" y="267"/>
                </a:cubicBezTo>
                <a:cubicBezTo>
                  <a:pt x="603" y="266"/>
                  <a:pt x="606" y="265"/>
                  <a:pt x="608" y="263"/>
                </a:cubicBezTo>
                <a:cubicBezTo>
                  <a:pt x="611" y="281"/>
                  <a:pt x="613" y="300"/>
                  <a:pt x="613" y="320"/>
                </a:cubicBezTo>
                <a:cubicBezTo>
                  <a:pt x="613" y="482"/>
                  <a:pt x="482" y="613"/>
                  <a:pt x="320" y="613"/>
                </a:cubicBezTo>
                <a:cubicBezTo>
                  <a:pt x="158" y="613"/>
                  <a:pt x="27" y="482"/>
                  <a:pt x="27" y="320"/>
                </a:cubicBezTo>
                <a:cubicBezTo>
                  <a:pt x="27" y="300"/>
                  <a:pt x="29" y="281"/>
                  <a:pt x="32" y="263"/>
                </a:cubicBezTo>
                <a:cubicBezTo>
                  <a:pt x="34" y="265"/>
                  <a:pt x="36" y="266"/>
                  <a:pt x="38" y="267"/>
                </a:cubicBezTo>
                <a:cubicBezTo>
                  <a:pt x="42" y="269"/>
                  <a:pt x="45" y="270"/>
                  <a:pt x="46" y="271"/>
                </a:cubicBezTo>
                <a:cubicBezTo>
                  <a:pt x="50" y="273"/>
                  <a:pt x="53" y="274"/>
                  <a:pt x="53" y="290"/>
                </a:cubicBezTo>
                <a:cubicBezTo>
                  <a:pt x="53" y="322"/>
                  <a:pt x="69" y="351"/>
                  <a:pt x="93" y="370"/>
                </a:cubicBezTo>
                <a:cubicBezTo>
                  <a:pt x="118" y="389"/>
                  <a:pt x="151" y="400"/>
                  <a:pt x="187" y="400"/>
                </a:cubicBezTo>
                <a:cubicBezTo>
                  <a:pt x="222" y="400"/>
                  <a:pt x="252" y="393"/>
                  <a:pt x="274" y="373"/>
                </a:cubicBezTo>
                <a:cubicBezTo>
                  <a:pt x="296" y="353"/>
                  <a:pt x="307" y="322"/>
                  <a:pt x="307" y="280"/>
                </a:cubicBezTo>
                <a:lnTo>
                  <a:pt x="307" y="246"/>
                </a:lnTo>
                <a:cubicBezTo>
                  <a:pt x="308" y="245"/>
                  <a:pt x="312" y="240"/>
                  <a:pt x="320" y="240"/>
                </a:cubicBezTo>
                <a:close/>
                <a:moveTo>
                  <a:pt x="432" y="240"/>
                </a:moveTo>
                <a:cubicBezTo>
                  <a:pt x="440" y="240"/>
                  <a:pt x="446" y="240"/>
                  <a:pt x="453" y="240"/>
                </a:cubicBezTo>
                <a:cubicBezTo>
                  <a:pt x="453" y="247"/>
                  <a:pt x="459" y="253"/>
                  <a:pt x="467" y="253"/>
                </a:cubicBezTo>
                <a:cubicBezTo>
                  <a:pt x="474" y="253"/>
                  <a:pt x="479" y="248"/>
                  <a:pt x="480" y="241"/>
                </a:cubicBezTo>
                <a:cubicBezTo>
                  <a:pt x="489" y="241"/>
                  <a:pt x="499" y="241"/>
                  <a:pt x="507" y="242"/>
                </a:cubicBezTo>
                <a:cubicBezTo>
                  <a:pt x="508" y="248"/>
                  <a:pt x="513" y="253"/>
                  <a:pt x="520" y="253"/>
                </a:cubicBezTo>
                <a:cubicBezTo>
                  <a:pt x="526" y="253"/>
                  <a:pt x="531" y="250"/>
                  <a:pt x="533" y="244"/>
                </a:cubicBezTo>
                <a:cubicBezTo>
                  <a:pt x="542" y="245"/>
                  <a:pt x="551" y="246"/>
                  <a:pt x="559" y="247"/>
                </a:cubicBezTo>
                <a:cubicBezTo>
                  <a:pt x="560" y="248"/>
                  <a:pt x="562" y="248"/>
                  <a:pt x="563" y="248"/>
                </a:cubicBezTo>
                <a:cubicBezTo>
                  <a:pt x="566" y="251"/>
                  <a:pt x="569" y="253"/>
                  <a:pt x="573" y="253"/>
                </a:cubicBezTo>
                <a:cubicBezTo>
                  <a:pt x="574" y="253"/>
                  <a:pt x="574" y="253"/>
                  <a:pt x="575" y="253"/>
                </a:cubicBezTo>
                <a:cubicBezTo>
                  <a:pt x="567" y="260"/>
                  <a:pt x="560" y="272"/>
                  <a:pt x="560" y="290"/>
                </a:cubicBezTo>
                <a:cubicBezTo>
                  <a:pt x="560" y="297"/>
                  <a:pt x="559" y="304"/>
                  <a:pt x="557" y="311"/>
                </a:cubicBezTo>
                <a:cubicBezTo>
                  <a:pt x="554" y="308"/>
                  <a:pt x="550" y="307"/>
                  <a:pt x="547" y="307"/>
                </a:cubicBezTo>
                <a:cubicBezTo>
                  <a:pt x="539" y="307"/>
                  <a:pt x="533" y="312"/>
                  <a:pt x="533" y="320"/>
                </a:cubicBezTo>
                <a:cubicBezTo>
                  <a:pt x="533" y="327"/>
                  <a:pt x="539" y="333"/>
                  <a:pt x="545" y="333"/>
                </a:cubicBezTo>
                <a:cubicBezTo>
                  <a:pt x="542" y="338"/>
                  <a:pt x="538" y="342"/>
                  <a:pt x="533" y="346"/>
                </a:cubicBezTo>
                <a:cubicBezTo>
                  <a:pt x="533" y="339"/>
                  <a:pt x="527" y="333"/>
                  <a:pt x="520" y="333"/>
                </a:cubicBezTo>
                <a:cubicBezTo>
                  <a:pt x="513" y="333"/>
                  <a:pt x="507" y="339"/>
                  <a:pt x="507" y="347"/>
                </a:cubicBezTo>
                <a:cubicBezTo>
                  <a:pt x="507" y="352"/>
                  <a:pt x="510" y="357"/>
                  <a:pt x="515" y="359"/>
                </a:cubicBezTo>
                <a:cubicBezTo>
                  <a:pt x="511" y="361"/>
                  <a:pt x="507" y="362"/>
                  <a:pt x="503" y="364"/>
                </a:cubicBezTo>
                <a:cubicBezTo>
                  <a:pt x="500" y="361"/>
                  <a:pt x="497" y="360"/>
                  <a:pt x="493" y="360"/>
                </a:cubicBezTo>
                <a:cubicBezTo>
                  <a:pt x="487" y="360"/>
                  <a:pt x="481" y="364"/>
                  <a:pt x="480" y="371"/>
                </a:cubicBezTo>
                <a:cubicBezTo>
                  <a:pt x="472" y="372"/>
                  <a:pt x="463" y="373"/>
                  <a:pt x="453" y="373"/>
                </a:cubicBezTo>
                <a:cubicBezTo>
                  <a:pt x="453" y="366"/>
                  <a:pt x="447" y="360"/>
                  <a:pt x="440" y="360"/>
                </a:cubicBezTo>
                <a:cubicBezTo>
                  <a:pt x="433" y="360"/>
                  <a:pt x="428" y="365"/>
                  <a:pt x="427" y="371"/>
                </a:cubicBezTo>
                <a:cubicBezTo>
                  <a:pt x="409" y="369"/>
                  <a:pt x="394" y="363"/>
                  <a:pt x="384" y="353"/>
                </a:cubicBezTo>
                <a:cubicBezTo>
                  <a:pt x="373" y="343"/>
                  <a:pt x="365" y="329"/>
                  <a:pt x="362" y="306"/>
                </a:cubicBezTo>
                <a:cubicBezTo>
                  <a:pt x="368" y="305"/>
                  <a:pt x="373" y="300"/>
                  <a:pt x="373" y="293"/>
                </a:cubicBezTo>
                <a:cubicBezTo>
                  <a:pt x="373" y="286"/>
                  <a:pt x="367" y="280"/>
                  <a:pt x="360" y="280"/>
                </a:cubicBezTo>
                <a:lnTo>
                  <a:pt x="360" y="253"/>
                </a:lnTo>
                <a:cubicBezTo>
                  <a:pt x="364" y="253"/>
                  <a:pt x="367" y="252"/>
                  <a:pt x="370" y="249"/>
                </a:cubicBezTo>
                <a:cubicBezTo>
                  <a:pt x="380" y="246"/>
                  <a:pt x="390" y="244"/>
                  <a:pt x="400" y="243"/>
                </a:cubicBezTo>
                <a:cubicBezTo>
                  <a:pt x="402" y="249"/>
                  <a:pt x="407" y="253"/>
                  <a:pt x="413" y="253"/>
                </a:cubicBezTo>
                <a:cubicBezTo>
                  <a:pt x="421" y="253"/>
                  <a:pt x="426" y="247"/>
                  <a:pt x="427" y="240"/>
                </a:cubicBezTo>
                <a:cubicBezTo>
                  <a:pt x="428" y="240"/>
                  <a:pt x="430" y="240"/>
                  <a:pt x="432" y="240"/>
                </a:cubicBezTo>
                <a:close/>
                <a:moveTo>
                  <a:pt x="93" y="253"/>
                </a:moveTo>
                <a:cubicBezTo>
                  <a:pt x="86" y="253"/>
                  <a:pt x="80" y="259"/>
                  <a:pt x="80" y="267"/>
                </a:cubicBezTo>
                <a:cubicBezTo>
                  <a:pt x="80" y="274"/>
                  <a:pt x="86" y="280"/>
                  <a:pt x="93" y="280"/>
                </a:cubicBezTo>
                <a:cubicBezTo>
                  <a:pt x="101" y="280"/>
                  <a:pt x="107" y="274"/>
                  <a:pt x="107" y="267"/>
                </a:cubicBezTo>
                <a:cubicBezTo>
                  <a:pt x="107" y="259"/>
                  <a:pt x="101" y="253"/>
                  <a:pt x="93" y="253"/>
                </a:cubicBezTo>
                <a:close/>
                <a:moveTo>
                  <a:pt x="147" y="253"/>
                </a:moveTo>
                <a:cubicBezTo>
                  <a:pt x="139" y="253"/>
                  <a:pt x="133" y="259"/>
                  <a:pt x="133" y="267"/>
                </a:cubicBezTo>
                <a:cubicBezTo>
                  <a:pt x="133" y="274"/>
                  <a:pt x="139" y="280"/>
                  <a:pt x="147" y="280"/>
                </a:cubicBezTo>
                <a:cubicBezTo>
                  <a:pt x="154" y="280"/>
                  <a:pt x="160" y="274"/>
                  <a:pt x="160" y="267"/>
                </a:cubicBezTo>
                <a:cubicBezTo>
                  <a:pt x="160" y="259"/>
                  <a:pt x="154" y="253"/>
                  <a:pt x="147" y="253"/>
                </a:cubicBezTo>
                <a:close/>
                <a:moveTo>
                  <a:pt x="200" y="253"/>
                </a:moveTo>
                <a:cubicBezTo>
                  <a:pt x="193" y="253"/>
                  <a:pt x="187" y="259"/>
                  <a:pt x="187" y="267"/>
                </a:cubicBezTo>
                <a:cubicBezTo>
                  <a:pt x="187" y="274"/>
                  <a:pt x="193" y="280"/>
                  <a:pt x="200" y="280"/>
                </a:cubicBezTo>
                <a:cubicBezTo>
                  <a:pt x="207" y="280"/>
                  <a:pt x="213" y="274"/>
                  <a:pt x="213" y="267"/>
                </a:cubicBezTo>
                <a:cubicBezTo>
                  <a:pt x="213" y="259"/>
                  <a:pt x="207" y="253"/>
                  <a:pt x="200" y="253"/>
                </a:cubicBezTo>
                <a:close/>
                <a:moveTo>
                  <a:pt x="253" y="253"/>
                </a:moveTo>
                <a:cubicBezTo>
                  <a:pt x="246" y="253"/>
                  <a:pt x="240" y="259"/>
                  <a:pt x="240" y="267"/>
                </a:cubicBezTo>
                <a:cubicBezTo>
                  <a:pt x="240" y="274"/>
                  <a:pt x="246" y="280"/>
                  <a:pt x="253" y="280"/>
                </a:cubicBezTo>
                <a:cubicBezTo>
                  <a:pt x="261" y="280"/>
                  <a:pt x="267" y="274"/>
                  <a:pt x="267" y="267"/>
                </a:cubicBezTo>
                <a:cubicBezTo>
                  <a:pt x="267" y="259"/>
                  <a:pt x="261" y="253"/>
                  <a:pt x="253" y="253"/>
                </a:cubicBezTo>
                <a:close/>
                <a:moveTo>
                  <a:pt x="387" y="253"/>
                </a:moveTo>
                <a:cubicBezTo>
                  <a:pt x="379" y="253"/>
                  <a:pt x="373" y="259"/>
                  <a:pt x="373" y="267"/>
                </a:cubicBezTo>
                <a:cubicBezTo>
                  <a:pt x="373" y="274"/>
                  <a:pt x="379" y="280"/>
                  <a:pt x="387" y="280"/>
                </a:cubicBezTo>
                <a:cubicBezTo>
                  <a:pt x="394" y="280"/>
                  <a:pt x="400" y="274"/>
                  <a:pt x="400" y="267"/>
                </a:cubicBezTo>
                <a:cubicBezTo>
                  <a:pt x="400" y="259"/>
                  <a:pt x="394" y="253"/>
                  <a:pt x="387" y="253"/>
                </a:cubicBezTo>
                <a:close/>
                <a:moveTo>
                  <a:pt x="440" y="253"/>
                </a:moveTo>
                <a:cubicBezTo>
                  <a:pt x="433" y="253"/>
                  <a:pt x="427" y="259"/>
                  <a:pt x="427" y="267"/>
                </a:cubicBezTo>
                <a:cubicBezTo>
                  <a:pt x="427" y="274"/>
                  <a:pt x="433" y="280"/>
                  <a:pt x="440" y="280"/>
                </a:cubicBezTo>
                <a:cubicBezTo>
                  <a:pt x="447" y="280"/>
                  <a:pt x="453" y="274"/>
                  <a:pt x="453" y="267"/>
                </a:cubicBezTo>
                <a:cubicBezTo>
                  <a:pt x="453" y="259"/>
                  <a:pt x="447" y="253"/>
                  <a:pt x="440" y="253"/>
                </a:cubicBezTo>
                <a:close/>
                <a:moveTo>
                  <a:pt x="493" y="253"/>
                </a:moveTo>
                <a:cubicBezTo>
                  <a:pt x="486" y="253"/>
                  <a:pt x="480" y="259"/>
                  <a:pt x="480" y="267"/>
                </a:cubicBezTo>
                <a:cubicBezTo>
                  <a:pt x="480" y="274"/>
                  <a:pt x="486" y="280"/>
                  <a:pt x="493" y="280"/>
                </a:cubicBezTo>
                <a:cubicBezTo>
                  <a:pt x="501" y="280"/>
                  <a:pt x="507" y="274"/>
                  <a:pt x="507" y="267"/>
                </a:cubicBezTo>
                <a:cubicBezTo>
                  <a:pt x="507" y="259"/>
                  <a:pt x="501" y="253"/>
                  <a:pt x="493" y="253"/>
                </a:cubicBezTo>
                <a:close/>
                <a:moveTo>
                  <a:pt x="547" y="253"/>
                </a:moveTo>
                <a:cubicBezTo>
                  <a:pt x="539" y="253"/>
                  <a:pt x="533" y="259"/>
                  <a:pt x="533" y="267"/>
                </a:cubicBezTo>
                <a:cubicBezTo>
                  <a:pt x="533" y="274"/>
                  <a:pt x="539" y="280"/>
                  <a:pt x="547" y="280"/>
                </a:cubicBezTo>
                <a:cubicBezTo>
                  <a:pt x="554" y="280"/>
                  <a:pt x="560" y="274"/>
                  <a:pt x="560" y="267"/>
                </a:cubicBezTo>
                <a:cubicBezTo>
                  <a:pt x="560" y="259"/>
                  <a:pt x="554" y="253"/>
                  <a:pt x="547" y="253"/>
                </a:cubicBezTo>
                <a:close/>
                <a:moveTo>
                  <a:pt x="120" y="280"/>
                </a:moveTo>
                <a:cubicBezTo>
                  <a:pt x="113" y="280"/>
                  <a:pt x="107" y="286"/>
                  <a:pt x="107" y="293"/>
                </a:cubicBezTo>
                <a:cubicBezTo>
                  <a:pt x="107" y="301"/>
                  <a:pt x="113" y="307"/>
                  <a:pt x="120" y="307"/>
                </a:cubicBezTo>
                <a:cubicBezTo>
                  <a:pt x="127" y="307"/>
                  <a:pt x="133" y="301"/>
                  <a:pt x="133" y="293"/>
                </a:cubicBezTo>
                <a:cubicBezTo>
                  <a:pt x="133" y="286"/>
                  <a:pt x="127" y="280"/>
                  <a:pt x="120" y="280"/>
                </a:cubicBezTo>
                <a:close/>
                <a:moveTo>
                  <a:pt x="173" y="280"/>
                </a:moveTo>
                <a:cubicBezTo>
                  <a:pt x="166" y="280"/>
                  <a:pt x="160" y="286"/>
                  <a:pt x="160" y="293"/>
                </a:cubicBezTo>
                <a:cubicBezTo>
                  <a:pt x="160" y="301"/>
                  <a:pt x="166" y="307"/>
                  <a:pt x="173" y="307"/>
                </a:cubicBezTo>
                <a:cubicBezTo>
                  <a:pt x="181" y="307"/>
                  <a:pt x="187" y="301"/>
                  <a:pt x="187" y="293"/>
                </a:cubicBezTo>
                <a:cubicBezTo>
                  <a:pt x="187" y="286"/>
                  <a:pt x="181" y="280"/>
                  <a:pt x="173" y="280"/>
                </a:cubicBezTo>
                <a:close/>
                <a:moveTo>
                  <a:pt x="227" y="280"/>
                </a:moveTo>
                <a:cubicBezTo>
                  <a:pt x="219" y="280"/>
                  <a:pt x="213" y="286"/>
                  <a:pt x="213" y="293"/>
                </a:cubicBezTo>
                <a:cubicBezTo>
                  <a:pt x="213" y="301"/>
                  <a:pt x="219" y="307"/>
                  <a:pt x="227" y="307"/>
                </a:cubicBezTo>
                <a:cubicBezTo>
                  <a:pt x="234" y="307"/>
                  <a:pt x="240" y="301"/>
                  <a:pt x="240" y="293"/>
                </a:cubicBezTo>
                <a:cubicBezTo>
                  <a:pt x="240" y="286"/>
                  <a:pt x="234" y="280"/>
                  <a:pt x="227" y="280"/>
                </a:cubicBezTo>
                <a:close/>
                <a:moveTo>
                  <a:pt x="413" y="280"/>
                </a:moveTo>
                <a:cubicBezTo>
                  <a:pt x="406" y="280"/>
                  <a:pt x="400" y="286"/>
                  <a:pt x="400" y="293"/>
                </a:cubicBezTo>
                <a:cubicBezTo>
                  <a:pt x="400" y="301"/>
                  <a:pt x="406" y="307"/>
                  <a:pt x="413" y="307"/>
                </a:cubicBezTo>
                <a:cubicBezTo>
                  <a:pt x="421" y="307"/>
                  <a:pt x="427" y="301"/>
                  <a:pt x="427" y="293"/>
                </a:cubicBezTo>
                <a:cubicBezTo>
                  <a:pt x="427" y="286"/>
                  <a:pt x="421" y="280"/>
                  <a:pt x="413" y="280"/>
                </a:cubicBezTo>
                <a:close/>
                <a:moveTo>
                  <a:pt x="467" y="280"/>
                </a:moveTo>
                <a:cubicBezTo>
                  <a:pt x="459" y="280"/>
                  <a:pt x="453" y="286"/>
                  <a:pt x="453" y="293"/>
                </a:cubicBezTo>
                <a:cubicBezTo>
                  <a:pt x="453" y="301"/>
                  <a:pt x="459" y="307"/>
                  <a:pt x="467" y="307"/>
                </a:cubicBezTo>
                <a:cubicBezTo>
                  <a:pt x="474" y="307"/>
                  <a:pt x="480" y="301"/>
                  <a:pt x="480" y="293"/>
                </a:cubicBezTo>
                <a:cubicBezTo>
                  <a:pt x="480" y="286"/>
                  <a:pt x="474" y="280"/>
                  <a:pt x="467" y="280"/>
                </a:cubicBezTo>
                <a:close/>
                <a:moveTo>
                  <a:pt x="520" y="280"/>
                </a:moveTo>
                <a:cubicBezTo>
                  <a:pt x="513" y="280"/>
                  <a:pt x="507" y="286"/>
                  <a:pt x="507" y="293"/>
                </a:cubicBezTo>
                <a:cubicBezTo>
                  <a:pt x="507" y="301"/>
                  <a:pt x="513" y="307"/>
                  <a:pt x="520" y="307"/>
                </a:cubicBezTo>
                <a:cubicBezTo>
                  <a:pt x="527" y="307"/>
                  <a:pt x="533" y="301"/>
                  <a:pt x="533" y="293"/>
                </a:cubicBezTo>
                <a:cubicBezTo>
                  <a:pt x="533" y="286"/>
                  <a:pt x="527" y="280"/>
                  <a:pt x="520" y="280"/>
                </a:cubicBezTo>
                <a:close/>
                <a:moveTo>
                  <a:pt x="147" y="307"/>
                </a:moveTo>
                <a:cubicBezTo>
                  <a:pt x="139" y="307"/>
                  <a:pt x="133" y="312"/>
                  <a:pt x="133" y="320"/>
                </a:cubicBezTo>
                <a:cubicBezTo>
                  <a:pt x="133" y="327"/>
                  <a:pt x="139" y="333"/>
                  <a:pt x="147" y="333"/>
                </a:cubicBezTo>
                <a:cubicBezTo>
                  <a:pt x="154" y="333"/>
                  <a:pt x="160" y="327"/>
                  <a:pt x="160" y="320"/>
                </a:cubicBezTo>
                <a:cubicBezTo>
                  <a:pt x="160" y="312"/>
                  <a:pt x="154" y="307"/>
                  <a:pt x="147" y="307"/>
                </a:cubicBezTo>
                <a:close/>
                <a:moveTo>
                  <a:pt x="200" y="307"/>
                </a:moveTo>
                <a:cubicBezTo>
                  <a:pt x="193" y="307"/>
                  <a:pt x="187" y="312"/>
                  <a:pt x="187" y="320"/>
                </a:cubicBezTo>
                <a:cubicBezTo>
                  <a:pt x="187" y="327"/>
                  <a:pt x="193" y="333"/>
                  <a:pt x="200" y="333"/>
                </a:cubicBezTo>
                <a:cubicBezTo>
                  <a:pt x="207" y="333"/>
                  <a:pt x="213" y="327"/>
                  <a:pt x="213" y="320"/>
                </a:cubicBezTo>
                <a:cubicBezTo>
                  <a:pt x="213" y="312"/>
                  <a:pt x="207" y="307"/>
                  <a:pt x="200" y="307"/>
                </a:cubicBezTo>
                <a:close/>
                <a:moveTo>
                  <a:pt x="253" y="307"/>
                </a:moveTo>
                <a:cubicBezTo>
                  <a:pt x="246" y="307"/>
                  <a:pt x="240" y="312"/>
                  <a:pt x="240" y="320"/>
                </a:cubicBezTo>
                <a:cubicBezTo>
                  <a:pt x="240" y="327"/>
                  <a:pt x="246" y="333"/>
                  <a:pt x="253" y="333"/>
                </a:cubicBezTo>
                <a:cubicBezTo>
                  <a:pt x="261" y="333"/>
                  <a:pt x="267" y="327"/>
                  <a:pt x="267" y="320"/>
                </a:cubicBezTo>
                <a:cubicBezTo>
                  <a:pt x="267" y="312"/>
                  <a:pt x="261" y="307"/>
                  <a:pt x="253" y="307"/>
                </a:cubicBezTo>
                <a:close/>
                <a:moveTo>
                  <a:pt x="387" y="307"/>
                </a:moveTo>
                <a:cubicBezTo>
                  <a:pt x="379" y="307"/>
                  <a:pt x="373" y="312"/>
                  <a:pt x="373" y="320"/>
                </a:cubicBezTo>
                <a:cubicBezTo>
                  <a:pt x="373" y="327"/>
                  <a:pt x="379" y="333"/>
                  <a:pt x="387" y="333"/>
                </a:cubicBezTo>
                <a:cubicBezTo>
                  <a:pt x="394" y="333"/>
                  <a:pt x="400" y="327"/>
                  <a:pt x="400" y="320"/>
                </a:cubicBezTo>
                <a:cubicBezTo>
                  <a:pt x="400" y="312"/>
                  <a:pt x="394" y="307"/>
                  <a:pt x="387" y="307"/>
                </a:cubicBezTo>
                <a:close/>
                <a:moveTo>
                  <a:pt x="440" y="307"/>
                </a:moveTo>
                <a:cubicBezTo>
                  <a:pt x="433" y="307"/>
                  <a:pt x="427" y="312"/>
                  <a:pt x="427" y="320"/>
                </a:cubicBezTo>
                <a:cubicBezTo>
                  <a:pt x="427" y="327"/>
                  <a:pt x="433" y="333"/>
                  <a:pt x="440" y="333"/>
                </a:cubicBezTo>
                <a:cubicBezTo>
                  <a:pt x="447" y="333"/>
                  <a:pt x="453" y="327"/>
                  <a:pt x="453" y="320"/>
                </a:cubicBezTo>
                <a:cubicBezTo>
                  <a:pt x="453" y="312"/>
                  <a:pt x="447" y="307"/>
                  <a:pt x="440" y="307"/>
                </a:cubicBezTo>
                <a:close/>
                <a:moveTo>
                  <a:pt x="493" y="307"/>
                </a:moveTo>
                <a:cubicBezTo>
                  <a:pt x="486" y="307"/>
                  <a:pt x="480" y="312"/>
                  <a:pt x="480" y="320"/>
                </a:cubicBezTo>
                <a:cubicBezTo>
                  <a:pt x="480" y="327"/>
                  <a:pt x="486" y="333"/>
                  <a:pt x="493" y="333"/>
                </a:cubicBezTo>
                <a:cubicBezTo>
                  <a:pt x="501" y="333"/>
                  <a:pt x="507" y="327"/>
                  <a:pt x="507" y="320"/>
                </a:cubicBezTo>
                <a:cubicBezTo>
                  <a:pt x="507" y="312"/>
                  <a:pt x="501" y="307"/>
                  <a:pt x="493" y="307"/>
                </a:cubicBezTo>
                <a:close/>
                <a:moveTo>
                  <a:pt x="173" y="333"/>
                </a:moveTo>
                <a:cubicBezTo>
                  <a:pt x="166" y="333"/>
                  <a:pt x="160" y="339"/>
                  <a:pt x="160" y="347"/>
                </a:cubicBezTo>
                <a:cubicBezTo>
                  <a:pt x="160" y="354"/>
                  <a:pt x="166" y="360"/>
                  <a:pt x="173" y="360"/>
                </a:cubicBezTo>
                <a:cubicBezTo>
                  <a:pt x="181" y="360"/>
                  <a:pt x="187" y="354"/>
                  <a:pt x="187" y="347"/>
                </a:cubicBezTo>
                <a:cubicBezTo>
                  <a:pt x="187" y="339"/>
                  <a:pt x="181" y="333"/>
                  <a:pt x="173" y="333"/>
                </a:cubicBezTo>
                <a:close/>
                <a:moveTo>
                  <a:pt x="227" y="333"/>
                </a:moveTo>
                <a:cubicBezTo>
                  <a:pt x="219" y="333"/>
                  <a:pt x="213" y="339"/>
                  <a:pt x="213" y="347"/>
                </a:cubicBezTo>
                <a:cubicBezTo>
                  <a:pt x="213" y="354"/>
                  <a:pt x="219" y="360"/>
                  <a:pt x="227" y="360"/>
                </a:cubicBezTo>
                <a:cubicBezTo>
                  <a:pt x="234" y="360"/>
                  <a:pt x="240" y="354"/>
                  <a:pt x="240" y="347"/>
                </a:cubicBezTo>
                <a:cubicBezTo>
                  <a:pt x="240" y="339"/>
                  <a:pt x="234" y="333"/>
                  <a:pt x="227" y="333"/>
                </a:cubicBezTo>
                <a:close/>
                <a:moveTo>
                  <a:pt x="413" y="333"/>
                </a:moveTo>
                <a:cubicBezTo>
                  <a:pt x="406" y="333"/>
                  <a:pt x="400" y="339"/>
                  <a:pt x="400" y="347"/>
                </a:cubicBezTo>
                <a:cubicBezTo>
                  <a:pt x="400" y="354"/>
                  <a:pt x="406" y="360"/>
                  <a:pt x="413" y="360"/>
                </a:cubicBezTo>
                <a:cubicBezTo>
                  <a:pt x="421" y="360"/>
                  <a:pt x="427" y="354"/>
                  <a:pt x="427" y="347"/>
                </a:cubicBezTo>
                <a:cubicBezTo>
                  <a:pt x="427" y="339"/>
                  <a:pt x="421" y="333"/>
                  <a:pt x="413" y="333"/>
                </a:cubicBezTo>
                <a:close/>
                <a:moveTo>
                  <a:pt x="467" y="333"/>
                </a:moveTo>
                <a:cubicBezTo>
                  <a:pt x="459" y="333"/>
                  <a:pt x="453" y="339"/>
                  <a:pt x="453" y="347"/>
                </a:cubicBezTo>
                <a:cubicBezTo>
                  <a:pt x="453" y="354"/>
                  <a:pt x="459" y="360"/>
                  <a:pt x="467" y="360"/>
                </a:cubicBezTo>
                <a:cubicBezTo>
                  <a:pt x="474" y="360"/>
                  <a:pt x="480" y="354"/>
                  <a:pt x="480" y="347"/>
                </a:cubicBezTo>
                <a:cubicBezTo>
                  <a:pt x="480" y="339"/>
                  <a:pt x="474" y="333"/>
                  <a:pt x="467" y="333"/>
                </a:cubicBezTo>
                <a:close/>
                <a:moveTo>
                  <a:pt x="506" y="426"/>
                </a:moveTo>
                <a:cubicBezTo>
                  <a:pt x="503" y="426"/>
                  <a:pt x="499" y="428"/>
                  <a:pt x="496" y="431"/>
                </a:cubicBezTo>
                <a:cubicBezTo>
                  <a:pt x="496" y="431"/>
                  <a:pt x="434" y="507"/>
                  <a:pt x="320" y="507"/>
                </a:cubicBezTo>
                <a:cubicBezTo>
                  <a:pt x="288" y="507"/>
                  <a:pt x="267" y="500"/>
                  <a:pt x="254" y="494"/>
                </a:cubicBezTo>
                <a:cubicBezTo>
                  <a:pt x="240" y="488"/>
                  <a:pt x="236" y="484"/>
                  <a:pt x="236" y="484"/>
                </a:cubicBezTo>
                <a:cubicBezTo>
                  <a:pt x="223" y="471"/>
                  <a:pt x="204" y="490"/>
                  <a:pt x="217" y="503"/>
                </a:cubicBezTo>
                <a:cubicBezTo>
                  <a:pt x="217" y="503"/>
                  <a:pt x="226" y="511"/>
                  <a:pt x="243" y="519"/>
                </a:cubicBezTo>
                <a:cubicBezTo>
                  <a:pt x="260" y="526"/>
                  <a:pt x="285" y="533"/>
                  <a:pt x="320" y="533"/>
                </a:cubicBezTo>
                <a:cubicBezTo>
                  <a:pt x="446" y="533"/>
                  <a:pt x="517" y="448"/>
                  <a:pt x="517" y="448"/>
                </a:cubicBezTo>
                <a:cubicBezTo>
                  <a:pt x="524" y="440"/>
                  <a:pt x="518" y="426"/>
                  <a:pt x="506" y="42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디자인</a:t>
            </a:r>
            <a:endParaRPr lang="en-US" altLang="ko-KR" sz="4000" b="1" smtClean="0"/>
          </a:p>
          <a:p>
            <a:pPr algn="ctr"/>
            <a:r>
              <a:rPr lang="ko-KR" altLang="en-US" sz="4000" b="1" smtClean="0"/>
              <a:t>프로토타</a:t>
            </a:r>
            <a:r>
              <a:rPr lang="ko-KR" altLang="en-US" sz="4000" b="1"/>
              <a:t>입</a:t>
            </a:r>
          </a:p>
        </p:txBody>
      </p:sp>
    </p:spTree>
    <p:extLst>
      <p:ext uri="{BB962C8B-B14F-4D97-AF65-F5344CB8AC3E}">
        <p14:creationId xmlns:p14="http://schemas.microsoft.com/office/powerpoint/2010/main" val="110732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메인 화면</a:t>
            </a:r>
            <a:r>
              <a:rPr lang="en-US" altLang="ko-KR" b="1" smtClean="0">
                <a:solidFill>
                  <a:schemeClr val="bg2"/>
                </a:solidFill>
              </a:rPr>
              <a:t>(header)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7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8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1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1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409608"/>
            <a:ext cx="8640960" cy="5093894"/>
            <a:chOff x="1476372" y="363604"/>
            <a:chExt cx="9239256" cy="6130793"/>
          </a:xfrm>
        </p:grpSpPr>
        <p:sp>
          <p:nvSpPr>
            <p:cNvPr id="53" name="Navbar Shape"/>
            <p:cNvSpPr/>
            <p:nvPr/>
          </p:nvSpPr>
          <p:spPr>
            <a:xfrm>
              <a:off x="1476372" y="363604"/>
              <a:ext cx="9239256" cy="4953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동호회</a:t>
              </a:r>
              <a:endParaRPr lang="en-US" sz="14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Input"/>
            <p:cNvSpPr/>
            <p:nvPr/>
          </p:nvSpPr>
          <p:spPr>
            <a:xfrm>
              <a:off x="8166790" y="457391"/>
              <a:ext cx="1733041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Password</a:t>
              </a:r>
            </a:p>
          </p:txBody>
        </p:sp>
        <p:sp>
          <p:nvSpPr>
            <p:cNvPr id="55" name="Button"/>
            <p:cNvSpPr/>
            <p:nvPr/>
          </p:nvSpPr>
          <p:spPr>
            <a:xfrm>
              <a:off x="9965402" y="424380"/>
              <a:ext cx="682914" cy="373751"/>
            </a:xfrm>
            <a:prstGeom prst="roundRect">
              <a:avLst>
                <a:gd name="adj" fmla="val 11182"/>
              </a:avLst>
            </a:prstGeom>
            <a:solidFill>
              <a:schemeClr val="accent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Sign in</a:t>
              </a:r>
            </a:p>
          </p:txBody>
        </p:sp>
        <p:sp>
          <p:nvSpPr>
            <p:cNvPr id="56" name="Input"/>
            <p:cNvSpPr/>
            <p:nvPr/>
          </p:nvSpPr>
          <p:spPr>
            <a:xfrm>
              <a:off x="6368177" y="457391"/>
              <a:ext cx="1733041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Email</a:t>
              </a:r>
            </a:p>
          </p:txBody>
        </p:sp>
        <p:cxnSp>
          <p:nvCxnSpPr>
            <p:cNvPr id="67" name="Line"/>
            <p:cNvCxnSpPr/>
            <p:nvPr/>
          </p:nvCxnSpPr>
          <p:spPr>
            <a:xfrm>
              <a:off x="1476372" y="858904"/>
              <a:ext cx="9239256" cy="0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9" name="Carousel"/>
          <p:cNvGrpSpPr/>
          <p:nvPr/>
        </p:nvGrpSpPr>
        <p:grpSpPr>
          <a:xfrm>
            <a:off x="235106" y="1938963"/>
            <a:ext cx="8578007" cy="4324350"/>
            <a:chOff x="2214561" y="1254125"/>
            <a:chExt cx="7762875" cy="4324350"/>
          </a:xfrm>
        </p:grpSpPr>
        <p:grpSp>
          <p:nvGrpSpPr>
            <p:cNvPr id="180" name="Image"/>
            <p:cNvGrpSpPr/>
            <p:nvPr/>
          </p:nvGrpSpPr>
          <p:grpSpPr>
            <a:xfrm>
              <a:off x="2214561" y="1254125"/>
              <a:ext cx="7762875" cy="4324350"/>
              <a:chOff x="2214561" y="1254125"/>
              <a:chExt cx="7762875" cy="4324350"/>
            </a:xfrm>
          </p:grpSpPr>
          <p:sp>
            <p:nvSpPr>
              <p:cNvPr id="187" name="Border"/>
              <p:cNvSpPr/>
              <p:nvPr/>
            </p:nvSpPr>
            <p:spPr>
              <a:xfrm>
                <a:off x="2214561" y="1254125"/>
                <a:ext cx="7762875" cy="432435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188" name="Line"/>
              <p:cNvCxnSpPr/>
              <p:nvPr/>
            </p:nvCxnSpPr>
            <p:spPr>
              <a:xfrm>
                <a:off x="2214561" y="1254125"/>
                <a:ext cx="7762875" cy="432435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Line"/>
              <p:cNvCxnSpPr/>
              <p:nvPr/>
            </p:nvCxnSpPr>
            <p:spPr>
              <a:xfrm flipV="1">
                <a:off x="2214561" y="1254125"/>
                <a:ext cx="7762875" cy="432435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Indicators"/>
            <p:cNvGrpSpPr/>
            <p:nvPr/>
          </p:nvGrpSpPr>
          <p:grpSpPr>
            <a:xfrm>
              <a:off x="5877349" y="5133181"/>
              <a:ext cx="410647" cy="124619"/>
              <a:chOff x="5877349" y="5133181"/>
              <a:chExt cx="410647" cy="124619"/>
            </a:xfrm>
          </p:grpSpPr>
          <p:sp>
            <p:nvSpPr>
              <p:cNvPr id="184" name="Indicator 3"/>
              <p:cNvSpPr/>
              <p:nvPr/>
            </p:nvSpPr>
            <p:spPr>
              <a:xfrm>
                <a:off x="6199538" y="5151261"/>
                <a:ext cx="88458" cy="88458"/>
              </a:xfrm>
              <a:prstGeom prst="ellipse">
                <a:avLst/>
              </a:prstGeom>
              <a:no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Indicator 2"/>
              <p:cNvSpPr/>
              <p:nvPr/>
            </p:nvSpPr>
            <p:spPr>
              <a:xfrm>
                <a:off x="6056524" y="5151261"/>
                <a:ext cx="88458" cy="88458"/>
              </a:xfrm>
              <a:prstGeom prst="ellipse">
                <a:avLst/>
              </a:prstGeom>
              <a:no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6" name="Indicator 1"/>
              <p:cNvSpPr/>
              <p:nvPr/>
            </p:nvSpPr>
            <p:spPr>
              <a:xfrm>
                <a:off x="5877349" y="5133181"/>
                <a:ext cx="124619" cy="124619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2" name="Next"/>
            <p:cNvSpPr>
              <a:spLocks/>
            </p:cNvSpPr>
            <p:nvPr/>
          </p:nvSpPr>
          <p:spPr bwMode="auto">
            <a:xfrm>
              <a:off x="9325447" y="3271838"/>
              <a:ext cx="196850" cy="288925"/>
            </a:xfrm>
            <a:custGeom>
              <a:avLst/>
              <a:gdLst>
                <a:gd name="T0" fmla="*/ 34 w 124"/>
                <a:gd name="T1" fmla="*/ 0 h 182"/>
                <a:gd name="T2" fmla="*/ 0 w 124"/>
                <a:gd name="T3" fmla="*/ 34 h 182"/>
                <a:gd name="T4" fmla="*/ 56 w 124"/>
                <a:gd name="T5" fmla="*/ 91 h 182"/>
                <a:gd name="T6" fmla="*/ 0 w 124"/>
                <a:gd name="T7" fmla="*/ 148 h 182"/>
                <a:gd name="T8" fmla="*/ 34 w 124"/>
                <a:gd name="T9" fmla="*/ 182 h 182"/>
                <a:gd name="T10" fmla="*/ 90 w 124"/>
                <a:gd name="T11" fmla="*/ 125 h 182"/>
                <a:gd name="T12" fmla="*/ 124 w 124"/>
                <a:gd name="T13" fmla="*/ 91 h 182"/>
                <a:gd name="T14" fmla="*/ 91 w 124"/>
                <a:gd name="T15" fmla="*/ 57 h 182"/>
                <a:gd name="T16" fmla="*/ 34 w 124"/>
                <a:gd name="T1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" h="182">
                  <a:moveTo>
                    <a:pt x="34" y="0"/>
                  </a:moveTo>
                  <a:lnTo>
                    <a:pt x="0" y="34"/>
                  </a:lnTo>
                  <a:lnTo>
                    <a:pt x="56" y="91"/>
                  </a:lnTo>
                  <a:lnTo>
                    <a:pt x="0" y="148"/>
                  </a:lnTo>
                  <a:lnTo>
                    <a:pt x="34" y="182"/>
                  </a:lnTo>
                  <a:lnTo>
                    <a:pt x="90" y="125"/>
                  </a:lnTo>
                  <a:lnTo>
                    <a:pt x="124" y="91"/>
                  </a:lnTo>
                  <a:lnTo>
                    <a:pt x="91" y="5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3" name="Previous"/>
            <p:cNvSpPr>
              <a:spLocks/>
            </p:cNvSpPr>
            <p:nvPr/>
          </p:nvSpPr>
          <p:spPr bwMode="auto">
            <a:xfrm>
              <a:off x="2669699" y="3271838"/>
              <a:ext cx="196850" cy="288925"/>
            </a:xfrm>
            <a:custGeom>
              <a:avLst/>
              <a:gdLst>
                <a:gd name="T0" fmla="*/ 90 w 124"/>
                <a:gd name="T1" fmla="*/ 182 h 182"/>
                <a:gd name="T2" fmla="*/ 124 w 124"/>
                <a:gd name="T3" fmla="*/ 148 h 182"/>
                <a:gd name="T4" fmla="*/ 68 w 124"/>
                <a:gd name="T5" fmla="*/ 91 h 182"/>
                <a:gd name="T6" fmla="*/ 124 w 124"/>
                <a:gd name="T7" fmla="*/ 34 h 182"/>
                <a:gd name="T8" fmla="*/ 90 w 124"/>
                <a:gd name="T9" fmla="*/ 0 h 182"/>
                <a:gd name="T10" fmla="*/ 34 w 124"/>
                <a:gd name="T11" fmla="*/ 57 h 182"/>
                <a:gd name="T12" fmla="*/ 0 w 124"/>
                <a:gd name="T13" fmla="*/ 91 h 182"/>
                <a:gd name="T14" fmla="*/ 34 w 124"/>
                <a:gd name="T15" fmla="*/ 125 h 182"/>
                <a:gd name="T16" fmla="*/ 90 w 124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" h="182">
                  <a:moveTo>
                    <a:pt x="90" y="182"/>
                  </a:moveTo>
                  <a:lnTo>
                    <a:pt x="124" y="148"/>
                  </a:lnTo>
                  <a:lnTo>
                    <a:pt x="68" y="91"/>
                  </a:lnTo>
                  <a:lnTo>
                    <a:pt x="124" y="34"/>
                  </a:lnTo>
                  <a:lnTo>
                    <a:pt x="90" y="0"/>
                  </a:lnTo>
                  <a:lnTo>
                    <a:pt x="34" y="57"/>
                  </a:lnTo>
                  <a:lnTo>
                    <a:pt x="0" y="91"/>
                  </a:lnTo>
                  <a:lnTo>
                    <a:pt x="34" y="125"/>
                  </a:lnTo>
                  <a:lnTo>
                    <a:pt x="90" y="1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8" name="Dropdown Menu"/>
          <p:cNvSpPr/>
          <p:nvPr/>
        </p:nvSpPr>
        <p:spPr>
          <a:xfrm>
            <a:off x="6732240" y="2463947"/>
            <a:ext cx="2016289" cy="1128034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73736" tIns="27432" rIns="173736" bIns="73152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1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Q&amp;A</a:t>
            </a:r>
            <a:endParaRPr lang="en-US" sz="11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1:1 </a:t>
            </a:r>
            <a:r>
              <a:rPr lang="ko-KR" altLang="en-US" sz="11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질문</a:t>
            </a:r>
            <a:endParaRPr lang="en-US" sz="11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Something else here</a:t>
            </a:r>
          </a:p>
          <a:p>
            <a:pPr>
              <a:lnSpc>
                <a:spcPct val="150000"/>
              </a:lnSpc>
            </a:pPr>
            <a:r>
              <a:rPr lang="en-US" sz="11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Separated link</a:t>
            </a:r>
          </a:p>
        </p:txBody>
      </p:sp>
      <p:sp>
        <p:nvSpPr>
          <p:cNvPr id="190" name="Breadcrumbs"/>
          <p:cNvSpPr/>
          <p:nvPr/>
        </p:nvSpPr>
        <p:spPr>
          <a:xfrm>
            <a:off x="276862" y="2027595"/>
            <a:ext cx="8536251" cy="436352"/>
          </a:xfrm>
          <a:prstGeom prst="roundRect">
            <a:avLst>
              <a:gd name="adj" fmla="val 10538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0584" tIns="82296" rIns="100584" bIns="82296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Home 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ko-KR" alt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동호회 자유게시판 고객지원▽</a:t>
            </a:r>
            <a:endParaRPr lang="en-US" sz="16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97" name="Click"/>
          <p:cNvGrpSpPr>
            <a:grpSpLocks noChangeAspect="1"/>
          </p:cNvGrpSpPr>
          <p:nvPr/>
        </p:nvGrpSpPr>
        <p:grpSpPr>
          <a:xfrm>
            <a:off x="7819840" y="2147597"/>
            <a:ext cx="530225" cy="755651"/>
            <a:chOff x="5294313" y="2197100"/>
            <a:chExt cx="530225" cy="755651"/>
          </a:xfrm>
        </p:grpSpPr>
        <p:sp>
          <p:nvSpPr>
            <p:cNvPr id="198" name="Arrow Cursor"/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9" name="Click"/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364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메인 화면</a:t>
            </a:r>
            <a:r>
              <a:rPr lang="en-US" altLang="ko-KR" b="1" smtClean="0">
                <a:solidFill>
                  <a:schemeClr val="bg2"/>
                </a:solidFill>
              </a:rPr>
              <a:t>(body)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7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8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1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1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409608"/>
            <a:ext cx="8640960" cy="5093894"/>
            <a:chOff x="1476372" y="363604"/>
            <a:chExt cx="9239256" cy="6130793"/>
          </a:xfrm>
        </p:grpSpPr>
        <p:sp>
          <p:nvSpPr>
            <p:cNvPr id="53" name="Navbar Shape"/>
            <p:cNvSpPr/>
            <p:nvPr/>
          </p:nvSpPr>
          <p:spPr>
            <a:xfrm>
              <a:off x="1476372" y="363604"/>
              <a:ext cx="9239256" cy="4953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동호회</a:t>
              </a:r>
              <a:endParaRPr lang="en-US" sz="14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Input"/>
            <p:cNvSpPr/>
            <p:nvPr/>
          </p:nvSpPr>
          <p:spPr>
            <a:xfrm>
              <a:off x="8166790" y="457391"/>
              <a:ext cx="1733041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Password</a:t>
              </a:r>
            </a:p>
          </p:txBody>
        </p:sp>
        <p:sp>
          <p:nvSpPr>
            <p:cNvPr id="55" name="Button"/>
            <p:cNvSpPr/>
            <p:nvPr/>
          </p:nvSpPr>
          <p:spPr>
            <a:xfrm>
              <a:off x="9965402" y="424380"/>
              <a:ext cx="682914" cy="373751"/>
            </a:xfrm>
            <a:prstGeom prst="roundRect">
              <a:avLst>
                <a:gd name="adj" fmla="val 11182"/>
              </a:avLst>
            </a:prstGeom>
            <a:solidFill>
              <a:schemeClr val="accent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Sign in</a:t>
              </a:r>
            </a:p>
          </p:txBody>
        </p:sp>
        <p:sp>
          <p:nvSpPr>
            <p:cNvPr id="56" name="Input"/>
            <p:cNvSpPr/>
            <p:nvPr/>
          </p:nvSpPr>
          <p:spPr>
            <a:xfrm>
              <a:off x="6368177" y="457391"/>
              <a:ext cx="1733041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Email</a:t>
              </a:r>
            </a:p>
          </p:txBody>
        </p:sp>
        <p:cxnSp>
          <p:nvCxnSpPr>
            <p:cNvPr id="67" name="Line"/>
            <p:cNvCxnSpPr/>
            <p:nvPr/>
          </p:nvCxnSpPr>
          <p:spPr>
            <a:xfrm>
              <a:off x="1476372" y="858904"/>
              <a:ext cx="9239256" cy="0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56" y="2204864"/>
            <a:ext cx="8569657" cy="388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Breadcrumbs"/>
          <p:cNvSpPr/>
          <p:nvPr/>
        </p:nvSpPr>
        <p:spPr>
          <a:xfrm>
            <a:off x="289015" y="1884638"/>
            <a:ext cx="8536251" cy="436352"/>
          </a:xfrm>
          <a:prstGeom prst="roundRect">
            <a:avLst>
              <a:gd name="adj" fmla="val 10538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0584" tIns="82296" rIns="100584" bIns="82296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Home 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ko-KR" alt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동호회 자유게시판 고객지원▽</a:t>
            </a:r>
            <a:endParaRPr lang="en-US" sz="16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2865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메뉴바 동호회 클릭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14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15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8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8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2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501872"/>
            <a:ext cx="8640960" cy="5001630"/>
            <a:chOff x="1476372" y="474649"/>
            <a:chExt cx="9239256" cy="6019748"/>
          </a:xfrm>
        </p:grpSpPr>
        <p:sp>
          <p:nvSpPr>
            <p:cNvPr id="55" name="Button"/>
            <p:cNvSpPr>
              <a:spLocks noChangeAspect="1"/>
            </p:cNvSpPr>
            <p:nvPr/>
          </p:nvSpPr>
          <p:spPr>
            <a:xfrm>
              <a:off x="9641493" y="474649"/>
              <a:ext cx="973276" cy="383639"/>
            </a:xfrm>
            <a:prstGeom prst="roundRect">
              <a:avLst>
                <a:gd name="adj" fmla="val 11182"/>
              </a:avLst>
            </a:prstGeom>
            <a:solidFill>
              <a:schemeClr val="accent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로그아웃</a:t>
              </a:r>
              <a:endParaRPr lang="en-US" sz="12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31" name="Toast" descr="&lt;SmartSettings&gt;&lt;SmartResize enabled=&quot;True&quot; minWidth=&quot;0&quot; minHeight=&quot;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5549243" y="1456753"/>
            <a:ext cx="2226059" cy="417961"/>
            <a:chOff x="1861880" y="1463089"/>
            <a:chExt cx="2750728" cy="643554"/>
          </a:xfrm>
        </p:grpSpPr>
        <p:sp>
          <p:nvSpPr>
            <p:cNvPr id="132" name="Background"/>
            <p:cNvSpPr/>
            <p:nvPr/>
          </p:nvSpPr>
          <p:spPr>
            <a:xfrm>
              <a:off x="1861881" y="1463616"/>
              <a:ext cx="2750727" cy="643027"/>
            </a:xfrm>
            <a:prstGeom prst="rect">
              <a:avLst/>
            </a:prstGeom>
            <a:solidFill>
              <a:srgbClr val="464646"/>
            </a:solidFill>
            <a:ln w="12700">
              <a:solidFill>
                <a:srgbClr val="C2C2C2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13232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1200" smtClean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Psj</a:t>
              </a:r>
              <a:r>
                <a:rPr lang="ko-KR" altLang="en-US" sz="1200" smtClean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님  환영합니다</a:t>
              </a:r>
              <a:r>
                <a:rPr lang="en-US" altLang="ko-KR" sz="1200" smtClean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200" smtClean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어서오세요</a:t>
              </a:r>
              <a:r>
                <a:rPr lang="en-US" altLang="ko-KR" sz="1200" smtClean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!</a:t>
              </a:r>
              <a:endPara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3" name="Image Dummy" descr="&lt;SmartSettings&gt;&lt;SmartResize anchorLeft=&quot;Absolute&quot; anchorTop=&quot;Absolute&quot; anchorRight=&quot;None&quot; anchorBottom=&quot;Absolute&quot; /&gt;&lt;/SmartSettings&gt;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861880" y="1463089"/>
              <a:ext cx="795235" cy="643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Border"/>
            <p:cNvSpPr/>
            <p:nvPr/>
          </p:nvSpPr>
          <p:spPr>
            <a:xfrm>
              <a:off x="1861880" y="1463554"/>
              <a:ext cx="2750728" cy="643028"/>
            </a:xfrm>
            <a:prstGeom prst="rect">
              <a:avLst/>
            </a:prstGeom>
            <a:noFill/>
            <a:ln>
              <a:solidFill>
                <a:srgbClr val="C2C2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6" name="Find User"/>
          <p:cNvSpPr>
            <a:spLocks noChangeAspect="1" noEditPoints="1"/>
          </p:cNvSpPr>
          <p:nvPr/>
        </p:nvSpPr>
        <p:spPr bwMode="auto">
          <a:xfrm>
            <a:off x="5585983" y="1499548"/>
            <a:ext cx="570072" cy="351799"/>
          </a:xfrm>
          <a:custGeom>
            <a:avLst/>
            <a:gdLst>
              <a:gd name="T0" fmla="*/ 159 w 662"/>
              <a:gd name="T1" fmla="*/ 45 h 658"/>
              <a:gd name="T2" fmla="*/ 136 w 662"/>
              <a:gd name="T3" fmla="*/ 231 h 658"/>
              <a:gd name="T4" fmla="*/ 190 w 662"/>
              <a:gd name="T5" fmla="*/ 339 h 658"/>
              <a:gd name="T6" fmla="*/ 189 w 662"/>
              <a:gd name="T7" fmla="*/ 385 h 658"/>
              <a:gd name="T8" fmla="*/ 1 w 662"/>
              <a:gd name="T9" fmla="*/ 554 h 658"/>
              <a:gd name="T10" fmla="*/ 350 w 662"/>
              <a:gd name="T11" fmla="*/ 568 h 658"/>
              <a:gd name="T12" fmla="*/ 29 w 662"/>
              <a:gd name="T13" fmla="*/ 541 h 658"/>
              <a:gd name="T14" fmla="*/ 215 w 662"/>
              <a:gd name="T15" fmla="*/ 393 h 658"/>
              <a:gd name="T16" fmla="*/ 217 w 662"/>
              <a:gd name="T17" fmla="*/ 345 h 658"/>
              <a:gd name="T18" fmla="*/ 217 w 662"/>
              <a:gd name="T19" fmla="*/ 324 h 658"/>
              <a:gd name="T20" fmla="*/ 186 w 662"/>
              <a:gd name="T21" fmla="*/ 266 h 658"/>
              <a:gd name="T22" fmla="*/ 174 w 662"/>
              <a:gd name="T23" fmla="*/ 254 h 658"/>
              <a:gd name="T24" fmla="*/ 167 w 662"/>
              <a:gd name="T25" fmla="*/ 214 h 658"/>
              <a:gd name="T26" fmla="*/ 172 w 662"/>
              <a:gd name="T27" fmla="*/ 199 h 658"/>
              <a:gd name="T28" fmla="*/ 266 w 662"/>
              <a:gd name="T29" fmla="*/ 27 h 658"/>
              <a:gd name="T30" fmla="*/ 319 w 662"/>
              <a:gd name="T31" fmla="*/ 49 h 658"/>
              <a:gd name="T32" fmla="*/ 364 w 662"/>
              <a:gd name="T33" fmla="*/ 73 h 658"/>
              <a:gd name="T34" fmla="*/ 359 w 662"/>
              <a:gd name="T35" fmla="*/ 208 h 658"/>
              <a:gd name="T36" fmla="*/ 372 w 662"/>
              <a:gd name="T37" fmla="*/ 228 h 658"/>
              <a:gd name="T38" fmla="*/ 350 w 662"/>
              <a:gd name="T39" fmla="*/ 255 h 658"/>
              <a:gd name="T40" fmla="*/ 326 w 662"/>
              <a:gd name="T41" fmla="*/ 321 h 658"/>
              <a:gd name="T42" fmla="*/ 318 w 662"/>
              <a:gd name="T43" fmla="*/ 345 h 658"/>
              <a:gd name="T44" fmla="*/ 321 w 662"/>
              <a:gd name="T45" fmla="*/ 393 h 658"/>
              <a:gd name="T46" fmla="*/ 350 w 662"/>
              <a:gd name="T47" fmla="*/ 392 h 658"/>
              <a:gd name="T48" fmla="*/ 345 w 662"/>
              <a:gd name="T49" fmla="*/ 345 h 658"/>
              <a:gd name="T50" fmla="*/ 374 w 662"/>
              <a:gd name="T51" fmla="*/ 277 h 658"/>
              <a:gd name="T52" fmla="*/ 390 w 662"/>
              <a:gd name="T53" fmla="*/ 198 h 658"/>
              <a:gd name="T54" fmla="*/ 335 w 662"/>
              <a:gd name="T55" fmla="*/ 25 h 658"/>
              <a:gd name="T56" fmla="*/ 480 w 662"/>
              <a:gd name="T57" fmla="*/ 341 h 658"/>
              <a:gd name="T58" fmla="*/ 480 w 662"/>
              <a:gd name="T59" fmla="*/ 608 h 658"/>
              <a:gd name="T60" fmla="*/ 644 w 662"/>
              <a:gd name="T61" fmla="*/ 658 h 658"/>
              <a:gd name="T62" fmla="*/ 583 w 662"/>
              <a:gd name="T63" fmla="*/ 559 h 658"/>
              <a:gd name="T64" fmla="*/ 480 w 662"/>
              <a:gd name="T65" fmla="*/ 341 h 658"/>
              <a:gd name="T66" fmla="*/ 586 w 662"/>
              <a:gd name="T67" fmla="*/ 475 h 658"/>
              <a:gd name="T68" fmla="*/ 373 w 662"/>
              <a:gd name="T69" fmla="*/ 475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62" h="658">
                <a:moveTo>
                  <a:pt x="266" y="0"/>
                </a:moveTo>
                <a:cubicBezTo>
                  <a:pt x="217" y="1"/>
                  <a:pt x="181" y="16"/>
                  <a:pt x="159" y="45"/>
                </a:cubicBezTo>
                <a:cubicBezTo>
                  <a:pt x="133" y="79"/>
                  <a:pt x="128" y="130"/>
                  <a:pt x="145" y="198"/>
                </a:cubicBezTo>
                <a:cubicBezTo>
                  <a:pt x="139" y="205"/>
                  <a:pt x="134" y="216"/>
                  <a:pt x="136" y="231"/>
                </a:cubicBezTo>
                <a:cubicBezTo>
                  <a:pt x="140" y="261"/>
                  <a:pt x="151" y="272"/>
                  <a:pt x="161" y="277"/>
                </a:cubicBezTo>
                <a:cubicBezTo>
                  <a:pt x="165" y="300"/>
                  <a:pt x="178" y="326"/>
                  <a:pt x="190" y="339"/>
                </a:cubicBezTo>
                <a:lnTo>
                  <a:pt x="190" y="345"/>
                </a:lnTo>
                <a:cubicBezTo>
                  <a:pt x="190" y="358"/>
                  <a:pt x="190" y="370"/>
                  <a:pt x="189" y="385"/>
                </a:cubicBezTo>
                <a:cubicBezTo>
                  <a:pt x="181" y="404"/>
                  <a:pt x="154" y="415"/>
                  <a:pt x="122" y="427"/>
                </a:cubicBezTo>
                <a:cubicBezTo>
                  <a:pt x="70" y="448"/>
                  <a:pt x="5" y="473"/>
                  <a:pt x="1" y="554"/>
                </a:cubicBezTo>
                <a:lnTo>
                  <a:pt x="0" y="568"/>
                </a:lnTo>
                <a:lnTo>
                  <a:pt x="350" y="568"/>
                </a:lnTo>
                <a:cubicBezTo>
                  <a:pt x="336" y="555"/>
                  <a:pt x="331" y="541"/>
                  <a:pt x="331" y="541"/>
                </a:cubicBezTo>
                <a:lnTo>
                  <a:pt x="29" y="541"/>
                </a:lnTo>
                <a:cubicBezTo>
                  <a:pt x="39" y="489"/>
                  <a:pt x="86" y="470"/>
                  <a:pt x="132" y="452"/>
                </a:cubicBezTo>
                <a:cubicBezTo>
                  <a:pt x="169" y="438"/>
                  <a:pt x="203" y="424"/>
                  <a:pt x="215" y="393"/>
                </a:cubicBezTo>
                <a:lnTo>
                  <a:pt x="215" y="390"/>
                </a:lnTo>
                <a:cubicBezTo>
                  <a:pt x="217" y="372"/>
                  <a:pt x="217" y="359"/>
                  <a:pt x="217" y="345"/>
                </a:cubicBezTo>
                <a:lnTo>
                  <a:pt x="217" y="332"/>
                </a:lnTo>
                <a:lnTo>
                  <a:pt x="217" y="324"/>
                </a:lnTo>
                <a:lnTo>
                  <a:pt x="210" y="321"/>
                </a:lnTo>
                <a:cubicBezTo>
                  <a:pt x="204" y="317"/>
                  <a:pt x="188" y="290"/>
                  <a:pt x="186" y="266"/>
                </a:cubicBezTo>
                <a:lnTo>
                  <a:pt x="185" y="255"/>
                </a:lnTo>
                <a:lnTo>
                  <a:pt x="174" y="254"/>
                </a:lnTo>
                <a:cubicBezTo>
                  <a:pt x="172" y="254"/>
                  <a:pt x="165" y="249"/>
                  <a:pt x="163" y="228"/>
                </a:cubicBezTo>
                <a:cubicBezTo>
                  <a:pt x="161" y="217"/>
                  <a:pt x="166" y="214"/>
                  <a:pt x="167" y="214"/>
                </a:cubicBezTo>
                <a:lnTo>
                  <a:pt x="175" y="208"/>
                </a:lnTo>
                <a:lnTo>
                  <a:pt x="172" y="199"/>
                </a:lnTo>
                <a:cubicBezTo>
                  <a:pt x="156" y="136"/>
                  <a:pt x="159" y="89"/>
                  <a:pt x="180" y="61"/>
                </a:cubicBezTo>
                <a:cubicBezTo>
                  <a:pt x="197" y="39"/>
                  <a:pt x="226" y="27"/>
                  <a:pt x="266" y="27"/>
                </a:cubicBezTo>
                <a:cubicBezTo>
                  <a:pt x="291" y="27"/>
                  <a:pt x="310" y="33"/>
                  <a:pt x="315" y="43"/>
                </a:cubicBezTo>
                <a:lnTo>
                  <a:pt x="319" y="49"/>
                </a:lnTo>
                <a:lnTo>
                  <a:pt x="325" y="50"/>
                </a:lnTo>
                <a:cubicBezTo>
                  <a:pt x="343" y="52"/>
                  <a:pt x="356" y="60"/>
                  <a:pt x="364" y="73"/>
                </a:cubicBezTo>
                <a:cubicBezTo>
                  <a:pt x="384" y="106"/>
                  <a:pt x="373" y="167"/>
                  <a:pt x="362" y="198"/>
                </a:cubicBezTo>
                <a:lnTo>
                  <a:pt x="359" y="208"/>
                </a:lnTo>
                <a:lnTo>
                  <a:pt x="368" y="213"/>
                </a:lnTo>
                <a:cubicBezTo>
                  <a:pt x="368" y="213"/>
                  <a:pt x="373" y="217"/>
                  <a:pt x="372" y="228"/>
                </a:cubicBezTo>
                <a:cubicBezTo>
                  <a:pt x="369" y="249"/>
                  <a:pt x="363" y="254"/>
                  <a:pt x="361" y="254"/>
                </a:cubicBezTo>
                <a:lnTo>
                  <a:pt x="350" y="255"/>
                </a:lnTo>
                <a:lnTo>
                  <a:pt x="349" y="266"/>
                </a:lnTo>
                <a:cubicBezTo>
                  <a:pt x="346" y="290"/>
                  <a:pt x="331" y="317"/>
                  <a:pt x="326" y="321"/>
                </a:cubicBezTo>
                <a:lnTo>
                  <a:pt x="318" y="324"/>
                </a:lnTo>
                <a:lnTo>
                  <a:pt x="318" y="345"/>
                </a:lnTo>
                <a:cubicBezTo>
                  <a:pt x="318" y="359"/>
                  <a:pt x="318" y="372"/>
                  <a:pt x="320" y="390"/>
                </a:cubicBezTo>
                <a:lnTo>
                  <a:pt x="321" y="393"/>
                </a:lnTo>
                <a:cubicBezTo>
                  <a:pt x="324" y="402"/>
                  <a:pt x="329" y="409"/>
                  <a:pt x="335" y="415"/>
                </a:cubicBezTo>
                <a:cubicBezTo>
                  <a:pt x="339" y="409"/>
                  <a:pt x="346" y="396"/>
                  <a:pt x="350" y="392"/>
                </a:cubicBezTo>
                <a:cubicBezTo>
                  <a:pt x="349" y="390"/>
                  <a:pt x="347" y="388"/>
                  <a:pt x="346" y="385"/>
                </a:cubicBezTo>
                <a:cubicBezTo>
                  <a:pt x="345" y="370"/>
                  <a:pt x="345" y="359"/>
                  <a:pt x="345" y="345"/>
                </a:cubicBezTo>
                <a:lnTo>
                  <a:pt x="345" y="339"/>
                </a:lnTo>
                <a:cubicBezTo>
                  <a:pt x="357" y="326"/>
                  <a:pt x="369" y="300"/>
                  <a:pt x="374" y="277"/>
                </a:cubicBezTo>
                <a:cubicBezTo>
                  <a:pt x="383" y="272"/>
                  <a:pt x="395" y="260"/>
                  <a:pt x="398" y="231"/>
                </a:cubicBezTo>
                <a:cubicBezTo>
                  <a:pt x="400" y="217"/>
                  <a:pt x="396" y="205"/>
                  <a:pt x="390" y="198"/>
                </a:cubicBezTo>
                <a:cubicBezTo>
                  <a:pt x="398" y="172"/>
                  <a:pt x="414" y="103"/>
                  <a:pt x="387" y="59"/>
                </a:cubicBezTo>
                <a:cubicBezTo>
                  <a:pt x="375" y="41"/>
                  <a:pt x="358" y="29"/>
                  <a:pt x="335" y="25"/>
                </a:cubicBezTo>
                <a:cubicBezTo>
                  <a:pt x="322" y="9"/>
                  <a:pt x="298" y="0"/>
                  <a:pt x="266" y="0"/>
                </a:cubicBezTo>
                <a:close/>
                <a:moveTo>
                  <a:pt x="480" y="341"/>
                </a:moveTo>
                <a:cubicBezTo>
                  <a:pt x="406" y="341"/>
                  <a:pt x="346" y="401"/>
                  <a:pt x="346" y="475"/>
                </a:cubicBezTo>
                <a:cubicBezTo>
                  <a:pt x="346" y="548"/>
                  <a:pt x="406" y="608"/>
                  <a:pt x="480" y="608"/>
                </a:cubicBezTo>
                <a:cubicBezTo>
                  <a:pt x="512" y="608"/>
                  <a:pt x="541" y="597"/>
                  <a:pt x="564" y="578"/>
                </a:cubicBezTo>
                <a:lnTo>
                  <a:pt x="644" y="658"/>
                </a:lnTo>
                <a:lnTo>
                  <a:pt x="662" y="639"/>
                </a:lnTo>
                <a:lnTo>
                  <a:pt x="583" y="559"/>
                </a:lnTo>
                <a:cubicBezTo>
                  <a:pt x="602" y="536"/>
                  <a:pt x="613" y="507"/>
                  <a:pt x="613" y="475"/>
                </a:cubicBezTo>
                <a:cubicBezTo>
                  <a:pt x="613" y="401"/>
                  <a:pt x="553" y="341"/>
                  <a:pt x="480" y="341"/>
                </a:cubicBezTo>
                <a:close/>
                <a:moveTo>
                  <a:pt x="480" y="368"/>
                </a:moveTo>
                <a:cubicBezTo>
                  <a:pt x="539" y="368"/>
                  <a:pt x="586" y="416"/>
                  <a:pt x="586" y="475"/>
                </a:cubicBezTo>
                <a:cubicBezTo>
                  <a:pt x="586" y="534"/>
                  <a:pt x="539" y="581"/>
                  <a:pt x="480" y="581"/>
                </a:cubicBezTo>
                <a:cubicBezTo>
                  <a:pt x="421" y="581"/>
                  <a:pt x="373" y="534"/>
                  <a:pt x="373" y="475"/>
                </a:cubicBezTo>
                <a:cubicBezTo>
                  <a:pt x="373" y="416"/>
                  <a:pt x="421" y="368"/>
                  <a:pt x="480" y="368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28" y="2551992"/>
            <a:ext cx="8303047" cy="353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0" name="Breadcrumbs"/>
          <p:cNvSpPr/>
          <p:nvPr/>
        </p:nvSpPr>
        <p:spPr>
          <a:xfrm>
            <a:off x="249585" y="2056704"/>
            <a:ext cx="8536251" cy="436352"/>
          </a:xfrm>
          <a:prstGeom prst="roundRect">
            <a:avLst>
              <a:gd name="adj" fmla="val 10538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0584" tIns="82296" rIns="100584" bIns="82296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Home 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ko-KR" altLang="en-US" sz="1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동호회 자유게시판 고객지원▽</a:t>
            </a:r>
            <a:endParaRPr lang="en-US" sz="16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8" name="Auto-Suggest Box" descr="&lt;SmartSettings&gt;&lt;SmartResize enabled=&quot;True&quot; minWidth=&quot;34&quot; minHeight=&quot;24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5669527" y="2856878"/>
            <a:ext cx="3314202" cy="1187032"/>
            <a:chOff x="581770" y="1146899"/>
            <a:chExt cx="2092683" cy="1485892"/>
          </a:xfrm>
        </p:grpSpPr>
        <p:sp>
          <p:nvSpPr>
            <p:cNvPr id="39" name="Drop-Down Box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581770" y="1446567"/>
              <a:ext cx="2092683" cy="118622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700"/>
                </a:spcBef>
                <a:spcAft>
                  <a:spcPts val="700"/>
                </a:spcAft>
              </a:pPr>
              <a:r>
                <a:rPr lang="ko-KR" altLang="en-US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서울시 강남구</a:t>
              </a:r>
              <a:endParaRPr lang="en-US" altLang="ko-KR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>
                <a:spcBef>
                  <a:spcPts val="700"/>
                </a:spcBef>
                <a:spcAft>
                  <a:spcPts val="700"/>
                </a:spcAft>
              </a:pPr>
              <a:r>
                <a:rPr lang="ko-KR" altLang="en-US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서울시 </a:t>
              </a:r>
              <a:r>
                <a:rPr lang="ko-KR" altLang="en-US" sz="850" noProof="1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강동구</a:t>
              </a:r>
              <a:endParaRPr lang="en-US" altLang="ko-KR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>
                <a:spcBef>
                  <a:spcPts val="700"/>
                </a:spcBef>
                <a:spcAft>
                  <a:spcPts val="700"/>
                </a:spcAft>
              </a:pPr>
              <a:r>
                <a:rPr lang="ko-KR" altLang="en-US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서울시 </a:t>
              </a:r>
              <a:r>
                <a:rPr lang="ko-KR" altLang="en-US" sz="850" noProof="1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송파구</a:t>
              </a:r>
              <a:endParaRPr lang="en-US" altLang="ko-KR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>
                <a:spcBef>
                  <a:spcPts val="700"/>
                </a:spcBef>
                <a:spcAft>
                  <a:spcPts val="700"/>
                </a:spcAft>
              </a:pPr>
              <a:endParaRPr lang="en-US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ext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581770" y="1146899"/>
              <a:ext cx="2092683" cy="28615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50" noProof="1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서울</a:t>
              </a:r>
              <a:endParaRPr lang="en-US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ancel Icon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2425037" y="1246258"/>
              <a:ext cx="46880" cy="87436"/>
            </a:xfrm>
            <a:custGeom>
              <a:avLst/>
              <a:gdLst>
                <a:gd name="T0" fmla="*/ 56 w 56"/>
                <a:gd name="T1" fmla="*/ 3 h 56"/>
                <a:gd name="T2" fmla="*/ 31 w 56"/>
                <a:gd name="T3" fmla="*/ 28 h 56"/>
                <a:gd name="T4" fmla="*/ 56 w 56"/>
                <a:gd name="T5" fmla="*/ 52 h 56"/>
                <a:gd name="T6" fmla="*/ 53 w 56"/>
                <a:gd name="T7" fmla="*/ 56 h 56"/>
                <a:gd name="T8" fmla="*/ 28 w 56"/>
                <a:gd name="T9" fmla="*/ 31 h 56"/>
                <a:gd name="T10" fmla="*/ 3 w 56"/>
                <a:gd name="T11" fmla="*/ 56 h 56"/>
                <a:gd name="T12" fmla="*/ 0 w 56"/>
                <a:gd name="T13" fmla="*/ 52 h 56"/>
                <a:gd name="T14" fmla="*/ 25 w 56"/>
                <a:gd name="T15" fmla="*/ 28 h 56"/>
                <a:gd name="T16" fmla="*/ 0 w 56"/>
                <a:gd name="T17" fmla="*/ 3 h 56"/>
                <a:gd name="T18" fmla="*/ 3 w 56"/>
                <a:gd name="T19" fmla="*/ 0 h 56"/>
                <a:gd name="T20" fmla="*/ 28 w 56"/>
                <a:gd name="T21" fmla="*/ 25 h 56"/>
                <a:gd name="T22" fmla="*/ 53 w 56"/>
                <a:gd name="T23" fmla="*/ 0 h 56"/>
                <a:gd name="T24" fmla="*/ 56 w 56"/>
                <a:gd name="T25" fmla="*/ 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6">
                  <a:moveTo>
                    <a:pt x="56" y="3"/>
                  </a:moveTo>
                  <a:lnTo>
                    <a:pt x="31" y="28"/>
                  </a:lnTo>
                  <a:lnTo>
                    <a:pt x="56" y="52"/>
                  </a:lnTo>
                  <a:lnTo>
                    <a:pt x="53" y="56"/>
                  </a:lnTo>
                  <a:lnTo>
                    <a:pt x="28" y="31"/>
                  </a:lnTo>
                  <a:lnTo>
                    <a:pt x="3" y="56"/>
                  </a:lnTo>
                  <a:lnTo>
                    <a:pt x="0" y="52"/>
                  </a:lnTo>
                  <a:lnTo>
                    <a:pt x="25" y="28"/>
                  </a:lnTo>
                  <a:lnTo>
                    <a:pt x="0" y="3"/>
                  </a:lnTo>
                  <a:lnTo>
                    <a:pt x="3" y="0"/>
                  </a:lnTo>
                  <a:lnTo>
                    <a:pt x="28" y="25"/>
                  </a:lnTo>
                  <a:lnTo>
                    <a:pt x="53" y="0"/>
                  </a:lnTo>
                  <a:lnTo>
                    <a:pt x="5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Search Ic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571708" y="1232745"/>
              <a:ext cx="60414" cy="114462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41" name="Click"/>
          <p:cNvGrpSpPr>
            <a:grpSpLocks noChangeAspect="1"/>
          </p:cNvGrpSpPr>
          <p:nvPr/>
        </p:nvGrpSpPr>
        <p:grpSpPr>
          <a:xfrm>
            <a:off x="2735784" y="1819938"/>
            <a:ext cx="1454405" cy="2072748"/>
            <a:chOff x="5294313" y="2197100"/>
            <a:chExt cx="530225" cy="755651"/>
          </a:xfrm>
        </p:grpSpPr>
        <p:sp>
          <p:nvSpPr>
            <p:cNvPr id="242" name="Arrow Cursor"/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3" name="Click"/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5646696" y="2846646"/>
            <a:ext cx="3314202" cy="1187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6148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가입한 동호회</a:t>
            </a:r>
            <a:r>
              <a:rPr lang="en-US" altLang="ko-KR" b="1" smtClean="0">
                <a:solidFill>
                  <a:schemeClr val="bg2"/>
                </a:solidFill>
              </a:rPr>
              <a:t>(</a:t>
            </a:r>
            <a:r>
              <a:rPr lang="ko-KR" altLang="en-US" b="1" smtClean="0">
                <a:solidFill>
                  <a:schemeClr val="bg2"/>
                </a:solidFill>
              </a:rPr>
              <a:t>최대 </a:t>
            </a:r>
            <a:r>
              <a:rPr lang="en-US" altLang="ko-KR" b="1" smtClean="0">
                <a:solidFill>
                  <a:schemeClr val="bg2"/>
                </a:solidFill>
              </a:rPr>
              <a:t>3</a:t>
            </a:r>
            <a:r>
              <a:rPr lang="ko-KR" altLang="en-US" b="1" smtClean="0">
                <a:solidFill>
                  <a:schemeClr val="bg2"/>
                </a:solidFill>
              </a:rPr>
              <a:t>개</a:t>
            </a:r>
            <a:r>
              <a:rPr lang="en-US" altLang="ko-KR" b="1" smtClean="0">
                <a:solidFill>
                  <a:schemeClr val="bg2"/>
                </a:solidFill>
              </a:rPr>
              <a:t>)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7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8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1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1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409608"/>
            <a:ext cx="8640961" cy="5093894"/>
            <a:chOff x="1476372" y="363604"/>
            <a:chExt cx="9239256" cy="6130793"/>
          </a:xfrm>
        </p:grpSpPr>
        <p:sp>
          <p:nvSpPr>
            <p:cNvPr id="53" name="Navbar Shape"/>
            <p:cNvSpPr/>
            <p:nvPr/>
          </p:nvSpPr>
          <p:spPr>
            <a:xfrm>
              <a:off x="1476372" y="363604"/>
              <a:ext cx="9239256" cy="4953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" name="직사각형 3"/>
          <p:cNvSpPr/>
          <p:nvPr/>
        </p:nvSpPr>
        <p:spPr>
          <a:xfrm>
            <a:off x="382263" y="2141981"/>
            <a:ext cx="2479236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 descr="C:\Users\Home7\Desktop\15Soccer-master768.jpg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sharpenSoften amount="-100000"/>
                    </a14:imgEffect>
                    <a14:imgEffect>
                      <a14:brightnessContrast brigh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09" y="2204865"/>
            <a:ext cx="2296091" cy="21214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36" name="Placeholder User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3" y="3867228"/>
            <a:ext cx="875997" cy="875997"/>
          </a:xfrm>
          <a:prstGeom prst="ellipse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13355" y="4748697"/>
            <a:ext cx="1592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smtClean="0"/>
              <a:t>psj</a:t>
            </a:r>
            <a:endParaRPr lang="ko-KR" altLang="en-US" sz="1400"/>
          </a:p>
        </p:txBody>
      </p:sp>
      <p:sp>
        <p:nvSpPr>
          <p:cNvPr id="7" name="TextBox 6"/>
          <p:cNvSpPr txBox="1"/>
          <p:nvPr/>
        </p:nvSpPr>
        <p:spPr>
          <a:xfrm>
            <a:off x="475709" y="5246678"/>
            <a:ext cx="229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서울 서초구 서초동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46667" y="3120746"/>
            <a:ext cx="20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서초구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조기 축구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모여라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b="1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231009" y="2123695"/>
            <a:ext cx="2479236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3759370" y="4692536"/>
            <a:ext cx="1592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smtClean="0"/>
              <a:t>kyj</a:t>
            </a:r>
            <a:endParaRPr lang="ko-KR" altLang="en-US" sz="1400"/>
          </a:p>
        </p:txBody>
      </p:sp>
      <p:sp>
        <p:nvSpPr>
          <p:cNvPr id="128" name="TextBox 127"/>
          <p:cNvSpPr txBox="1"/>
          <p:nvPr/>
        </p:nvSpPr>
        <p:spPr>
          <a:xfrm>
            <a:off x="3324455" y="5228392"/>
            <a:ext cx="229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인천 남구 주안동 </a:t>
            </a:r>
            <a:endParaRPr lang="ko-KR" altLang="en-US"/>
          </a:p>
        </p:txBody>
      </p:sp>
      <p:sp>
        <p:nvSpPr>
          <p:cNvPr id="130" name="직사각형 129"/>
          <p:cNvSpPr/>
          <p:nvPr/>
        </p:nvSpPr>
        <p:spPr>
          <a:xfrm>
            <a:off x="6097214" y="2123695"/>
            <a:ext cx="2479236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C:\Users\Home7\Desktop\꽃케이크.JPG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harpenSoften amount="-100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814" y="2204865"/>
            <a:ext cx="2315732" cy="21031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051" name="Picture 3" descr="C:\Users\Home7\Desktop\piano1.jpg"/>
          <p:cNvPicPr>
            <a:picLocks noChangeAspect="1" noChangeArrowheads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sharpenSoften amount="-100000"/>
                    </a14:imgEffect>
                    <a14:imgEffect>
                      <a14:brightnessContrast bright="-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660" y="2199966"/>
            <a:ext cx="2310275" cy="2126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3" name="TextBox 132"/>
          <p:cNvSpPr txBox="1"/>
          <p:nvPr/>
        </p:nvSpPr>
        <p:spPr>
          <a:xfrm>
            <a:off x="6606496" y="4686917"/>
            <a:ext cx="159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kic</a:t>
            </a:r>
            <a:endParaRPr lang="ko-KR" altLang="en-US"/>
          </a:p>
        </p:txBody>
      </p:sp>
      <p:sp>
        <p:nvSpPr>
          <p:cNvPr id="134" name="TextBox 133"/>
          <p:cNvSpPr txBox="1"/>
          <p:nvPr/>
        </p:nvSpPr>
        <p:spPr>
          <a:xfrm>
            <a:off x="6190660" y="5228392"/>
            <a:ext cx="229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서울 강동구 암사동</a:t>
            </a:r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6361618" y="3102460"/>
            <a:ext cx="20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강동구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암사동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</a:p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피아노 레슨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b="1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7" name="Placeholder User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107" y="3868425"/>
            <a:ext cx="874800" cy="874800"/>
          </a:xfrm>
          <a:prstGeom prst="ellipse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3495413" y="3102460"/>
            <a:ext cx="20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인천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꽃 케이크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</a:p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만들어보아요</a:t>
            </a:r>
            <a:endParaRPr lang="ko-KR" altLang="en-US" b="1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9" name="Placeholder User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312" y="3867154"/>
            <a:ext cx="874800" cy="874800"/>
          </a:xfrm>
          <a:prstGeom prst="ellipse">
            <a:avLst/>
          </a:prstGeom>
        </p:spPr>
      </p:pic>
      <p:grpSp>
        <p:nvGrpSpPr>
          <p:cNvPr id="194" name="Footer"/>
          <p:cNvGrpSpPr/>
          <p:nvPr/>
        </p:nvGrpSpPr>
        <p:grpSpPr>
          <a:xfrm>
            <a:off x="235106" y="6291591"/>
            <a:ext cx="8640960" cy="211911"/>
            <a:chOff x="1476372" y="6239350"/>
            <a:chExt cx="9239256" cy="255047"/>
          </a:xfrm>
        </p:grpSpPr>
        <p:cxnSp>
          <p:nvCxnSpPr>
            <p:cNvPr id="195" name="Line"/>
            <p:cNvCxnSpPr/>
            <p:nvPr/>
          </p:nvCxnSpPr>
          <p:spPr>
            <a:xfrm>
              <a:off x="1476372" y="6239350"/>
              <a:ext cx="9239256" cy="0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Copyright"/>
            <p:cNvSpPr txBox="1"/>
            <p:nvPr/>
          </p:nvSpPr>
          <p:spPr>
            <a:xfrm>
              <a:off x="1624987" y="6292419"/>
              <a:ext cx="724557" cy="2019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Aft>
                  <a:spcPts val="500"/>
                </a:spcAft>
              </a:pPr>
              <a:r>
                <a:rPr lang="en-US" sz="105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© Company</a:t>
              </a:r>
              <a:endParaRPr lang="en-US" sz="1050" noProof="1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454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자신이 가입한 동호회</a:t>
            </a:r>
            <a:r>
              <a:rPr lang="en-US" altLang="ko-KR" b="1" smtClean="0">
                <a:solidFill>
                  <a:schemeClr val="bg2"/>
                </a:solidFill>
              </a:rPr>
              <a:t>-1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7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8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1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1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409608"/>
            <a:ext cx="8640960" cy="5093894"/>
            <a:chOff x="1476372" y="363604"/>
            <a:chExt cx="9239256" cy="6130793"/>
          </a:xfrm>
        </p:grpSpPr>
        <p:sp>
          <p:nvSpPr>
            <p:cNvPr id="53" name="Navbar Shape"/>
            <p:cNvSpPr/>
            <p:nvPr/>
          </p:nvSpPr>
          <p:spPr>
            <a:xfrm>
              <a:off x="1476372" y="363604"/>
              <a:ext cx="9239256" cy="4953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35" name="TextBox 134"/>
          <p:cNvSpPr txBox="1"/>
          <p:nvPr/>
        </p:nvSpPr>
        <p:spPr>
          <a:xfrm>
            <a:off x="6361618" y="3102460"/>
            <a:ext cx="20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강동구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사동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</a:p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피아노 레슨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b="1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098" name="Picture 2" descr="C:\Users\Home7\Desktop\15Soccer-master768.jpg"/>
          <p:cNvPicPr>
            <a:picLocks noChangeAspect="1" noChangeArrowheads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sharpenSoften amount="-43000"/>
                    </a14:imgEffect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2" y="1915764"/>
            <a:ext cx="8599204" cy="186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laceholder User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97" y="2914957"/>
            <a:ext cx="875997" cy="875997"/>
          </a:xfrm>
          <a:prstGeom prst="ellipse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316682" y="3102460"/>
            <a:ext cx="394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p</a:t>
            </a:r>
            <a:r>
              <a:rPr lang="en-US" altLang="ko-KR" b="1" smtClean="0">
                <a:solidFill>
                  <a:schemeClr val="bg1"/>
                </a:solidFill>
              </a:rPr>
              <a:t>sj</a:t>
            </a:r>
          </a:p>
          <a:p>
            <a:r>
              <a:rPr lang="ko-KR" altLang="en-US" sz="1400" b="1">
                <a:solidFill>
                  <a:schemeClr val="bg1"/>
                </a:solidFill>
              </a:rPr>
              <a:t>등록일 </a:t>
            </a:r>
            <a:r>
              <a:rPr lang="en-US" altLang="ko-KR" sz="1400" b="1">
                <a:solidFill>
                  <a:schemeClr val="bg1"/>
                </a:solidFill>
              </a:rPr>
              <a:t>2017.04.21(</a:t>
            </a:r>
            <a:r>
              <a:rPr lang="ko-KR" altLang="en-US" sz="1400" b="1">
                <a:solidFill>
                  <a:schemeClr val="bg1"/>
                </a:solidFill>
              </a:rPr>
              <a:t>금</a:t>
            </a:r>
            <a:r>
              <a:rPr lang="en-US" altLang="ko-KR" sz="1400" b="1" smtClean="0">
                <a:solidFill>
                  <a:schemeClr val="bg1"/>
                </a:solidFill>
              </a:rPr>
              <a:t>) | </a:t>
            </a:r>
            <a:r>
              <a:rPr lang="ko-KR" altLang="en-US" sz="1400" b="1" smtClean="0">
                <a:solidFill>
                  <a:schemeClr val="bg1"/>
                </a:solidFill>
              </a:rPr>
              <a:t>조회 </a:t>
            </a:r>
            <a:r>
              <a:rPr lang="en-US" altLang="ko-KR" sz="1400" b="1">
                <a:solidFill>
                  <a:schemeClr val="bg1"/>
                </a:solidFill>
              </a:rPr>
              <a:t>1000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197" y="4293096"/>
            <a:ext cx="802407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chemeClr val="accent1"/>
                </a:solidFill>
              </a:rPr>
              <a:t>기본 </a:t>
            </a:r>
            <a:r>
              <a:rPr lang="ko-KR" altLang="en-US" b="1" smtClean="0">
                <a:solidFill>
                  <a:schemeClr val="accent1"/>
                </a:solidFill>
              </a:rPr>
              <a:t>정보</a:t>
            </a:r>
            <a:endParaRPr lang="en-US" altLang="ko-KR" b="1" smtClean="0">
              <a:solidFill>
                <a:schemeClr val="accent1"/>
              </a:solidFill>
            </a:endParaRPr>
          </a:p>
          <a:p>
            <a:endParaRPr lang="ko-KR" altLang="en-US" b="1">
              <a:solidFill>
                <a:schemeClr val="accent1"/>
              </a:solidFill>
            </a:endParaRPr>
          </a:p>
          <a:p>
            <a:r>
              <a:rPr lang="ko-KR" altLang="en-US" sz="1600" smtClean="0">
                <a:solidFill>
                  <a:schemeClr val="bg1">
                    <a:lumMod val="65000"/>
                  </a:schemeClr>
                </a:solidFill>
              </a:rPr>
              <a:t>카테고리</a:t>
            </a:r>
            <a:r>
              <a:rPr lang="en-US" altLang="ko-KR" sz="160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ko-KR" altLang="en-US" sz="1600" smtClean="0"/>
              <a:t>	스포츠</a:t>
            </a:r>
            <a:r>
              <a:rPr lang="en-US" altLang="ko-KR" sz="1600" smtClean="0"/>
              <a:t>, </a:t>
            </a:r>
            <a:r>
              <a:rPr lang="ko-KR" altLang="en-US" sz="1600" smtClean="0"/>
              <a:t>건강</a:t>
            </a:r>
            <a:r>
              <a:rPr lang="en-US" altLang="ko-KR" sz="1600" smtClean="0"/>
              <a:t>,</a:t>
            </a:r>
            <a:r>
              <a:rPr lang="ko-KR" altLang="en-US" sz="1600" smtClean="0"/>
              <a:t>축구</a:t>
            </a:r>
            <a:r>
              <a:rPr lang="en-US" altLang="ko-KR" sz="1600" smtClean="0"/>
              <a:t>,</a:t>
            </a:r>
            <a:r>
              <a:rPr lang="ko-KR" altLang="en-US" sz="1600" smtClean="0"/>
              <a:t>기타</a:t>
            </a:r>
          </a:p>
          <a:p>
            <a:r>
              <a:rPr lang="ko-KR" altLang="en-US" sz="1600" smtClean="0">
                <a:solidFill>
                  <a:schemeClr val="bg1">
                    <a:lumMod val="65000"/>
                  </a:schemeClr>
                </a:solidFill>
              </a:rPr>
              <a:t>비용</a:t>
            </a:r>
            <a:r>
              <a:rPr lang="ko-KR" altLang="en-US" sz="1600" smtClean="0"/>
              <a:t>	</a:t>
            </a:r>
            <a:r>
              <a:rPr lang="en-US" altLang="ko-KR" sz="1600" smtClean="0"/>
              <a:t>	</a:t>
            </a:r>
            <a:r>
              <a:rPr lang="ko-KR" altLang="en-US" sz="1600" smtClean="0"/>
              <a:t>협의</a:t>
            </a:r>
          </a:p>
          <a:p>
            <a:r>
              <a:rPr lang="ko-KR" altLang="en-US" sz="1600" smtClean="0">
                <a:solidFill>
                  <a:schemeClr val="bg1">
                    <a:lumMod val="65000"/>
                  </a:schemeClr>
                </a:solidFill>
              </a:rPr>
              <a:t>횟수</a:t>
            </a:r>
            <a:r>
              <a:rPr lang="ko-KR" altLang="en-US" sz="1600"/>
              <a:t>	</a:t>
            </a:r>
            <a:r>
              <a:rPr lang="en-US" altLang="ko-KR" sz="1600" smtClean="0"/>
              <a:t>	</a:t>
            </a:r>
            <a:r>
              <a:rPr lang="ko-KR" altLang="en-US" sz="1600" smtClean="0"/>
              <a:t>월 </a:t>
            </a:r>
            <a:r>
              <a:rPr lang="en-US" altLang="ko-KR" sz="1600" smtClean="0"/>
              <a:t>2~4 </a:t>
            </a:r>
            <a:r>
              <a:rPr lang="ko-KR" altLang="en-US" sz="1600"/>
              <a:t>회</a:t>
            </a:r>
          </a:p>
          <a:p>
            <a:r>
              <a:rPr lang="ko-KR" altLang="en-US" sz="1600">
                <a:solidFill>
                  <a:schemeClr val="bg1">
                    <a:lumMod val="65000"/>
                  </a:schemeClr>
                </a:solidFill>
              </a:rPr>
              <a:t>수업 </a:t>
            </a:r>
            <a:r>
              <a:rPr lang="ko-KR" altLang="en-US" sz="1600" smtClean="0">
                <a:solidFill>
                  <a:schemeClr val="bg1">
                    <a:lumMod val="65000"/>
                  </a:schemeClr>
                </a:solidFill>
              </a:rPr>
              <a:t>경력</a:t>
            </a:r>
            <a:r>
              <a:rPr lang="en-US" altLang="ko-KR" sz="160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ko-KR" altLang="en-US" sz="1600"/>
              <a:t>	</a:t>
            </a:r>
            <a:r>
              <a:rPr lang="ko-KR" altLang="en-US" sz="1600" smtClean="0"/>
              <a:t>경력없음</a:t>
            </a:r>
            <a:endParaRPr lang="ko-KR" altLang="en-US" sz="1600"/>
          </a:p>
          <a:p>
            <a:r>
              <a:rPr lang="ko-KR" altLang="en-US" sz="1600">
                <a:solidFill>
                  <a:schemeClr val="bg1">
                    <a:lumMod val="65000"/>
                  </a:schemeClr>
                </a:solidFill>
              </a:rPr>
              <a:t>특기사항</a:t>
            </a:r>
            <a:r>
              <a:rPr lang="ko-KR" altLang="en-US" sz="1600"/>
              <a:t>	</a:t>
            </a:r>
            <a:r>
              <a:rPr lang="en-US" altLang="ko-KR" sz="1600" smtClean="0"/>
              <a:t>	</a:t>
            </a:r>
            <a:r>
              <a:rPr lang="ko-KR" altLang="en-US" sz="1600" smtClean="0"/>
              <a:t>선수 출신 환영</a:t>
            </a:r>
            <a:endParaRPr lang="ko-KR" altLang="en-US" sz="1600"/>
          </a:p>
        </p:txBody>
      </p:sp>
      <p:sp>
        <p:nvSpPr>
          <p:cNvPr id="84" name="Breadcrumbs"/>
          <p:cNvSpPr/>
          <p:nvPr/>
        </p:nvSpPr>
        <p:spPr>
          <a:xfrm>
            <a:off x="278226" y="3790954"/>
            <a:ext cx="8536251" cy="436352"/>
          </a:xfrm>
          <a:prstGeom prst="roundRect">
            <a:avLst>
              <a:gd name="adj" fmla="val 10538"/>
            </a:avLst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0584" tIns="82296" rIns="100584" bIns="82296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ko-KR" altLang="en-US" sz="16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홈 회원목록</a:t>
            </a:r>
            <a:r>
              <a:rPr lang="en-US" sz="16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ko-KR" altLang="en-US" sz="16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동호회게시판  정모사진</a:t>
            </a:r>
            <a:endParaRPr lang="en-US" sz="1600" b="1" dirty="0" smtClean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44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2"/>
                </a:solidFill>
              </a:rPr>
              <a:t>자신이 가입한 동호회</a:t>
            </a:r>
            <a:r>
              <a:rPr lang="en-US" altLang="ko-KR" b="1" smtClean="0">
                <a:solidFill>
                  <a:schemeClr val="bg2"/>
                </a:solidFill>
              </a:rPr>
              <a:t>-2</a:t>
            </a:r>
            <a:endParaRPr lang="ko-KR" altLang="en-US" b="1">
              <a:solidFill>
                <a:schemeClr val="bg2"/>
              </a:solidFill>
            </a:endParaRPr>
          </a:p>
        </p:txBody>
      </p:sp>
      <p:grpSp>
        <p:nvGrpSpPr>
          <p:cNvPr id="101" name="Edge Browser" descr="&lt;SmartSettings&gt;&lt;SmartResize enabled=&quot;True&quot; minWidth=&quot;2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73101" y="864794"/>
            <a:ext cx="8744841" cy="5804566"/>
            <a:chOff x="785234" y="1336279"/>
            <a:chExt cx="6208789" cy="4136811"/>
          </a:xfrm>
        </p:grpSpPr>
        <p:sp>
          <p:nvSpPr>
            <p:cNvPr id="102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785235" y="1336280"/>
              <a:ext cx="6208784" cy="4136810"/>
            </a:xfrm>
            <a:prstGeom prst="rect">
              <a:avLst/>
            </a:prstGeom>
            <a:solidFill>
              <a:srgbClr val="FFFFFF"/>
            </a:solidFill>
            <a:ln w="6350">
              <a:noFill/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ool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785235" y="1494330"/>
              <a:ext cx="6208786" cy="2255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Back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858904" y="1556896"/>
              <a:ext cx="101438" cy="95036"/>
            </a:xfrm>
            <a:custGeom>
              <a:avLst/>
              <a:gdLst>
                <a:gd name="T0" fmla="*/ 90 w 90"/>
                <a:gd name="T1" fmla="*/ 39 h 84"/>
                <a:gd name="T2" fmla="*/ 90 w 90"/>
                <a:gd name="T3" fmla="*/ 45 h 84"/>
                <a:gd name="T4" fmla="*/ 11 w 90"/>
                <a:gd name="T5" fmla="*/ 45 h 84"/>
                <a:gd name="T6" fmla="*/ 46 w 90"/>
                <a:gd name="T7" fmla="*/ 80 h 84"/>
                <a:gd name="T8" fmla="*/ 42 w 90"/>
                <a:gd name="T9" fmla="*/ 84 h 84"/>
                <a:gd name="T10" fmla="*/ 0 w 90"/>
                <a:gd name="T11" fmla="*/ 42 h 84"/>
                <a:gd name="T12" fmla="*/ 42 w 90"/>
                <a:gd name="T13" fmla="*/ 0 h 84"/>
                <a:gd name="T14" fmla="*/ 46 w 90"/>
                <a:gd name="T15" fmla="*/ 4 h 84"/>
                <a:gd name="T16" fmla="*/ 11 w 90"/>
                <a:gd name="T17" fmla="*/ 39 h 84"/>
                <a:gd name="T18" fmla="*/ 90 w 90"/>
                <a:gd name="T19" fmla="*/ 3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90" y="39"/>
                  </a:moveTo>
                  <a:lnTo>
                    <a:pt x="90" y="45"/>
                  </a:lnTo>
                  <a:lnTo>
                    <a:pt x="11" y="45"/>
                  </a:lnTo>
                  <a:lnTo>
                    <a:pt x="46" y="80"/>
                  </a:lnTo>
                  <a:lnTo>
                    <a:pt x="42" y="84"/>
                  </a:lnTo>
                  <a:lnTo>
                    <a:pt x="0" y="42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11" y="39"/>
                  </a:lnTo>
                  <a:lnTo>
                    <a:pt x="9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Forward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1101234" y="1556896"/>
              <a:ext cx="101438" cy="95036"/>
            </a:xfrm>
            <a:custGeom>
              <a:avLst/>
              <a:gdLst>
                <a:gd name="T0" fmla="*/ 49 w 90"/>
                <a:gd name="T1" fmla="*/ 0 h 84"/>
                <a:gd name="T2" fmla="*/ 90 w 90"/>
                <a:gd name="T3" fmla="*/ 42 h 84"/>
                <a:gd name="T4" fmla="*/ 49 w 90"/>
                <a:gd name="T5" fmla="*/ 84 h 84"/>
                <a:gd name="T6" fmla="*/ 45 w 90"/>
                <a:gd name="T7" fmla="*/ 80 h 84"/>
                <a:gd name="T8" fmla="*/ 79 w 90"/>
                <a:gd name="T9" fmla="*/ 45 h 84"/>
                <a:gd name="T10" fmla="*/ 0 w 90"/>
                <a:gd name="T11" fmla="*/ 45 h 84"/>
                <a:gd name="T12" fmla="*/ 0 w 90"/>
                <a:gd name="T13" fmla="*/ 39 h 84"/>
                <a:gd name="T14" fmla="*/ 79 w 90"/>
                <a:gd name="T15" fmla="*/ 39 h 84"/>
                <a:gd name="T16" fmla="*/ 45 w 90"/>
                <a:gd name="T17" fmla="*/ 4 h 84"/>
                <a:gd name="T18" fmla="*/ 49 w 90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84">
                  <a:moveTo>
                    <a:pt x="49" y="0"/>
                  </a:moveTo>
                  <a:lnTo>
                    <a:pt x="90" y="42"/>
                  </a:lnTo>
                  <a:lnTo>
                    <a:pt x="49" y="84"/>
                  </a:lnTo>
                  <a:lnTo>
                    <a:pt x="45" y="80"/>
                  </a:lnTo>
                  <a:lnTo>
                    <a:pt x="79" y="45"/>
                  </a:lnTo>
                  <a:lnTo>
                    <a:pt x="0" y="45"/>
                  </a:lnTo>
                  <a:lnTo>
                    <a:pt x="0" y="39"/>
                  </a:lnTo>
                  <a:lnTo>
                    <a:pt x="79" y="39"/>
                  </a:lnTo>
                  <a:lnTo>
                    <a:pt x="45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Refresh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349202" y="1552371"/>
              <a:ext cx="101438" cy="104087"/>
            </a:xfrm>
            <a:custGeom>
              <a:avLst/>
              <a:gdLst>
                <a:gd name="T0" fmla="*/ 357 w 563"/>
                <a:gd name="T1" fmla="*/ 10 h 563"/>
                <a:gd name="T2" fmla="*/ 440 w 563"/>
                <a:gd name="T3" fmla="*/ 49 h 563"/>
                <a:gd name="T4" fmla="*/ 506 w 563"/>
                <a:gd name="T5" fmla="*/ 111 h 563"/>
                <a:gd name="T6" fmla="*/ 548 w 563"/>
                <a:gd name="T7" fmla="*/ 191 h 563"/>
                <a:gd name="T8" fmla="*/ 563 w 563"/>
                <a:gd name="T9" fmla="*/ 281 h 563"/>
                <a:gd name="T10" fmla="*/ 553 w 563"/>
                <a:gd name="T11" fmla="*/ 356 h 563"/>
                <a:gd name="T12" fmla="*/ 525 w 563"/>
                <a:gd name="T13" fmla="*/ 424 h 563"/>
                <a:gd name="T14" fmla="*/ 481 w 563"/>
                <a:gd name="T15" fmla="*/ 481 h 563"/>
                <a:gd name="T16" fmla="*/ 424 w 563"/>
                <a:gd name="T17" fmla="*/ 525 h 563"/>
                <a:gd name="T18" fmla="*/ 357 w 563"/>
                <a:gd name="T19" fmla="*/ 553 h 563"/>
                <a:gd name="T20" fmla="*/ 282 w 563"/>
                <a:gd name="T21" fmla="*/ 563 h 563"/>
                <a:gd name="T22" fmla="*/ 207 w 563"/>
                <a:gd name="T23" fmla="*/ 553 h 563"/>
                <a:gd name="T24" fmla="*/ 140 w 563"/>
                <a:gd name="T25" fmla="*/ 525 h 563"/>
                <a:gd name="T26" fmla="*/ 82 w 563"/>
                <a:gd name="T27" fmla="*/ 481 h 563"/>
                <a:gd name="T28" fmla="*/ 38 w 563"/>
                <a:gd name="T29" fmla="*/ 424 h 563"/>
                <a:gd name="T30" fmla="*/ 10 w 563"/>
                <a:gd name="T31" fmla="*/ 356 h 563"/>
                <a:gd name="T32" fmla="*/ 0 w 563"/>
                <a:gd name="T33" fmla="*/ 281 h 563"/>
                <a:gd name="T34" fmla="*/ 10 w 563"/>
                <a:gd name="T35" fmla="*/ 207 h 563"/>
                <a:gd name="T36" fmla="*/ 39 w 563"/>
                <a:gd name="T37" fmla="*/ 138 h 563"/>
                <a:gd name="T38" fmla="*/ 85 w 563"/>
                <a:gd name="T39" fmla="*/ 80 h 563"/>
                <a:gd name="T40" fmla="*/ 146 w 563"/>
                <a:gd name="T41" fmla="*/ 35 h 563"/>
                <a:gd name="T42" fmla="*/ 71 w 563"/>
                <a:gd name="T43" fmla="*/ 35 h 563"/>
                <a:gd name="T44" fmla="*/ 71 w 563"/>
                <a:gd name="T45" fmla="*/ 0 h 563"/>
                <a:gd name="T46" fmla="*/ 211 w 563"/>
                <a:gd name="T47" fmla="*/ 0 h 563"/>
                <a:gd name="T48" fmla="*/ 211 w 563"/>
                <a:gd name="T49" fmla="*/ 141 h 563"/>
                <a:gd name="T50" fmla="*/ 176 w 563"/>
                <a:gd name="T51" fmla="*/ 141 h 563"/>
                <a:gd name="T52" fmla="*/ 176 w 563"/>
                <a:gd name="T53" fmla="*/ 59 h 563"/>
                <a:gd name="T54" fmla="*/ 118 w 563"/>
                <a:gd name="T55" fmla="*/ 98 h 563"/>
                <a:gd name="T56" fmla="*/ 74 w 563"/>
                <a:gd name="T57" fmla="*/ 150 h 563"/>
                <a:gd name="T58" fmla="*/ 45 w 563"/>
                <a:gd name="T59" fmla="*/ 212 h 563"/>
                <a:gd name="T60" fmla="*/ 35 w 563"/>
                <a:gd name="T61" fmla="*/ 281 h 563"/>
                <a:gd name="T62" fmla="*/ 44 w 563"/>
                <a:gd name="T63" fmla="*/ 347 h 563"/>
                <a:gd name="T64" fmla="*/ 69 w 563"/>
                <a:gd name="T65" fmla="*/ 406 h 563"/>
                <a:gd name="T66" fmla="*/ 108 w 563"/>
                <a:gd name="T67" fmla="*/ 456 h 563"/>
                <a:gd name="T68" fmla="*/ 158 w 563"/>
                <a:gd name="T69" fmla="*/ 494 h 563"/>
                <a:gd name="T70" fmla="*/ 216 w 563"/>
                <a:gd name="T71" fmla="*/ 519 h 563"/>
                <a:gd name="T72" fmla="*/ 282 w 563"/>
                <a:gd name="T73" fmla="*/ 528 h 563"/>
                <a:gd name="T74" fmla="*/ 347 w 563"/>
                <a:gd name="T75" fmla="*/ 519 h 563"/>
                <a:gd name="T76" fmla="*/ 406 w 563"/>
                <a:gd name="T77" fmla="*/ 494 h 563"/>
                <a:gd name="T78" fmla="*/ 456 w 563"/>
                <a:gd name="T79" fmla="*/ 456 h 563"/>
                <a:gd name="T80" fmla="*/ 495 w 563"/>
                <a:gd name="T81" fmla="*/ 406 h 563"/>
                <a:gd name="T82" fmla="*/ 519 w 563"/>
                <a:gd name="T83" fmla="*/ 347 h 563"/>
                <a:gd name="T84" fmla="*/ 528 w 563"/>
                <a:gd name="T85" fmla="*/ 281 h 563"/>
                <a:gd name="T86" fmla="*/ 515 w 563"/>
                <a:gd name="T87" fmla="*/ 202 h 563"/>
                <a:gd name="T88" fmla="*/ 478 w 563"/>
                <a:gd name="T89" fmla="*/ 132 h 563"/>
                <a:gd name="T90" fmla="*/ 421 w 563"/>
                <a:gd name="T91" fmla="*/ 78 h 563"/>
                <a:gd name="T92" fmla="*/ 348 w 563"/>
                <a:gd name="T93" fmla="*/ 44 h 563"/>
                <a:gd name="T94" fmla="*/ 357 w 563"/>
                <a:gd name="T95" fmla="*/ 1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3" h="563">
                  <a:moveTo>
                    <a:pt x="357" y="10"/>
                  </a:moveTo>
                  <a:cubicBezTo>
                    <a:pt x="387" y="18"/>
                    <a:pt x="415" y="31"/>
                    <a:pt x="440" y="49"/>
                  </a:cubicBezTo>
                  <a:cubicBezTo>
                    <a:pt x="466" y="66"/>
                    <a:pt x="488" y="87"/>
                    <a:pt x="506" y="111"/>
                  </a:cubicBezTo>
                  <a:cubicBezTo>
                    <a:pt x="524" y="135"/>
                    <a:pt x="538" y="161"/>
                    <a:pt x="548" y="191"/>
                  </a:cubicBezTo>
                  <a:cubicBezTo>
                    <a:pt x="558" y="220"/>
                    <a:pt x="563" y="250"/>
                    <a:pt x="563" y="281"/>
                  </a:cubicBezTo>
                  <a:cubicBezTo>
                    <a:pt x="563" y="307"/>
                    <a:pt x="560" y="332"/>
                    <a:pt x="553" y="356"/>
                  </a:cubicBezTo>
                  <a:cubicBezTo>
                    <a:pt x="547" y="380"/>
                    <a:pt x="537" y="403"/>
                    <a:pt x="525" y="424"/>
                  </a:cubicBezTo>
                  <a:cubicBezTo>
                    <a:pt x="513" y="445"/>
                    <a:pt x="498" y="464"/>
                    <a:pt x="481" y="481"/>
                  </a:cubicBezTo>
                  <a:cubicBezTo>
                    <a:pt x="464" y="498"/>
                    <a:pt x="445" y="513"/>
                    <a:pt x="424" y="525"/>
                  </a:cubicBezTo>
                  <a:cubicBezTo>
                    <a:pt x="403" y="537"/>
                    <a:pt x="381" y="546"/>
                    <a:pt x="357" y="553"/>
                  </a:cubicBezTo>
                  <a:cubicBezTo>
                    <a:pt x="333" y="560"/>
                    <a:pt x="308" y="563"/>
                    <a:pt x="282" y="563"/>
                  </a:cubicBezTo>
                  <a:cubicBezTo>
                    <a:pt x="256" y="563"/>
                    <a:pt x="231" y="560"/>
                    <a:pt x="207" y="553"/>
                  </a:cubicBezTo>
                  <a:cubicBezTo>
                    <a:pt x="183" y="546"/>
                    <a:pt x="160" y="537"/>
                    <a:pt x="140" y="525"/>
                  </a:cubicBezTo>
                  <a:cubicBezTo>
                    <a:pt x="119" y="513"/>
                    <a:pt x="100" y="498"/>
                    <a:pt x="82" y="481"/>
                  </a:cubicBezTo>
                  <a:cubicBezTo>
                    <a:pt x="65" y="464"/>
                    <a:pt x="51" y="445"/>
                    <a:pt x="38" y="424"/>
                  </a:cubicBezTo>
                  <a:cubicBezTo>
                    <a:pt x="26" y="403"/>
                    <a:pt x="17" y="380"/>
                    <a:pt x="10" y="356"/>
                  </a:cubicBezTo>
                  <a:cubicBezTo>
                    <a:pt x="3" y="332"/>
                    <a:pt x="0" y="307"/>
                    <a:pt x="0" y="281"/>
                  </a:cubicBezTo>
                  <a:cubicBezTo>
                    <a:pt x="0" y="256"/>
                    <a:pt x="3" y="231"/>
                    <a:pt x="10" y="207"/>
                  </a:cubicBezTo>
                  <a:cubicBezTo>
                    <a:pt x="17" y="182"/>
                    <a:pt x="27" y="160"/>
                    <a:pt x="39" y="138"/>
                  </a:cubicBezTo>
                  <a:cubicBezTo>
                    <a:pt x="52" y="117"/>
                    <a:pt x="67" y="97"/>
                    <a:pt x="85" y="80"/>
                  </a:cubicBezTo>
                  <a:cubicBezTo>
                    <a:pt x="103" y="62"/>
                    <a:pt x="123" y="47"/>
                    <a:pt x="146" y="35"/>
                  </a:cubicBezTo>
                  <a:lnTo>
                    <a:pt x="71" y="35"/>
                  </a:lnTo>
                  <a:lnTo>
                    <a:pt x="71" y="0"/>
                  </a:lnTo>
                  <a:lnTo>
                    <a:pt x="211" y="0"/>
                  </a:lnTo>
                  <a:lnTo>
                    <a:pt x="211" y="141"/>
                  </a:lnTo>
                  <a:lnTo>
                    <a:pt x="176" y="141"/>
                  </a:lnTo>
                  <a:lnTo>
                    <a:pt x="176" y="59"/>
                  </a:lnTo>
                  <a:cubicBezTo>
                    <a:pt x="155" y="69"/>
                    <a:pt x="135" y="82"/>
                    <a:pt x="118" y="98"/>
                  </a:cubicBezTo>
                  <a:cubicBezTo>
                    <a:pt x="101" y="113"/>
                    <a:pt x="86" y="130"/>
                    <a:pt x="74" y="150"/>
                  </a:cubicBezTo>
                  <a:cubicBezTo>
                    <a:pt x="61" y="169"/>
                    <a:pt x="52" y="190"/>
                    <a:pt x="45" y="212"/>
                  </a:cubicBezTo>
                  <a:cubicBezTo>
                    <a:pt x="39" y="235"/>
                    <a:pt x="35" y="258"/>
                    <a:pt x="35" y="281"/>
                  </a:cubicBezTo>
                  <a:cubicBezTo>
                    <a:pt x="35" y="304"/>
                    <a:pt x="38" y="326"/>
                    <a:pt x="44" y="347"/>
                  </a:cubicBezTo>
                  <a:cubicBezTo>
                    <a:pt x="50" y="368"/>
                    <a:pt x="58" y="387"/>
                    <a:pt x="69" y="406"/>
                  </a:cubicBezTo>
                  <a:cubicBezTo>
                    <a:pt x="80" y="424"/>
                    <a:pt x="93" y="441"/>
                    <a:pt x="108" y="456"/>
                  </a:cubicBezTo>
                  <a:cubicBezTo>
                    <a:pt x="123" y="471"/>
                    <a:pt x="139" y="483"/>
                    <a:pt x="158" y="494"/>
                  </a:cubicBezTo>
                  <a:cubicBezTo>
                    <a:pt x="176" y="505"/>
                    <a:pt x="195" y="513"/>
                    <a:pt x="216" y="519"/>
                  </a:cubicBezTo>
                  <a:cubicBezTo>
                    <a:pt x="237" y="525"/>
                    <a:pt x="259" y="528"/>
                    <a:pt x="282" y="528"/>
                  </a:cubicBezTo>
                  <a:cubicBezTo>
                    <a:pt x="304" y="528"/>
                    <a:pt x="326" y="525"/>
                    <a:pt x="347" y="519"/>
                  </a:cubicBezTo>
                  <a:cubicBezTo>
                    <a:pt x="368" y="513"/>
                    <a:pt x="388" y="505"/>
                    <a:pt x="406" y="494"/>
                  </a:cubicBezTo>
                  <a:cubicBezTo>
                    <a:pt x="424" y="483"/>
                    <a:pt x="441" y="471"/>
                    <a:pt x="456" y="456"/>
                  </a:cubicBezTo>
                  <a:cubicBezTo>
                    <a:pt x="471" y="441"/>
                    <a:pt x="484" y="424"/>
                    <a:pt x="495" y="406"/>
                  </a:cubicBezTo>
                  <a:cubicBezTo>
                    <a:pt x="505" y="387"/>
                    <a:pt x="514" y="368"/>
                    <a:pt x="519" y="347"/>
                  </a:cubicBezTo>
                  <a:cubicBezTo>
                    <a:pt x="525" y="326"/>
                    <a:pt x="528" y="304"/>
                    <a:pt x="528" y="281"/>
                  </a:cubicBezTo>
                  <a:cubicBezTo>
                    <a:pt x="528" y="254"/>
                    <a:pt x="524" y="227"/>
                    <a:pt x="515" y="202"/>
                  </a:cubicBezTo>
                  <a:cubicBezTo>
                    <a:pt x="506" y="176"/>
                    <a:pt x="494" y="153"/>
                    <a:pt x="478" y="132"/>
                  </a:cubicBezTo>
                  <a:cubicBezTo>
                    <a:pt x="462" y="111"/>
                    <a:pt x="443" y="93"/>
                    <a:pt x="421" y="78"/>
                  </a:cubicBezTo>
                  <a:cubicBezTo>
                    <a:pt x="398" y="63"/>
                    <a:pt x="374" y="51"/>
                    <a:pt x="348" y="44"/>
                  </a:cubicBezTo>
                  <a:lnTo>
                    <a:pt x="35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7" name="Toolbar Separator" descr="&lt;SmartSettings&gt;&lt;SmartResize anchorLeft=&quot;Absolute&quot; anchorTop=&quot;Absolute&quot; anchorRight=&quot;None&quot; anchorBottom=&quot;None&quot; /&gt;&lt;/SmartSettings&gt;"/>
            <p:cNvCxnSpPr>
              <a:cxnSpLocks noChangeAspect="1"/>
            </p:cNvCxnSpPr>
            <p:nvPr>
              <p:custDataLst>
                <p:tags r:id="rId7"/>
              </p:custDataLst>
            </p:nvPr>
          </p:nvCxnSpPr>
          <p:spPr>
            <a:xfrm>
              <a:off x="1593789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ddress Bar" descr="&lt;SmartSettings&gt;&lt;SmartResize anchorLeft=&quot;Absolute&quot; anchorTop=&quot;Absolute&quot; anchorRight=&quot;Absolute&quot; anchorBottom=&quot;None&quot; /&gt;&lt;/SmartSettings&gt;"/>
            <p:cNvSpPr txBox="1"/>
            <p:nvPr>
              <p:custDataLst>
                <p:tags r:id="rId8"/>
              </p:custDataLst>
            </p:nvPr>
          </p:nvSpPr>
          <p:spPr>
            <a:xfrm>
              <a:off x="1597170" y="1529935"/>
              <a:ext cx="4075101" cy="1403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example.com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Bookmark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72272" y="1556332"/>
              <a:ext cx="103693" cy="96169"/>
            </a:xfrm>
            <a:custGeom>
              <a:avLst/>
              <a:gdLst>
                <a:gd name="T0" fmla="*/ 80 w 572"/>
                <a:gd name="T1" fmla="*/ 0 h 527"/>
                <a:gd name="T2" fmla="*/ 80 w 572"/>
                <a:gd name="T3" fmla="*/ 44 h 527"/>
                <a:gd name="T4" fmla="*/ 0 w 572"/>
                <a:gd name="T5" fmla="*/ 44 h 527"/>
                <a:gd name="T6" fmla="*/ 0 w 572"/>
                <a:gd name="T7" fmla="*/ 527 h 527"/>
                <a:gd name="T8" fmla="*/ 572 w 572"/>
                <a:gd name="T9" fmla="*/ 526 h 527"/>
                <a:gd name="T10" fmla="*/ 572 w 572"/>
                <a:gd name="T11" fmla="*/ 43 h 527"/>
                <a:gd name="T12" fmla="*/ 492 w 572"/>
                <a:gd name="T13" fmla="*/ 47 h 527"/>
                <a:gd name="T14" fmla="*/ 492 w 572"/>
                <a:gd name="T15" fmla="*/ 0 h 527"/>
                <a:gd name="T16" fmla="*/ 475 w 572"/>
                <a:gd name="T17" fmla="*/ 0 h 527"/>
                <a:gd name="T18" fmla="*/ 286 w 572"/>
                <a:gd name="T19" fmla="*/ 61 h 527"/>
                <a:gd name="T20" fmla="*/ 97 w 572"/>
                <a:gd name="T21" fmla="*/ 0 h 527"/>
                <a:gd name="T22" fmla="*/ 80 w 572"/>
                <a:gd name="T23" fmla="*/ 0 h 527"/>
                <a:gd name="T24" fmla="*/ 457 w 572"/>
                <a:gd name="T25" fmla="*/ 35 h 527"/>
                <a:gd name="T26" fmla="*/ 457 w 572"/>
                <a:gd name="T27" fmla="*/ 431 h 527"/>
                <a:gd name="T28" fmla="*/ 304 w 572"/>
                <a:gd name="T29" fmla="*/ 475 h 527"/>
                <a:gd name="T30" fmla="*/ 304 w 572"/>
                <a:gd name="T31" fmla="*/ 92 h 527"/>
                <a:gd name="T32" fmla="*/ 457 w 572"/>
                <a:gd name="T33" fmla="*/ 35 h 527"/>
                <a:gd name="T34" fmla="*/ 115 w 572"/>
                <a:gd name="T35" fmla="*/ 35 h 527"/>
                <a:gd name="T36" fmla="*/ 268 w 572"/>
                <a:gd name="T37" fmla="*/ 92 h 527"/>
                <a:gd name="T38" fmla="*/ 268 w 572"/>
                <a:gd name="T39" fmla="*/ 474 h 527"/>
                <a:gd name="T40" fmla="*/ 115 w 572"/>
                <a:gd name="T41" fmla="*/ 431 h 527"/>
                <a:gd name="T42" fmla="*/ 115 w 572"/>
                <a:gd name="T43" fmla="*/ 35 h 527"/>
                <a:gd name="T44" fmla="*/ 35 w 572"/>
                <a:gd name="T45" fmla="*/ 79 h 527"/>
                <a:gd name="T46" fmla="*/ 80 w 572"/>
                <a:gd name="T47" fmla="*/ 79 h 527"/>
                <a:gd name="T48" fmla="*/ 80 w 572"/>
                <a:gd name="T49" fmla="*/ 466 h 527"/>
                <a:gd name="T50" fmla="*/ 97 w 572"/>
                <a:gd name="T51" fmla="*/ 466 h 527"/>
                <a:gd name="T52" fmla="*/ 238 w 572"/>
                <a:gd name="T53" fmla="*/ 495 h 527"/>
                <a:gd name="T54" fmla="*/ 35 w 572"/>
                <a:gd name="T55" fmla="*/ 492 h 527"/>
                <a:gd name="T56" fmla="*/ 35 w 572"/>
                <a:gd name="T57" fmla="*/ 79 h 527"/>
                <a:gd name="T58" fmla="*/ 537 w 572"/>
                <a:gd name="T59" fmla="*/ 80 h 527"/>
                <a:gd name="T60" fmla="*/ 537 w 572"/>
                <a:gd name="T61" fmla="*/ 492 h 527"/>
                <a:gd name="T62" fmla="*/ 335 w 572"/>
                <a:gd name="T63" fmla="*/ 496 h 527"/>
                <a:gd name="T64" fmla="*/ 475 w 572"/>
                <a:gd name="T65" fmla="*/ 466 h 527"/>
                <a:gd name="T66" fmla="*/ 492 w 572"/>
                <a:gd name="T67" fmla="*/ 466 h 527"/>
                <a:gd name="T68" fmla="*/ 492 w 572"/>
                <a:gd name="T69" fmla="*/ 448 h 527"/>
                <a:gd name="T70" fmla="*/ 492 w 572"/>
                <a:gd name="T71" fmla="*/ 82 h 527"/>
                <a:gd name="T72" fmla="*/ 537 w 572"/>
                <a:gd name="T73" fmla="*/ 8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2" h="527">
                  <a:moveTo>
                    <a:pt x="80" y="0"/>
                  </a:moveTo>
                  <a:lnTo>
                    <a:pt x="80" y="44"/>
                  </a:lnTo>
                  <a:cubicBezTo>
                    <a:pt x="49" y="43"/>
                    <a:pt x="28" y="44"/>
                    <a:pt x="0" y="44"/>
                  </a:cubicBezTo>
                  <a:lnTo>
                    <a:pt x="0" y="527"/>
                  </a:lnTo>
                  <a:lnTo>
                    <a:pt x="572" y="526"/>
                  </a:lnTo>
                  <a:lnTo>
                    <a:pt x="572" y="43"/>
                  </a:lnTo>
                  <a:cubicBezTo>
                    <a:pt x="545" y="44"/>
                    <a:pt x="517" y="45"/>
                    <a:pt x="492" y="47"/>
                  </a:cubicBezTo>
                  <a:lnTo>
                    <a:pt x="492" y="0"/>
                  </a:lnTo>
                  <a:lnTo>
                    <a:pt x="475" y="0"/>
                  </a:lnTo>
                  <a:cubicBezTo>
                    <a:pt x="377" y="0"/>
                    <a:pt x="333" y="34"/>
                    <a:pt x="286" y="61"/>
                  </a:cubicBezTo>
                  <a:cubicBezTo>
                    <a:pt x="241" y="34"/>
                    <a:pt x="185" y="0"/>
                    <a:pt x="97" y="0"/>
                  </a:cubicBezTo>
                  <a:lnTo>
                    <a:pt x="80" y="0"/>
                  </a:lnTo>
                  <a:close/>
                  <a:moveTo>
                    <a:pt x="457" y="35"/>
                  </a:moveTo>
                  <a:lnTo>
                    <a:pt x="457" y="431"/>
                  </a:lnTo>
                  <a:cubicBezTo>
                    <a:pt x="384" y="433"/>
                    <a:pt x="341" y="449"/>
                    <a:pt x="304" y="475"/>
                  </a:cubicBezTo>
                  <a:lnTo>
                    <a:pt x="304" y="92"/>
                  </a:lnTo>
                  <a:cubicBezTo>
                    <a:pt x="349" y="65"/>
                    <a:pt x="380" y="39"/>
                    <a:pt x="457" y="35"/>
                  </a:cubicBezTo>
                  <a:close/>
                  <a:moveTo>
                    <a:pt x="115" y="35"/>
                  </a:moveTo>
                  <a:cubicBezTo>
                    <a:pt x="183" y="40"/>
                    <a:pt x="227" y="67"/>
                    <a:pt x="268" y="92"/>
                  </a:cubicBezTo>
                  <a:lnTo>
                    <a:pt x="268" y="474"/>
                  </a:lnTo>
                  <a:cubicBezTo>
                    <a:pt x="234" y="450"/>
                    <a:pt x="201" y="433"/>
                    <a:pt x="115" y="431"/>
                  </a:cubicBezTo>
                  <a:lnTo>
                    <a:pt x="115" y="35"/>
                  </a:lnTo>
                  <a:close/>
                  <a:moveTo>
                    <a:pt x="35" y="79"/>
                  </a:moveTo>
                  <a:cubicBezTo>
                    <a:pt x="51" y="79"/>
                    <a:pt x="66" y="79"/>
                    <a:pt x="80" y="79"/>
                  </a:cubicBezTo>
                  <a:lnTo>
                    <a:pt x="80" y="466"/>
                  </a:lnTo>
                  <a:lnTo>
                    <a:pt x="97" y="466"/>
                  </a:lnTo>
                  <a:cubicBezTo>
                    <a:pt x="182" y="466"/>
                    <a:pt x="210" y="475"/>
                    <a:pt x="238" y="495"/>
                  </a:cubicBezTo>
                  <a:cubicBezTo>
                    <a:pt x="170" y="494"/>
                    <a:pt x="103" y="493"/>
                    <a:pt x="35" y="492"/>
                  </a:cubicBezTo>
                  <a:lnTo>
                    <a:pt x="35" y="79"/>
                  </a:lnTo>
                  <a:close/>
                  <a:moveTo>
                    <a:pt x="537" y="80"/>
                  </a:moveTo>
                  <a:lnTo>
                    <a:pt x="537" y="492"/>
                  </a:lnTo>
                  <a:cubicBezTo>
                    <a:pt x="470" y="495"/>
                    <a:pt x="403" y="495"/>
                    <a:pt x="335" y="496"/>
                  </a:cubicBezTo>
                  <a:cubicBezTo>
                    <a:pt x="368" y="476"/>
                    <a:pt x="404" y="466"/>
                    <a:pt x="475" y="466"/>
                  </a:cubicBezTo>
                  <a:lnTo>
                    <a:pt x="492" y="466"/>
                  </a:lnTo>
                  <a:lnTo>
                    <a:pt x="492" y="448"/>
                  </a:lnTo>
                  <a:lnTo>
                    <a:pt x="492" y="82"/>
                  </a:lnTo>
                  <a:cubicBezTo>
                    <a:pt x="506" y="81"/>
                    <a:pt x="521" y="81"/>
                    <a:pt x="537" y="80"/>
                  </a:cubicBezTo>
                  <a:close/>
                </a:path>
              </a:pathLst>
            </a:custGeom>
            <a:solidFill>
              <a:srgbClr val="6666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Favori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831196" y="1552371"/>
              <a:ext cx="102569" cy="104087"/>
            </a:xfrm>
            <a:custGeom>
              <a:avLst/>
              <a:gdLst>
                <a:gd name="T0" fmla="*/ 390 w 563"/>
                <a:gd name="T1" fmla="*/ 345 h 563"/>
                <a:gd name="T2" fmla="*/ 458 w 563"/>
                <a:gd name="T3" fmla="*/ 563 h 563"/>
                <a:gd name="T4" fmla="*/ 282 w 563"/>
                <a:gd name="T5" fmla="*/ 428 h 563"/>
                <a:gd name="T6" fmla="*/ 106 w 563"/>
                <a:gd name="T7" fmla="*/ 563 h 563"/>
                <a:gd name="T8" fmla="*/ 174 w 563"/>
                <a:gd name="T9" fmla="*/ 345 h 563"/>
                <a:gd name="T10" fmla="*/ 0 w 563"/>
                <a:gd name="T11" fmla="*/ 211 h 563"/>
                <a:gd name="T12" fmla="*/ 216 w 563"/>
                <a:gd name="T13" fmla="*/ 211 h 563"/>
                <a:gd name="T14" fmla="*/ 282 w 563"/>
                <a:gd name="T15" fmla="*/ 0 h 563"/>
                <a:gd name="T16" fmla="*/ 348 w 563"/>
                <a:gd name="T17" fmla="*/ 211 h 563"/>
                <a:gd name="T18" fmla="*/ 563 w 563"/>
                <a:gd name="T19" fmla="*/ 211 h 563"/>
                <a:gd name="T20" fmla="*/ 390 w 563"/>
                <a:gd name="T21" fmla="*/ 345 h 563"/>
                <a:gd name="T22" fmla="*/ 391 w 563"/>
                <a:gd name="T23" fmla="*/ 467 h 563"/>
                <a:gd name="T24" fmla="*/ 370 w 563"/>
                <a:gd name="T25" fmla="*/ 399 h 563"/>
                <a:gd name="T26" fmla="*/ 349 w 563"/>
                <a:gd name="T27" fmla="*/ 332 h 563"/>
                <a:gd name="T28" fmla="*/ 404 w 563"/>
                <a:gd name="T29" fmla="*/ 289 h 563"/>
                <a:gd name="T30" fmla="*/ 460 w 563"/>
                <a:gd name="T31" fmla="*/ 246 h 563"/>
                <a:gd name="T32" fmla="*/ 322 w 563"/>
                <a:gd name="T33" fmla="*/ 246 h 563"/>
                <a:gd name="T34" fmla="*/ 282 w 563"/>
                <a:gd name="T35" fmla="*/ 118 h 563"/>
                <a:gd name="T36" fmla="*/ 242 w 563"/>
                <a:gd name="T37" fmla="*/ 246 h 563"/>
                <a:gd name="T38" fmla="*/ 103 w 563"/>
                <a:gd name="T39" fmla="*/ 246 h 563"/>
                <a:gd name="T40" fmla="*/ 159 w 563"/>
                <a:gd name="T41" fmla="*/ 289 h 563"/>
                <a:gd name="T42" fmla="*/ 215 w 563"/>
                <a:gd name="T43" fmla="*/ 332 h 563"/>
                <a:gd name="T44" fmla="*/ 193 w 563"/>
                <a:gd name="T45" fmla="*/ 399 h 563"/>
                <a:gd name="T46" fmla="*/ 173 w 563"/>
                <a:gd name="T47" fmla="*/ 467 h 563"/>
                <a:gd name="T48" fmla="*/ 282 w 563"/>
                <a:gd name="T49" fmla="*/ 383 h 563"/>
                <a:gd name="T50" fmla="*/ 391 w 563"/>
                <a:gd name="T51" fmla="*/ 46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3" h="563">
                  <a:moveTo>
                    <a:pt x="390" y="345"/>
                  </a:moveTo>
                  <a:lnTo>
                    <a:pt x="458" y="563"/>
                  </a:lnTo>
                  <a:lnTo>
                    <a:pt x="282" y="428"/>
                  </a:lnTo>
                  <a:lnTo>
                    <a:pt x="106" y="563"/>
                  </a:lnTo>
                  <a:lnTo>
                    <a:pt x="174" y="345"/>
                  </a:lnTo>
                  <a:lnTo>
                    <a:pt x="0" y="211"/>
                  </a:lnTo>
                  <a:lnTo>
                    <a:pt x="216" y="211"/>
                  </a:lnTo>
                  <a:lnTo>
                    <a:pt x="282" y="0"/>
                  </a:lnTo>
                  <a:lnTo>
                    <a:pt x="348" y="211"/>
                  </a:lnTo>
                  <a:lnTo>
                    <a:pt x="563" y="211"/>
                  </a:lnTo>
                  <a:lnTo>
                    <a:pt x="390" y="345"/>
                  </a:lnTo>
                  <a:close/>
                  <a:moveTo>
                    <a:pt x="391" y="467"/>
                  </a:moveTo>
                  <a:cubicBezTo>
                    <a:pt x="384" y="445"/>
                    <a:pt x="377" y="422"/>
                    <a:pt x="370" y="399"/>
                  </a:cubicBezTo>
                  <a:cubicBezTo>
                    <a:pt x="363" y="377"/>
                    <a:pt x="356" y="354"/>
                    <a:pt x="349" y="332"/>
                  </a:cubicBezTo>
                  <a:cubicBezTo>
                    <a:pt x="367" y="318"/>
                    <a:pt x="386" y="303"/>
                    <a:pt x="404" y="289"/>
                  </a:cubicBezTo>
                  <a:cubicBezTo>
                    <a:pt x="423" y="275"/>
                    <a:pt x="441" y="260"/>
                    <a:pt x="460" y="246"/>
                  </a:cubicBezTo>
                  <a:lnTo>
                    <a:pt x="322" y="246"/>
                  </a:lnTo>
                  <a:lnTo>
                    <a:pt x="282" y="118"/>
                  </a:lnTo>
                  <a:lnTo>
                    <a:pt x="242" y="246"/>
                  </a:lnTo>
                  <a:lnTo>
                    <a:pt x="103" y="246"/>
                  </a:lnTo>
                  <a:cubicBezTo>
                    <a:pt x="122" y="260"/>
                    <a:pt x="141" y="275"/>
                    <a:pt x="159" y="289"/>
                  </a:cubicBezTo>
                  <a:cubicBezTo>
                    <a:pt x="177" y="303"/>
                    <a:pt x="196" y="318"/>
                    <a:pt x="215" y="332"/>
                  </a:cubicBezTo>
                  <a:cubicBezTo>
                    <a:pt x="208" y="354"/>
                    <a:pt x="200" y="377"/>
                    <a:pt x="193" y="399"/>
                  </a:cubicBezTo>
                  <a:cubicBezTo>
                    <a:pt x="186" y="422"/>
                    <a:pt x="179" y="445"/>
                    <a:pt x="173" y="467"/>
                  </a:cubicBezTo>
                  <a:lnTo>
                    <a:pt x="282" y="383"/>
                  </a:lnTo>
                  <a:lnTo>
                    <a:pt x="391" y="46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1" name="Toolbar Separator" descr="&lt;SmartSettings&gt;&lt;SmartResize anchorLeft=&quot;None&quot; anchorTop=&quot;Absolute&quot; anchorRight=&quot;Absolute&quot; anchorBottom=&quot;None&quot; /&gt;&lt;/SmartSettings&gt;"/>
            <p:cNvCxnSpPr>
              <a:cxnSpLocks noChangeAspect="1"/>
            </p:cNvCxnSpPr>
            <p:nvPr>
              <p:custDataLst>
                <p:tags r:id="rId11"/>
              </p:custDataLst>
            </p:nvPr>
          </p:nvCxnSpPr>
          <p:spPr>
            <a:xfrm>
              <a:off x="5991245" y="1538514"/>
              <a:ext cx="0" cy="131806"/>
            </a:xfrm>
            <a:prstGeom prst="line">
              <a:avLst/>
            </a:prstGeom>
            <a:ln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Hub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6148478" y="1575564"/>
              <a:ext cx="102569" cy="57700"/>
            </a:xfrm>
            <a:custGeom>
              <a:avLst/>
              <a:gdLst>
                <a:gd name="T0" fmla="*/ 0 w 563"/>
                <a:gd name="T1" fmla="*/ 317 h 317"/>
                <a:gd name="T2" fmla="*/ 0 w 563"/>
                <a:gd name="T3" fmla="*/ 282 h 317"/>
                <a:gd name="T4" fmla="*/ 352 w 563"/>
                <a:gd name="T5" fmla="*/ 282 h 317"/>
                <a:gd name="T6" fmla="*/ 352 w 563"/>
                <a:gd name="T7" fmla="*/ 317 h 317"/>
                <a:gd name="T8" fmla="*/ 0 w 563"/>
                <a:gd name="T9" fmla="*/ 317 h 317"/>
                <a:gd name="T10" fmla="*/ 0 w 563"/>
                <a:gd name="T11" fmla="*/ 141 h 317"/>
                <a:gd name="T12" fmla="*/ 563 w 563"/>
                <a:gd name="T13" fmla="*/ 141 h 317"/>
                <a:gd name="T14" fmla="*/ 563 w 563"/>
                <a:gd name="T15" fmla="*/ 176 h 317"/>
                <a:gd name="T16" fmla="*/ 0 w 563"/>
                <a:gd name="T17" fmla="*/ 176 h 317"/>
                <a:gd name="T18" fmla="*/ 0 w 563"/>
                <a:gd name="T19" fmla="*/ 141 h 317"/>
                <a:gd name="T20" fmla="*/ 458 w 563"/>
                <a:gd name="T21" fmla="*/ 0 h 317"/>
                <a:gd name="T22" fmla="*/ 458 w 563"/>
                <a:gd name="T23" fmla="*/ 35 h 317"/>
                <a:gd name="T24" fmla="*/ 0 w 563"/>
                <a:gd name="T25" fmla="*/ 35 h 317"/>
                <a:gd name="T26" fmla="*/ 0 w 563"/>
                <a:gd name="T27" fmla="*/ 0 h 317"/>
                <a:gd name="T28" fmla="*/ 458 w 563"/>
                <a:gd name="T2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3" h="317">
                  <a:moveTo>
                    <a:pt x="0" y="317"/>
                  </a:moveTo>
                  <a:lnTo>
                    <a:pt x="0" y="282"/>
                  </a:lnTo>
                  <a:lnTo>
                    <a:pt x="352" y="282"/>
                  </a:lnTo>
                  <a:lnTo>
                    <a:pt x="352" y="317"/>
                  </a:lnTo>
                  <a:lnTo>
                    <a:pt x="0" y="317"/>
                  </a:lnTo>
                  <a:close/>
                  <a:moveTo>
                    <a:pt x="0" y="141"/>
                  </a:moveTo>
                  <a:lnTo>
                    <a:pt x="563" y="141"/>
                  </a:lnTo>
                  <a:lnTo>
                    <a:pt x="563" y="176"/>
                  </a:lnTo>
                  <a:lnTo>
                    <a:pt x="0" y="176"/>
                  </a:lnTo>
                  <a:lnTo>
                    <a:pt x="0" y="141"/>
                  </a:lnTo>
                  <a:close/>
                  <a:moveTo>
                    <a:pt x="458" y="0"/>
                  </a:moveTo>
                  <a:lnTo>
                    <a:pt x="458" y="3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Web Not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382355" y="1558029"/>
              <a:ext cx="93550" cy="92773"/>
            </a:xfrm>
            <a:custGeom>
              <a:avLst/>
              <a:gdLst>
                <a:gd name="T0" fmla="*/ 438 w 513"/>
                <a:gd name="T1" fmla="*/ 0 h 509"/>
                <a:gd name="T2" fmla="*/ 409 w 513"/>
                <a:gd name="T3" fmla="*/ 6 h 509"/>
                <a:gd name="T4" fmla="*/ 384 w 513"/>
                <a:gd name="T5" fmla="*/ 22 h 509"/>
                <a:gd name="T6" fmla="*/ 356 w 513"/>
                <a:gd name="T7" fmla="*/ 50 h 509"/>
                <a:gd name="T8" fmla="*/ 0 w 513"/>
                <a:gd name="T9" fmla="*/ 50 h 509"/>
                <a:gd name="T10" fmla="*/ 0 w 513"/>
                <a:gd name="T11" fmla="*/ 509 h 509"/>
                <a:gd name="T12" fmla="*/ 459 w 513"/>
                <a:gd name="T13" fmla="*/ 509 h 509"/>
                <a:gd name="T14" fmla="*/ 459 w 513"/>
                <a:gd name="T15" fmla="*/ 160 h 509"/>
                <a:gd name="T16" fmla="*/ 491 w 513"/>
                <a:gd name="T17" fmla="*/ 129 h 509"/>
                <a:gd name="T18" fmla="*/ 507 w 513"/>
                <a:gd name="T19" fmla="*/ 104 h 509"/>
                <a:gd name="T20" fmla="*/ 513 w 513"/>
                <a:gd name="T21" fmla="*/ 75 h 509"/>
                <a:gd name="T22" fmla="*/ 507 w 513"/>
                <a:gd name="T23" fmla="*/ 46 h 509"/>
                <a:gd name="T24" fmla="*/ 491 w 513"/>
                <a:gd name="T25" fmla="*/ 22 h 509"/>
                <a:gd name="T26" fmla="*/ 467 w 513"/>
                <a:gd name="T27" fmla="*/ 6 h 509"/>
                <a:gd name="T28" fmla="*/ 438 w 513"/>
                <a:gd name="T29" fmla="*/ 0 h 509"/>
                <a:gd name="T30" fmla="*/ 437 w 513"/>
                <a:gd name="T31" fmla="*/ 29 h 509"/>
                <a:gd name="T32" fmla="*/ 455 w 513"/>
                <a:gd name="T33" fmla="*/ 33 h 509"/>
                <a:gd name="T34" fmla="*/ 470 w 513"/>
                <a:gd name="T35" fmla="*/ 43 h 509"/>
                <a:gd name="T36" fmla="*/ 480 w 513"/>
                <a:gd name="T37" fmla="*/ 57 h 509"/>
                <a:gd name="T38" fmla="*/ 484 w 513"/>
                <a:gd name="T39" fmla="*/ 75 h 509"/>
                <a:gd name="T40" fmla="*/ 482 w 513"/>
                <a:gd name="T41" fmla="*/ 90 h 509"/>
                <a:gd name="T42" fmla="*/ 475 w 513"/>
                <a:gd name="T43" fmla="*/ 102 h 509"/>
                <a:gd name="T44" fmla="*/ 466 w 513"/>
                <a:gd name="T45" fmla="*/ 113 h 509"/>
                <a:gd name="T46" fmla="*/ 455 w 513"/>
                <a:gd name="T47" fmla="*/ 123 h 509"/>
                <a:gd name="T48" fmla="*/ 183 w 513"/>
                <a:gd name="T49" fmla="*/ 395 h 509"/>
                <a:gd name="T50" fmla="*/ 93 w 513"/>
                <a:gd name="T51" fmla="*/ 420 h 509"/>
                <a:gd name="T52" fmla="*/ 116 w 513"/>
                <a:gd name="T53" fmla="*/ 330 h 509"/>
                <a:gd name="T54" fmla="*/ 390 w 513"/>
                <a:gd name="T55" fmla="*/ 58 h 509"/>
                <a:gd name="T56" fmla="*/ 400 w 513"/>
                <a:gd name="T57" fmla="*/ 47 h 509"/>
                <a:gd name="T58" fmla="*/ 411 w 513"/>
                <a:gd name="T59" fmla="*/ 38 h 509"/>
                <a:gd name="T60" fmla="*/ 422 w 513"/>
                <a:gd name="T61" fmla="*/ 31 h 509"/>
                <a:gd name="T62" fmla="*/ 437 w 513"/>
                <a:gd name="T63" fmla="*/ 29 h 509"/>
                <a:gd name="T64" fmla="*/ 29 w 513"/>
                <a:gd name="T65" fmla="*/ 79 h 509"/>
                <a:gd name="T66" fmla="*/ 328 w 513"/>
                <a:gd name="T67" fmla="*/ 79 h 509"/>
                <a:gd name="T68" fmla="*/ 89 w 513"/>
                <a:gd name="T69" fmla="*/ 317 h 509"/>
                <a:gd name="T70" fmla="*/ 54 w 513"/>
                <a:gd name="T71" fmla="*/ 459 h 509"/>
                <a:gd name="T72" fmla="*/ 196 w 513"/>
                <a:gd name="T73" fmla="*/ 424 h 509"/>
                <a:gd name="T74" fmla="*/ 430 w 513"/>
                <a:gd name="T75" fmla="*/ 189 h 509"/>
                <a:gd name="T76" fmla="*/ 430 w 513"/>
                <a:gd name="T77" fmla="*/ 480 h 509"/>
                <a:gd name="T78" fmla="*/ 29 w 513"/>
                <a:gd name="T79" fmla="*/ 480 h 509"/>
                <a:gd name="T80" fmla="*/ 29 w 513"/>
                <a:gd name="T81" fmla="*/ 7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3" h="509">
                  <a:moveTo>
                    <a:pt x="438" y="0"/>
                  </a:moveTo>
                  <a:cubicBezTo>
                    <a:pt x="428" y="0"/>
                    <a:pt x="418" y="2"/>
                    <a:pt x="409" y="6"/>
                  </a:cubicBezTo>
                  <a:cubicBezTo>
                    <a:pt x="400" y="9"/>
                    <a:pt x="391" y="15"/>
                    <a:pt x="384" y="22"/>
                  </a:cubicBezTo>
                  <a:lnTo>
                    <a:pt x="356" y="50"/>
                  </a:lnTo>
                  <a:lnTo>
                    <a:pt x="0" y="50"/>
                  </a:lnTo>
                  <a:lnTo>
                    <a:pt x="0" y="509"/>
                  </a:lnTo>
                  <a:lnTo>
                    <a:pt x="459" y="509"/>
                  </a:lnTo>
                  <a:lnTo>
                    <a:pt x="459" y="160"/>
                  </a:lnTo>
                  <a:lnTo>
                    <a:pt x="491" y="129"/>
                  </a:lnTo>
                  <a:cubicBezTo>
                    <a:pt x="498" y="121"/>
                    <a:pt x="503" y="113"/>
                    <a:pt x="507" y="104"/>
                  </a:cubicBezTo>
                  <a:cubicBezTo>
                    <a:pt x="511" y="95"/>
                    <a:pt x="513" y="85"/>
                    <a:pt x="513" y="75"/>
                  </a:cubicBezTo>
                  <a:cubicBezTo>
                    <a:pt x="513" y="65"/>
                    <a:pt x="511" y="55"/>
                    <a:pt x="507" y="46"/>
                  </a:cubicBezTo>
                  <a:cubicBezTo>
                    <a:pt x="503" y="37"/>
                    <a:pt x="497" y="29"/>
                    <a:pt x="491" y="22"/>
                  </a:cubicBezTo>
                  <a:cubicBezTo>
                    <a:pt x="484" y="15"/>
                    <a:pt x="476" y="10"/>
                    <a:pt x="467" y="6"/>
                  </a:cubicBezTo>
                  <a:cubicBezTo>
                    <a:pt x="458" y="2"/>
                    <a:pt x="448" y="0"/>
                    <a:pt x="438" y="0"/>
                  </a:cubicBezTo>
                  <a:close/>
                  <a:moveTo>
                    <a:pt x="437" y="29"/>
                  </a:moveTo>
                  <a:cubicBezTo>
                    <a:pt x="444" y="29"/>
                    <a:pt x="450" y="30"/>
                    <a:pt x="455" y="33"/>
                  </a:cubicBezTo>
                  <a:cubicBezTo>
                    <a:pt x="461" y="35"/>
                    <a:pt x="466" y="38"/>
                    <a:pt x="470" y="43"/>
                  </a:cubicBezTo>
                  <a:cubicBezTo>
                    <a:pt x="474" y="47"/>
                    <a:pt x="478" y="52"/>
                    <a:pt x="480" y="57"/>
                  </a:cubicBezTo>
                  <a:cubicBezTo>
                    <a:pt x="483" y="63"/>
                    <a:pt x="484" y="69"/>
                    <a:pt x="484" y="75"/>
                  </a:cubicBezTo>
                  <a:cubicBezTo>
                    <a:pt x="484" y="81"/>
                    <a:pt x="483" y="86"/>
                    <a:pt x="482" y="90"/>
                  </a:cubicBezTo>
                  <a:cubicBezTo>
                    <a:pt x="480" y="95"/>
                    <a:pt x="478" y="99"/>
                    <a:pt x="475" y="102"/>
                  </a:cubicBezTo>
                  <a:cubicBezTo>
                    <a:pt x="473" y="106"/>
                    <a:pt x="470" y="109"/>
                    <a:pt x="466" y="113"/>
                  </a:cubicBezTo>
                  <a:cubicBezTo>
                    <a:pt x="463" y="116"/>
                    <a:pt x="459" y="119"/>
                    <a:pt x="455" y="123"/>
                  </a:cubicBezTo>
                  <a:cubicBezTo>
                    <a:pt x="358" y="217"/>
                    <a:pt x="268" y="314"/>
                    <a:pt x="183" y="395"/>
                  </a:cubicBezTo>
                  <a:lnTo>
                    <a:pt x="93" y="420"/>
                  </a:lnTo>
                  <a:cubicBezTo>
                    <a:pt x="101" y="390"/>
                    <a:pt x="107" y="360"/>
                    <a:pt x="116" y="330"/>
                  </a:cubicBezTo>
                  <a:cubicBezTo>
                    <a:pt x="204" y="243"/>
                    <a:pt x="302" y="145"/>
                    <a:pt x="390" y="58"/>
                  </a:cubicBezTo>
                  <a:cubicBezTo>
                    <a:pt x="393" y="54"/>
                    <a:pt x="397" y="50"/>
                    <a:pt x="400" y="47"/>
                  </a:cubicBezTo>
                  <a:cubicBezTo>
                    <a:pt x="403" y="43"/>
                    <a:pt x="407" y="40"/>
                    <a:pt x="411" y="38"/>
                  </a:cubicBezTo>
                  <a:cubicBezTo>
                    <a:pt x="414" y="35"/>
                    <a:pt x="418" y="33"/>
                    <a:pt x="422" y="31"/>
                  </a:cubicBezTo>
                  <a:cubicBezTo>
                    <a:pt x="427" y="30"/>
                    <a:pt x="432" y="29"/>
                    <a:pt x="437" y="29"/>
                  </a:cubicBezTo>
                  <a:close/>
                  <a:moveTo>
                    <a:pt x="29" y="79"/>
                  </a:moveTo>
                  <a:lnTo>
                    <a:pt x="328" y="79"/>
                  </a:lnTo>
                  <a:lnTo>
                    <a:pt x="89" y="317"/>
                  </a:lnTo>
                  <a:lnTo>
                    <a:pt x="54" y="459"/>
                  </a:lnTo>
                  <a:lnTo>
                    <a:pt x="196" y="424"/>
                  </a:lnTo>
                  <a:lnTo>
                    <a:pt x="430" y="189"/>
                  </a:lnTo>
                  <a:lnTo>
                    <a:pt x="430" y="480"/>
                  </a:lnTo>
                  <a:lnTo>
                    <a:pt x="29" y="480"/>
                  </a:lnTo>
                  <a:lnTo>
                    <a:pt x="29" y="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r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595382" y="1552937"/>
              <a:ext cx="102569" cy="102956"/>
            </a:xfrm>
            <a:custGeom>
              <a:avLst/>
              <a:gdLst>
                <a:gd name="T0" fmla="*/ 553 w 564"/>
                <a:gd name="T1" fmla="*/ 398 h 563"/>
                <a:gd name="T2" fmla="*/ 557 w 564"/>
                <a:gd name="T3" fmla="*/ 474 h 563"/>
                <a:gd name="T4" fmla="*/ 476 w 564"/>
                <a:gd name="T5" fmla="*/ 528 h 563"/>
                <a:gd name="T6" fmla="*/ 282 w 564"/>
                <a:gd name="T7" fmla="*/ 563 h 563"/>
                <a:gd name="T8" fmla="*/ 88 w 564"/>
                <a:gd name="T9" fmla="*/ 528 h 563"/>
                <a:gd name="T10" fmla="*/ 7 w 564"/>
                <a:gd name="T11" fmla="*/ 474 h 563"/>
                <a:gd name="T12" fmla="*/ 11 w 564"/>
                <a:gd name="T13" fmla="*/ 398 h 563"/>
                <a:gd name="T14" fmla="*/ 37 w 564"/>
                <a:gd name="T15" fmla="*/ 341 h 563"/>
                <a:gd name="T16" fmla="*/ 79 w 564"/>
                <a:gd name="T17" fmla="*/ 177 h 563"/>
                <a:gd name="T18" fmla="*/ 201 w 564"/>
                <a:gd name="T19" fmla="*/ 53 h 563"/>
                <a:gd name="T20" fmla="*/ 282 w 564"/>
                <a:gd name="T21" fmla="*/ 0 h 563"/>
                <a:gd name="T22" fmla="*/ 363 w 564"/>
                <a:gd name="T23" fmla="*/ 53 h 563"/>
                <a:gd name="T24" fmla="*/ 485 w 564"/>
                <a:gd name="T25" fmla="*/ 177 h 563"/>
                <a:gd name="T26" fmla="*/ 527 w 564"/>
                <a:gd name="T27" fmla="*/ 341 h 563"/>
                <a:gd name="T28" fmla="*/ 261 w 564"/>
                <a:gd name="T29" fmla="*/ 39 h 563"/>
                <a:gd name="T30" fmla="*/ 229 w 564"/>
                <a:gd name="T31" fmla="*/ 88 h 563"/>
                <a:gd name="T32" fmla="*/ 261 w 564"/>
                <a:gd name="T33" fmla="*/ 136 h 563"/>
                <a:gd name="T34" fmla="*/ 319 w 564"/>
                <a:gd name="T35" fmla="*/ 125 h 563"/>
                <a:gd name="T36" fmla="*/ 331 w 564"/>
                <a:gd name="T37" fmla="*/ 67 h 563"/>
                <a:gd name="T38" fmla="*/ 282 w 564"/>
                <a:gd name="T39" fmla="*/ 35 h 563"/>
                <a:gd name="T40" fmla="*/ 51 w 564"/>
                <a:gd name="T41" fmla="*/ 477 h 563"/>
                <a:gd name="T42" fmla="*/ 109 w 564"/>
                <a:gd name="T43" fmla="*/ 488 h 563"/>
                <a:gd name="T44" fmla="*/ 141 w 564"/>
                <a:gd name="T45" fmla="*/ 440 h 563"/>
                <a:gd name="T46" fmla="*/ 109 w 564"/>
                <a:gd name="T47" fmla="*/ 391 h 563"/>
                <a:gd name="T48" fmla="*/ 51 w 564"/>
                <a:gd name="T49" fmla="*/ 402 h 563"/>
                <a:gd name="T50" fmla="*/ 282 w 564"/>
                <a:gd name="T51" fmla="*/ 528 h 563"/>
                <a:gd name="T52" fmla="*/ 392 w 564"/>
                <a:gd name="T53" fmla="*/ 466 h 563"/>
                <a:gd name="T54" fmla="*/ 414 w 564"/>
                <a:gd name="T55" fmla="*/ 378 h 563"/>
                <a:gd name="T56" fmla="*/ 483 w 564"/>
                <a:gd name="T57" fmla="*/ 352 h 563"/>
                <a:gd name="T58" fmla="*/ 484 w 564"/>
                <a:gd name="T59" fmla="*/ 255 h 563"/>
                <a:gd name="T60" fmla="*/ 363 w 564"/>
                <a:gd name="T61" fmla="*/ 122 h 563"/>
                <a:gd name="T62" fmla="*/ 308 w 564"/>
                <a:gd name="T63" fmla="*/ 172 h 563"/>
                <a:gd name="T64" fmla="*/ 233 w 564"/>
                <a:gd name="T65" fmla="*/ 161 h 563"/>
                <a:gd name="T66" fmla="*/ 147 w 564"/>
                <a:gd name="T67" fmla="*/ 154 h 563"/>
                <a:gd name="T68" fmla="*/ 71 w 564"/>
                <a:gd name="T69" fmla="*/ 317 h 563"/>
                <a:gd name="T70" fmla="*/ 145 w 564"/>
                <a:gd name="T71" fmla="*/ 373 h 563"/>
                <a:gd name="T72" fmla="*/ 172 w 564"/>
                <a:gd name="T73" fmla="*/ 466 h 563"/>
                <a:gd name="T74" fmla="*/ 282 w 564"/>
                <a:gd name="T75" fmla="*/ 528 h 563"/>
                <a:gd name="T76" fmla="*/ 513 w 564"/>
                <a:gd name="T77" fmla="*/ 477 h 563"/>
                <a:gd name="T78" fmla="*/ 524 w 564"/>
                <a:gd name="T79" fmla="*/ 419 h 563"/>
                <a:gd name="T80" fmla="*/ 476 w 564"/>
                <a:gd name="T81" fmla="*/ 387 h 563"/>
                <a:gd name="T82" fmla="*/ 427 w 564"/>
                <a:gd name="T83" fmla="*/ 419 h 563"/>
                <a:gd name="T84" fmla="*/ 438 w 564"/>
                <a:gd name="T85" fmla="*/ 47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4" h="563">
                  <a:moveTo>
                    <a:pt x="523" y="366"/>
                  </a:moveTo>
                  <a:cubicBezTo>
                    <a:pt x="530" y="370"/>
                    <a:pt x="535" y="375"/>
                    <a:pt x="540" y="380"/>
                  </a:cubicBezTo>
                  <a:cubicBezTo>
                    <a:pt x="545" y="385"/>
                    <a:pt x="550" y="391"/>
                    <a:pt x="553" y="398"/>
                  </a:cubicBezTo>
                  <a:cubicBezTo>
                    <a:pt x="557" y="404"/>
                    <a:pt x="559" y="411"/>
                    <a:pt x="561" y="418"/>
                  </a:cubicBezTo>
                  <a:cubicBezTo>
                    <a:pt x="563" y="425"/>
                    <a:pt x="564" y="432"/>
                    <a:pt x="564" y="440"/>
                  </a:cubicBezTo>
                  <a:cubicBezTo>
                    <a:pt x="564" y="452"/>
                    <a:pt x="561" y="463"/>
                    <a:pt x="557" y="474"/>
                  </a:cubicBezTo>
                  <a:cubicBezTo>
                    <a:pt x="552" y="485"/>
                    <a:pt x="546" y="494"/>
                    <a:pt x="538" y="502"/>
                  </a:cubicBezTo>
                  <a:cubicBezTo>
                    <a:pt x="530" y="510"/>
                    <a:pt x="520" y="516"/>
                    <a:pt x="510" y="521"/>
                  </a:cubicBezTo>
                  <a:cubicBezTo>
                    <a:pt x="499" y="525"/>
                    <a:pt x="488" y="528"/>
                    <a:pt x="476" y="528"/>
                  </a:cubicBezTo>
                  <a:cubicBezTo>
                    <a:pt x="459" y="528"/>
                    <a:pt x="443" y="523"/>
                    <a:pt x="429" y="514"/>
                  </a:cubicBezTo>
                  <a:cubicBezTo>
                    <a:pt x="408" y="530"/>
                    <a:pt x="385" y="542"/>
                    <a:pt x="360" y="551"/>
                  </a:cubicBezTo>
                  <a:cubicBezTo>
                    <a:pt x="334" y="559"/>
                    <a:pt x="308" y="563"/>
                    <a:pt x="282" y="563"/>
                  </a:cubicBezTo>
                  <a:cubicBezTo>
                    <a:pt x="256" y="563"/>
                    <a:pt x="230" y="559"/>
                    <a:pt x="205" y="551"/>
                  </a:cubicBezTo>
                  <a:cubicBezTo>
                    <a:pt x="179" y="542"/>
                    <a:pt x="156" y="530"/>
                    <a:pt x="135" y="514"/>
                  </a:cubicBezTo>
                  <a:cubicBezTo>
                    <a:pt x="121" y="523"/>
                    <a:pt x="105" y="528"/>
                    <a:pt x="88" y="528"/>
                  </a:cubicBezTo>
                  <a:cubicBezTo>
                    <a:pt x="76" y="528"/>
                    <a:pt x="65" y="525"/>
                    <a:pt x="54" y="521"/>
                  </a:cubicBezTo>
                  <a:cubicBezTo>
                    <a:pt x="44" y="516"/>
                    <a:pt x="34" y="510"/>
                    <a:pt x="26" y="502"/>
                  </a:cubicBezTo>
                  <a:cubicBezTo>
                    <a:pt x="18" y="494"/>
                    <a:pt x="12" y="485"/>
                    <a:pt x="7" y="474"/>
                  </a:cubicBezTo>
                  <a:cubicBezTo>
                    <a:pt x="3" y="463"/>
                    <a:pt x="0" y="452"/>
                    <a:pt x="0" y="440"/>
                  </a:cubicBezTo>
                  <a:cubicBezTo>
                    <a:pt x="0" y="432"/>
                    <a:pt x="1" y="425"/>
                    <a:pt x="3" y="418"/>
                  </a:cubicBezTo>
                  <a:cubicBezTo>
                    <a:pt x="5" y="411"/>
                    <a:pt x="8" y="404"/>
                    <a:pt x="11" y="398"/>
                  </a:cubicBezTo>
                  <a:cubicBezTo>
                    <a:pt x="15" y="391"/>
                    <a:pt x="19" y="385"/>
                    <a:pt x="24" y="380"/>
                  </a:cubicBezTo>
                  <a:cubicBezTo>
                    <a:pt x="29" y="375"/>
                    <a:pt x="35" y="370"/>
                    <a:pt x="41" y="366"/>
                  </a:cubicBezTo>
                  <a:cubicBezTo>
                    <a:pt x="39" y="358"/>
                    <a:pt x="38" y="349"/>
                    <a:pt x="37" y="341"/>
                  </a:cubicBezTo>
                  <a:cubicBezTo>
                    <a:pt x="36" y="333"/>
                    <a:pt x="36" y="325"/>
                    <a:pt x="36" y="317"/>
                  </a:cubicBezTo>
                  <a:cubicBezTo>
                    <a:pt x="36" y="291"/>
                    <a:pt x="39" y="267"/>
                    <a:pt x="47" y="243"/>
                  </a:cubicBezTo>
                  <a:cubicBezTo>
                    <a:pt x="55" y="219"/>
                    <a:pt x="65" y="197"/>
                    <a:pt x="79" y="177"/>
                  </a:cubicBezTo>
                  <a:cubicBezTo>
                    <a:pt x="93" y="157"/>
                    <a:pt x="110" y="139"/>
                    <a:pt x="129" y="123"/>
                  </a:cubicBezTo>
                  <a:cubicBezTo>
                    <a:pt x="149" y="108"/>
                    <a:pt x="170" y="95"/>
                    <a:pt x="194" y="86"/>
                  </a:cubicBezTo>
                  <a:cubicBezTo>
                    <a:pt x="194" y="74"/>
                    <a:pt x="197" y="63"/>
                    <a:pt x="201" y="53"/>
                  </a:cubicBezTo>
                  <a:cubicBezTo>
                    <a:pt x="206" y="42"/>
                    <a:pt x="212" y="33"/>
                    <a:pt x="220" y="25"/>
                  </a:cubicBezTo>
                  <a:cubicBezTo>
                    <a:pt x="228" y="17"/>
                    <a:pt x="238" y="11"/>
                    <a:pt x="248" y="7"/>
                  </a:cubicBezTo>
                  <a:cubicBezTo>
                    <a:pt x="259" y="2"/>
                    <a:pt x="270" y="0"/>
                    <a:pt x="282" y="0"/>
                  </a:cubicBezTo>
                  <a:cubicBezTo>
                    <a:pt x="294" y="0"/>
                    <a:pt x="305" y="2"/>
                    <a:pt x="316" y="7"/>
                  </a:cubicBezTo>
                  <a:cubicBezTo>
                    <a:pt x="327" y="11"/>
                    <a:pt x="336" y="17"/>
                    <a:pt x="344" y="25"/>
                  </a:cubicBezTo>
                  <a:cubicBezTo>
                    <a:pt x="352" y="33"/>
                    <a:pt x="358" y="42"/>
                    <a:pt x="363" y="53"/>
                  </a:cubicBezTo>
                  <a:cubicBezTo>
                    <a:pt x="367" y="63"/>
                    <a:pt x="370" y="74"/>
                    <a:pt x="370" y="86"/>
                  </a:cubicBezTo>
                  <a:cubicBezTo>
                    <a:pt x="394" y="95"/>
                    <a:pt x="416" y="108"/>
                    <a:pt x="435" y="123"/>
                  </a:cubicBezTo>
                  <a:cubicBezTo>
                    <a:pt x="454" y="139"/>
                    <a:pt x="471" y="157"/>
                    <a:pt x="485" y="177"/>
                  </a:cubicBezTo>
                  <a:cubicBezTo>
                    <a:pt x="499" y="197"/>
                    <a:pt x="510" y="219"/>
                    <a:pt x="517" y="243"/>
                  </a:cubicBezTo>
                  <a:cubicBezTo>
                    <a:pt x="525" y="267"/>
                    <a:pt x="529" y="291"/>
                    <a:pt x="529" y="317"/>
                  </a:cubicBezTo>
                  <a:cubicBezTo>
                    <a:pt x="529" y="325"/>
                    <a:pt x="528" y="333"/>
                    <a:pt x="527" y="341"/>
                  </a:cubicBezTo>
                  <a:cubicBezTo>
                    <a:pt x="526" y="349"/>
                    <a:pt x="525" y="358"/>
                    <a:pt x="523" y="366"/>
                  </a:cubicBezTo>
                  <a:close/>
                  <a:moveTo>
                    <a:pt x="282" y="35"/>
                  </a:moveTo>
                  <a:cubicBezTo>
                    <a:pt x="275" y="35"/>
                    <a:pt x="268" y="36"/>
                    <a:pt x="261" y="39"/>
                  </a:cubicBezTo>
                  <a:cubicBezTo>
                    <a:pt x="255" y="42"/>
                    <a:pt x="249" y="46"/>
                    <a:pt x="245" y="50"/>
                  </a:cubicBezTo>
                  <a:cubicBezTo>
                    <a:pt x="240" y="55"/>
                    <a:pt x="236" y="61"/>
                    <a:pt x="233" y="67"/>
                  </a:cubicBezTo>
                  <a:cubicBezTo>
                    <a:pt x="231" y="73"/>
                    <a:pt x="229" y="80"/>
                    <a:pt x="229" y="88"/>
                  </a:cubicBezTo>
                  <a:cubicBezTo>
                    <a:pt x="229" y="95"/>
                    <a:pt x="231" y="102"/>
                    <a:pt x="233" y="108"/>
                  </a:cubicBezTo>
                  <a:cubicBezTo>
                    <a:pt x="236" y="115"/>
                    <a:pt x="240" y="120"/>
                    <a:pt x="245" y="125"/>
                  </a:cubicBezTo>
                  <a:cubicBezTo>
                    <a:pt x="249" y="130"/>
                    <a:pt x="255" y="134"/>
                    <a:pt x="261" y="136"/>
                  </a:cubicBezTo>
                  <a:cubicBezTo>
                    <a:pt x="268" y="139"/>
                    <a:pt x="275" y="140"/>
                    <a:pt x="282" y="140"/>
                  </a:cubicBezTo>
                  <a:cubicBezTo>
                    <a:pt x="289" y="140"/>
                    <a:pt x="296" y="139"/>
                    <a:pt x="303" y="136"/>
                  </a:cubicBezTo>
                  <a:cubicBezTo>
                    <a:pt x="309" y="134"/>
                    <a:pt x="315" y="130"/>
                    <a:pt x="319" y="125"/>
                  </a:cubicBezTo>
                  <a:cubicBezTo>
                    <a:pt x="324" y="120"/>
                    <a:pt x="328" y="115"/>
                    <a:pt x="331" y="108"/>
                  </a:cubicBezTo>
                  <a:cubicBezTo>
                    <a:pt x="334" y="102"/>
                    <a:pt x="335" y="95"/>
                    <a:pt x="335" y="88"/>
                  </a:cubicBezTo>
                  <a:cubicBezTo>
                    <a:pt x="335" y="80"/>
                    <a:pt x="334" y="73"/>
                    <a:pt x="331" y="67"/>
                  </a:cubicBezTo>
                  <a:cubicBezTo>
                    <a:pt x="328" y="61"/>
                    <a:pt x="324" y="55"/>
                    <a:pt x="319" y="50"/>
                  </a:cubicBezTo>
                  <a:cubicBezTo>
                    <a:pt x="315" y="46"/>
                    <a:pt x="309" y="42"/>
                    <a:pt x="303" y="39"/>
                  </a:cubicBezTo>
                  <a:cubicBezTo>
                    <a:pt x="296" y="36"/>
                    <a:pt x="289" y="35"/>
                    <a:pt x="282" y="35"/>
                  </a:cubicBezTo>
                  <a:close/>
                  <a:moveTo>
                    <a:pt x="36" y="440"/>
                  </a:moveTo>
                  <a:cubicBezTo>
                    <a:pt x="36" y="447"/>
                    <a:pt x="37" y="454"/>
                    <a:pt x="40" y="460"/>
                  </a:cubicBezTo>
                  <a:cubicBezTo>
                    <a:pt x="43" y="467"/>
                    <a:pt x="46" y="472"/>
                    <a:pt x="51" y="477"/>
                  </a:cubicBezTo>
                  <a:cubicBezTo>
                    <a:pt x="56" y="482"/>
                    <a:pt x="61" y="486"/>
                    <a:pt x="68" y="488"/>
                  </a:cubicBezTo>
                  <a:cubicBezTo>
                    <a:pt x="74" y="491"/>
                    <a:pt x="81" y="493"/>
                    <a:pt x="88" y="493"/>
                  </a:cubicBezTo>
                  <a:cubicBezTo>
                    <a:pt x="96" y="493"/>
                    <a:pt x="103" y="491"/>
                    <a:pt x="109" y="488"/>
                  </a:cubicBezTo>
                  <a:cubicBezTo>
                    <a:pt x="115" y="486"/>
                    <a:pt x="121" y="482"/>
                    <a:pt x="126" y="477"/>
                  </a:cubicBezTo>
                  <a:cubicBezTo>
                    <a:pt x="131" y="472"/>
                    <a:pt x="134" y="467"/>
                    <a:pt x="137" y="460"/>
                  </a:cubicBezTo>
                  <a:cubicBezTo>
                    <a:pt x="140" y="454"/>
                    <a:pt x="141" y="447"/>
                    <a:pt x="141" y="440"/>
                  </a:cubicBezTo>
                  <a:cubicBezTo>
                    <a:pt x="141" y="432"/>
                    <a:pt x="140" y="426"/>
                    <a:pt x="137" y="419"/>
                  </a:cubicBezTo>
                  <a:cubicBezTo>
                    <a:pt x="134" y="413"/>
                    <a:pt x="131" y="407"/>
                    <a:pt x="126" y="402"/>
                  </a:cubicBezTo>
                  <a:cubicBezTo>
                    <a:pt x="121" y="398"/>
                    <a:pt x="115" y="394"/>
                    <a:pt x="109" y="391"/>
                  </a:cubicBezTo>
                  <a:cubicBezTo>
                    <a:pt x="103" y="388"/>
                    <a:pt x="96" y="387"/>
                    <a:pt x="88" y="387"/>
                  </a:cubicBezTo>
                  <a:cubicBezTo>
                    <a:pt x="81" y="387"/>
                    <a:pt x="74" y="388"/>
                    <a:pt x="68" y="391"/>
                  </a:cubicBezTo>
                  <a:cubicBezTo>
                    <a:pt x="61" y="394"/>
                    <a:pt x="56" y="398"/>
                    <a:pt x="51" y="402"/>
                  </a:cubicBezTo>
                  <a:cubicBezTo>
                    <a:pt x="46" y="407"/>
                    <a:pt x="43" y="413"/>
                    <a:pt x="40" y="419"/>
                  </a:cubicBezTo>
                  <a:cubicBezTo>
                    <a:pt x="37" y="426"/>
                    <a:pt x="36" y="432"/>
                    <a:pt x="36" y="440"/>
                  </a:cubicBezTo>
                  <a:close/>
                  <a:moveTo>
                    <a:pt x="282" y="528"/>
                  </a:moveTo>
                  <a:cubicBezTo>
                    <a:pt x="304" y="528"/>
                    <a:pt x="325" y="525"/>
                    <a:pt x="345" y="518"/>
                  </a:cubicBezTo>
                  <a:cubicBezTo>
                    <a:pt x="366" y="512"/>
                    <a:pt x="385" y="502"/>
                    <a:pt x="403" y="490"/>
                  </a:cubicBezTo>
                  <a:cubicBezTo>
                    <a:pt x="398" y="482"/>
                    <a:pt x="394" y="474"/>
                    <a:pt x="392" y="466"/>
                  </a:cubicBezTo>
                  <a:cubicBezTo>
                    <a:pt x="389" y="457"/>
                    <a:pt x="388" y="449"/>
                    <a:pt x="388" y="440"/>
                  </a:cubicBezTo>
                  <a:cubicBezTo>
                    <a:pt x="388" y="428"/>
                    <a:pt x="390" y="416"/>
                    <a:pt x="395" y="406"/>
                  </a:cubicBezTo>
                  <a:cubicBezTo>
                    <a:pt x="399" y="395"/>
                    <a:pt x="406" y="386"/>
                    <a:pt x="414" y="378"/>
                  </a:cubicBezTo>
                  <a:cubicBezTo>
                    <a:pt x="422" y="370"/>
                    <a:pt x="431" y="363"/>
                    <a:pt x="442" y="359"/>
                  </a:cubicBezTo>
                  <a:cubicBezTo>
                    <a:pt x="452" y="354"/>
                    <a:pt x="464" y="352"/>
                    <a:pt x="476" y="352"/>
                  </a:cubicBezTo>
                  <a:cubicBezTo>
                    <a:pt x="478" y="352"/>
                    <a:pt x="481" y="352"/>
                    <a:pt x="483" y="352"/>
                  </a:cubicBezTo>
                  <a:cubicBezTo>
                    <a:pt x="485" y="352"/>
                    <a:pt x="488" y="352"/>
                    <a:pt x="490" y="353"/>
                  </a:cubicBezTo>
                  <a:cubicBezTo>
                    <a:pt x="492" y="341"/>
                    <a:pt x="493" y="329"/>
                    <a:pt x="493" y="317"/>
                  </a:cubicBezTo>
                  <a:cubicBezTo>
                    <a:pt x="493" y="295"/>
                    <a:pt x="490" y="274"/>
                    <a:pt x="484" y="255"/>
                  </a:cubicBezTo>
                  <a:cubicBezTo>
                    <a:pt x="478" y="235"/>
                    <a:pt x="469" y="216"/>
                    <a:pt x="458" y="199"/>
                  </a:cubicBezTo>
                  <a:cubicBezTo>
                    <a:pt x="447" y="182"/>
                    <a:pt x="433" y="167"/>
                    <a:pt x="417" y="154"/>
                  </a:cubicBezTo>
                  <a:cubicBezTo>
                    <a:pt x="401" y="141"/>
                    <a:pt x="383" y="130"/>
                    <a:pt x="363" y="122"/>
                  </a:cubicBezTo>
                  <a:cubicBezTo>
                    <a:pt x="360" y="130"/>
                    <a:pt x="355" y="137"/>
                    <a:pt x="350" y="144"/>
                  </a:cubicBezTo>
                  <a:cubicBezTo>
                    <a:pt x="344" y="150"/>
                    <a:pt x="338" y="156"/>
                    <a:pt x="331" y="161"/>
                  </a:cubicBezTo>
                  <a:cubicBezTo>
                    <a:pt x="324" y="166"/>
                    <a:pt x="316" y="169"/>
                    <a:pt x="308" y="172"/>
                  </a:cubicBezTo>
                  <a:cubicBezTo>
                    <a:pt x="299" y="174"/>
                    <a:pt x="291" y="176"/>
                    <a:pt x="282" y="176"/>
                  </a:cubicBezTo>
                  <a:cubicBezTo>
                    <a:pt x="273" y="176"/>
                    <a:pt x="265" y="174"/>
                    <a:pt x="257" y="172"/>
                  </a:cubicBezTo>
                  <a:cubicBezTo>
                    <a:pt x="248" y="169"/>
                    <a:pt x="241" y="166"/>
                    <a:pt x="233" y="161"/>
                  </a:cubicBezTo>
                  <a:cubicBezTo>
                    <a:pt x="226" y="156"/>
                    <a:pt x="220" y="150"/>
                    <a:pt x="214" y="144"/>
                  </a:cubicBezTo>
                  <a:cubicBezTo>
                    <a:pt x="209" y="137"/>
                    <a:pt x="204" y="130"/>
                    <a:pt x="201" y="122"/>
                  </a:cubicBezTo>
                  <a:cubicBezTo>
                    <a:pt x="181" y="130"/>
                    <a:pt x="163" y="141"/>
                    <a:pt x="147" y="154"/>
                  </a:cubicBezTo>
                  <a:cubicBezTo>
                    <a:pt x="131" y="167"/>
                    <a:pt x="117" y="182"/>
                    <a:pt x="106" y="199"/>
                  </a:cubicBezTo>
                  <a:cubicBezTo>
                    <a:pt x="95" y="216"/>
                    <a:pt x="86" y="235"/>
                    <a:pt x="80" y="255"/>
                  </a:cubicBezTo>
                  <a:cubicBezTo>
                    <a:pt x="74" y="274"/>
                    <a:pt x="71" y="295"/>
                    <a:pt x="71" y="317"/>
                  </a:cubicBezTo>
                  <a:cubicBezTo>
                    <a:pt x="71" y="329"/>
                    <a:pt x="72" y="341"/>
                    <a:pt x="74" y="353"/>
                  </a:cubicBezTo>
                  <a:cubicBezTo>
                    <a:pt x="87" y="351"/>
                    <a:pt x="100" y="351"/>
                    <a:pt x="113" y="355"/>
                  </a:cubicBezTo>
                  <a:cubicBezTo>
                    <a:pt x="125" y="359"/>
                    <a:pt x="136" y="365"/>
                    <a:pt x="145" y="373"/>
                  </a:cubicBezTo>
                  <a:cubicBezTo>
                    <a:pt x="155" y="381"/>
                    <a:pt x="162" y="391"/>
                    <a:pt x="168" y="402"/>
                  </a:cubicBezTo>
                  <a:cubicBezTo>
                    <a:pt x="174" y="414"/>
                    <a:pt x="176" y="426"/>
                    <a:pt x="176" y="440"/>
                  </a:cubicBezTo>
                  <a:cubicBezTo>
                    <a:pt x="176" y="449"/>
                    <a:pt x="175" y="457"/>
                    <a:pt x="172" y="466"/>
                  </a:cubicBezTo>
                  <a:cubicBezTo>
                    <a:pt x="170" y="474"/>
                    <a:pt x="166" y="482"/>
                    <a:pt x="161" y="490"/>
                  </a:cubicBezTo>
                  <a:cubicBezTo>
                    <a:pt x="179" y="502"/>
                    <a:pt x="198" y="512"/>
                    <a:pt x="219" y="518"/>
                  </a:cubicBezTo>
                  <a:cubicBezTo>
                    <a:pt x="239" y="525"/>
                    <a:pt x="260" y="528"/>
                    <a:pt x="282" y="528"/>
                  </a:cubicBezTo>
                  <a:close/>
                  <a:moveTo>
                    <a:pt x="476" y="493"/>
                  </a:moveTo>
                  <a:cubicBezTo>
                    <a:pt x="483" y="493"/>
                    <a:pt x="490" y="491"/>
                    <a:pt x="496" y="488"/>
                  </a:cubicBezTo>
                  <a:cubicBezTo>
                    <a:pt x="503" y="486"/>
                    <a:pt x="508" y="482"/>
                    <a:pt x="513" y="477"/>
                  </a:cubicBezTo>
                  <a:cubicBezTo>
                    <a:pt x="518" y="472"/>
                    <a:pt x="522" y="467"/>
                    <a:pt x="524" y="460"/>
                  </a:cubicBezTo>
                  <a:cubicBezTo>
                    <a:pt x="527" y="454"/>
                    <a:pt x="529" y="447"/>
                    <a:pt x="529" y="440"/>
                  </a:cubicBezTo>
                  <a:cubicBezTo>
                    <a:pt x="529" y="432"/>
                    <a:pt x="527" y="426"/>
                    <a:pt x="524" y="419"/>
                  </a:cubicBezTo>
                  <a:cubicBezTo>
                    <a:pt x="522" y="413"/>
                    <a:pt x="518" y="407"/>
                    <a:pt x="513" y="402"/>
                  </a:cubicBezTo>
                  <a:cubicBezTo>
                    <a:pt x="508" y="398"/>
                    <a:pt x="503" y="394"/>
                    <a:pt x="496" y="391"/>
                  </a:cubicBezTo>
                  <a:cubicBezTo>
                    <a:pt x="490" y="388"/>
                    <a:pt x="483" y="387"/>
                    <a:pt x="476" y="387"/>
                  </a:cubicBezTo>
                  <a:cubicBezTo>
                    <a:pt x="468" y="387"/>
                    <a:pt x="462" y="388"/>
                    <a:pt x="455" y="391"/>
                  </a:cubicBezTo>
                  <a:cubicBezTo>
                    <a:pt x="449" y="394"/>
                    <a:pt x="443" y="398"/>
                    <a:pt x="438" y="402"/>
                  </a:cubicBezTo>
                  <a:cubicBezTo>
                    <a:pt x="434" y="407"/>
                    <a:pt x="430" y="413"/>
                    <a:pt x="427" y="419"/>
                  </a:cubicBezTo>
                  <a:cubicBezTo>
                    <a:pt x="424" y="426"/>
                    <a:pt x="423" y="432"/>
                    <a:pt x="423" y="440"/>
                  </a:cubicBezTo>
                  <a:cubicBezTo>
                    <a:pt x="423" y="447"/>
                    <a:pt x="424" y="454"/>
                    <a:pt x="427" y="460"/>
                  </a:cubicBezTo>
                  <a:cubicBezTo>
                    <a:pt x="430" y="467"/>
                    <a:pt x="434" y="472"/>
                    <a:pt x="438" y="477"/>
                  </a:cubicBezTo>
                  <a:cubicBezTo>
                    <a:pt x="443" y="482"/>
                    <a:pt x="449" y="486"/>
                    <a:pt x="455" y="488"/>
                  </a:cubicBezTo>
                  <a:cubicBezTo>
                    <a:pt x="462" y="491"/>
                    <a:pt x="468" y="493"/>
                    <a:pt x="476" y="49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More Actions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823058" y="1595363"/>
              <a:ext cx="90170" cy="18102"/>
            </a:xfrm>
            <a:custGeom>
              <a:avLst/>
              <a:gdLst>
                <a:gd name="T0" fmla="*/ 453 w 499"/>
                <a:gd name="T1" fmla="*/ 0 h 98"/>
                <a:gd name="T2" fmla="*/ 405 w 499"/>
                <a:gd name="T3" fmla="*/ 47 h 98"/>
                <a:gd name="T4" fmla="*/ 453 w 499"/>
                <a:gd name="T5" fmla="*/ 95 h 98"/>
                <a:gd name="T6" fmla="*/ 499 w 499"/>
                <a:gd name="T7" fmla="*/ 47 h 98"/>
                <a:gd name="T8" fmla="*/ 453 w 499"/>
                <a:gd name="T9" fmla="*/ 0 h 98"/>
                <a:gd name="T10" fmla="*/ 47 w 499"/>
                <a:gd name="T11" fmla="*/ 5 h 98"/>
                <a:gd name="T12" fmla="*/ 0 w 499"/>
                <a:gd name="T13" fmla="*/ 51 h 98"/>
                <a:gd name="T14" fmla="*/ 47 w 499"/>
                <a:gd name="T15" fmla="*/ 98 h 98"/>
                <a:gd name="T16" fmla="*/ 94 w 499"/>
                <a:gd name="T17" fmla="*/ 51 h 98"/>
                <a:gd name="T18" fmla="*/ 47 w 499"/>
                <a:gd name="T19" fmla="*/ 5 h 98"/>
                <a:gd name="T20" fmla="*/ 250 w 499"/>
                <a:gd name="T21" fmla="*/ 5 h 98"/>
                <a:gd name="T22" fmla="*/ 203 w 499"/>
                <a:gd name="T23" fmla="*/ 51 h 98"/>
                <a:gd name="T24" fmla="*/ 250 w 499"/>
                <a:gd name="T25" fmla="*/ 98 h 98"/>
                <a:gd name="T26" fmla="*/ 297 w 499"/>
                <a:gd name="T27" fmla="*/ 51 h 98"/>
                <a:gd name="T28" fmla="*/ 250 w 499"/>
                <a:gd name="T29" fmla="*/ 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9" h="98">
                  <a:moveTo>
                    <a:pt x="453" y="0"/>
                  </a:moveTo>
                  <a:cubicBezTo>
                    <a:pt x="427" y="0"/>
                    <a:pt x="405" y="21"/>
                    <a:pt x="405" y="47"/>
                  </a:cubicBezTo>
                  <a:cubicBezTo>
                    <a:pt x="405" y="73"/>
                    <a:pt x="427" y="95"/>
                    <a:pt x="453" y="95"/>
                  </a:cubicBezTo>
                  <a:cubicBezTo>
                    <a:pt x="479" y="95"/>
                    <a:pt x="499" y="73"/>
                    <a:pt x="499" y="47"/>
                  </a:cubicBezTo>
                  <a:cubicBezTo>
                    <a:pt x="499" y="21"/>
                    <a:pt x="479" y="0"/>
                    <a:pt x="453" y="0"/>
                  </a:cubicBezTo>
                  <a:close/>
                  <a:moveTo>
                    <a:pt x="47" y="5"/>
                  </a:moveTo>
                  <a:cubicBezTo>
                    <a:pt x="21" y="5"/>
                    <a:pt x="0" y="25"/>
                    <a:pt x="0" y="51"/>
                  </a:cubicBezTo>
                  <a:cubicBezTo>
                    <a:pt x="0" y="77"/>
                    <a:pt x="21" y="98"/>
                    <a:pt x="47" y="98"/>
                  </a:cubicBezTo>
                  <a:cubicBezTo>
                    <a:pt x="73" y="98"/>
                    <a:pt x="94" y="77"/>
                    <a:pt x="94" y="51"/>
                  </a:cubicBezTo>
                  <a:cubicBezTo>
                    <a:pt x="94" y="25"/>
                    <a:pt x="73" y="5"/>
                    <a:pt x="47" y="5"/>
                  </a:cubicBezTo>
                  <a:close/>
                  <a:moveTo>
                    <a:pt x="250" y="5"/>
                  </a:moveTo>
                  <a:cubicBezTo>
                    <a:pt x="224" y="5"/>
                    <a:pt x="203" y="25"/>
                    <a:pt x="203" y="51"/>
                  </a:cubicBezTo>
                  <a:cubicBezTo>
                    <a:pt x="203" y="77"/>
                    <a:pt x="224" y="98"/>
                    <a:pt x="250" y="98"/>
                  </a:cubicBezTo>
                  <a:cubicBezTo>
                    <a:pt x="276" y="98"/>
                    <a:pt x="297" y="77"/>
                    <a:pt x="297" y="51"/>
                  </a:cubicBezTo>
                  <a:cubicBezTo>
                    <a:pt x="297" y="25"/>
                    <a:pt x="276" y="5"/>
                    <a:pt x="250" y="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Tab" descr="&lt;SmartSettings&gt;&lt;SmartResize anchorLeft=&quot;Absolute&quot; anchorTop=&quot;Absolut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785235" y="1336279"/>
              <a:ext cx="1019886" cy="1578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688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80" dirty="0" smtClean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Page Title</a:t>
              </a:r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lose Tab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1686211" y="1382945"/>
              <a:ext cx="52973" cy="54305"/>
            </a:xfrm>
            <a:custGeom>
              <a:avLst/>
              <a:gdLst>
                <a:gd name="T0" fmla="*/ 43 w 47"/>
                <a:gd name="T1" fmla="*/ 48 h 48"/>
                <a:gd name="T2" fmla="*/ 23 w 47"/>
                <a:gd name="T3" fmla="*/ 28 h 48"/>
                <a:gd name="T4" fmla="*/ 3 w 47"/>
                <a:gd name="T5" fmla="*/ 48 h 48"/>
                <a:gd name="T6" fmla="*/ 0 w 47"/>
                <a:gd name="T7" fmla="*/ 44 h 48"/>
                <a:gd name="T8" fmla="*/ 19 w 47"/>
                <a:gd name="T9" fmla="*/ 24 h 48"/>
                <a:gd name="T10" fmla="*/ 0 w 47"/>
                <a:gd name="T11" fmla="*/ 4 h 48"/>
                <a:gd name="T12" fmla="*/ 3 w 47"/>
                <a:gd name="T13" fmla="*/ 0 h 48"/>
                <a:gd name="T14" fmla="*/ 23 w 47"/>
                <a:gd name="T15" fmla="*/ 20 h 48"/>
                <a:gd name="T16" fmla="*/ 43 w 47"/>
                <a:gd name="T17" fmla="*/ 0 h 48"/>
                <a:gd name="T18" fmla="*/ 47 w 47"/>
                <a:gd name="T19" fmla="*/ 4 h 48"/>
                <a:gd name="T20" fmla="*/ 27 w 47"/>
                <a:gd name="T21" fmla="*/ 24 h 48"/>
                <a:gd name="T22" fmla="*/ 47 w 47"/>
                <a:gd name="T23" fmla="*/ 44 h 48"/>
                <a:gd name="T24" fmla="*/ 43 w 47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43" y="48"/>
                  </a:moveTo>
                  <a:lnTo>
                    <a:pt x="23" y="28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19" y="24"/>
                  </a:lnTo>
                  <a:lnTo>
                    <a:pt x="0" y="4"/>
                  </a:lnTo>
                  <a:lnTo>
                    <a:pt x="3" y="0"/>
                  </a:lnTo>
                  <a:lnTo>
                    <a:pt x="23" y="20"/>
                  </a:lnTo>
                  <a:lnTo>
                    <a:pt x="43" y="0"/>
                  </a:lnTo>
                  <a:lnTo>
                    <a:pt x="47" y="4"/>
                  </a:lnTo>
                  <a:lnTo>
                    <a:pt x="27" y="24"/>
                  </a:lnTo>
                  <a:lnTo>
                    <a:pt x="47" y="44"/>
                  </a:lnTo>
                  <a:lnTo>
                    <a:pt x="43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avicon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835186" y="1368239"/>
              <a:ext cx="82843" cy="83157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1805122" y="1336279"/>
              <a:ext cx="5188899" cy="157828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dd Page" descr="&lt;SmartSettings&gt;&lt;SmartResize anchorLeft=&quot;Absolute&quot; anchorTop=&quot;Absolute&quot; anchorRight=&quot;None&quot; anchorBottom=&quot;None&quot; /&gt;&lt;/SmartSettings&gt;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1858096" y="1376723"/>
              <a:ext cx="60865" cy="63357"/>
            </a:xfrm>
            <a:custGeom>
              <a:avLst/>
              <a:gdLst>
                <a:gd name="T0" fmla="*/ 337 w 337"/>
                <a:gd name="T1" fmla="*/ 149 h 344"/>
                <a:gd name="T2" fmla="*/ 337 w 337"/>
                <a:gd name="T3" fmla="*/ 199 h 344"/>
                <a:gd name="T4" fmla="*/ 195 w 337"/>
                <a:gd name="T5" fmla="*/ 199 h 344"/>
                <a:gd name="T6" fmla="*/ 195 w 337"/>
                <a:gd name="T7" fmla="*/ 344 h 344"/>
                <a:gd name="T8" fmla="*/ 145 w 337"/>
                <a:gd name="T9" fmla="*/ 344 h 344"/>
                <a:gd name="T10" fmla="*/ 145 w 337"/>
                <a:gd name="T11" fmla="*/ 199 h 344"/>
                <a:gd name="T12" fmla="*/ 0 w 337"/>
                <a:gd name="T13" fmla="*/ 199 h 344"/>
                <a:gd name="T14" fmla="*/ 0 w 337"/>
                <a:gd name="T15" fmla="*/ 149 h 344"/>
                <a:gd name="T16" fmla="*/ 145 w 337"/>
                <a:gd name="T17" fmla="*/ 149 h 344"/>
                <a:gd name="T18" fmla="*/ 145 w 337"/>
                <a:gd name="T19" fmla="*/ 0 h 344"/>
                <a:gd name="T20" fmla="*/ 195 w 337"/>
                <a:gd name="T21" fmla="*/ 0 h 344"/>
                <a:gd name="T22" fmla="*/ 195 w 337"/>
                <a:gd name="T23" fmla="*/ 149 h 344"/>
                <a:gd name="T24" fmla="*/ 337 w 337"/>
                <a:gd name="T25" fmla="*/ 1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7" h="344">
                  <a:moveTo>
                    <a:pt x="337" y="149"/>
                  </a:moveTo>
                  <a:lnTo>
                    <a:pt x="337" y="199"/>
                  </a:lnTo>
                  <a:lnTo>
                    <a:pt x="195" y="199"/>
                  </a:lnTo>
                  <a:lnTo>
                    <a:pt x="195" y="344"/>
                  </a:lnTo>
                  <a:lnTo>
                    <a:pt x="145" y="344"/>
                  </a:lnTo>
                  <a:lnTo>
                    <a:pt x="145" y="199"/>
                  </a:lnTo>
                  <a:lnTo>
                    <a:pt x="0" y="199"/>
                  </a:lnTo>
                  <a:lnTo>
                    <a:pt x="0" y="149"/>
                  </a:lnTo>
                  <a:lnTo>
                    <a:pt x="145" y="149"/>
                  </a:lnTo>
                  <a:lnTo>
                    <a:pt x="145" y="0"/>
                  </a:lnTo>
                  <a:lnTo>
                    <a:pt x="195" y="0"/>
                  </a:lnTo>
                  <a:lnTo>
                    <a:pt x="195" y="149"/>
                  </a:lnTo>
                  <a:lnTo>
                    <a:pt x="337" y="1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Line" descr="&lt;SmartSettings&gt;&lt;SmartResize anchorLeft=&quot;Absolute&quot; anchorTop=&quot;Absolute&quot; anchorRight=&quot;Absolute&quot; anchorBottom=&quot;None&quot; /&gt;&lt;/SmartSettings&gt;"/>
            <p:cNvCxnSpPr/>
            <p:nvPr>
              <p:custDataLst>
                <p:tags r:id="rId21"/>
              </p:custDataLst>
            </p:nvPr>
          </p:nvCxnSpPr>
          <p:spPr>
            <a:xfrm>
              <a:off x="785234" y="1719872"/>
              <a:ext cx="6208787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376118" y="1412478"/>
              <a:ext cx="52975" cy="5656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611687" y="1388152"/>
              <a:ext cx="51848" cy="54305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6847254" y="1387023"/>
              <a:ext cx="52975" cy="56570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Window Frame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785235" y="1336280"/>
              <a:ext cx="6208788" cy="4136810"/>
            </a:xfrm>
            <a:prstGeom prst="rect">
              <a:avLst/>
            </a:prstGeom>
            <a:noFill/>
            <a:ln w="6350">
              <a:solidFill>
                <a:srgbClr val="0078D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Jumbotron Example"/>
          <p:cNvGrpSpPr/>
          <p:nvPr/>
        </p:nvGrpSpPr>
        <p:grpSpPr>
          <a:xfrm>
            <a:off x="235106" y="1409608"/>
            <a:ext cx="8640960" cy="5093894"/>
            <a:chOff x="1476372" y="363604"/>
            <a:chExt cx="9239256" cy="6130793"/>
          </a:xfrm>
        </p:grpSpPr>
        <p:sp>
          <p:nvSpPr>
            <p:cNvPr id="53" name="Navbar Shape"/>
            <p:cNvSpPr/>
            <p:nvPr/>
          </p:nvSpPr>
          <p:spPr>
            <a:xfrm>
              <a:off x="1476372" y="363604"/>
              <a:ext cx="9239256" cy="4953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8" name="Footer"/>
            <p:cNvGrpSpPr/>
            <p:nvPr/>
          </p:nvGrpSpPr>
          <p:grpSpPr>
            <a:xfrm>
              <a:off x="1476372" y="6239350"/>
              <a:ext cx="9239256" cy="255047"/>
              <a:chOff x="1476372" y="6239350"/>
              <a:chExt cx="9239256" cy="255047"/>
            </a:xfrm>
          </p:grpSpPr>
          <p:cxnSp>
            <p:nvCxnSpPr>
              <p:cNvPr id="69" name="Line"/>
              <p:cNvCxnSpPr/>
              <p:nvPr/>
            </p:nvCxnSpPr>
            <p:spPr>
              <a:xfrm>
                <a:off x="1476372" y="6239350"/>
                <a:ext cx="9239256" cy="0"/>
              </a:xfrm>
              <a:prstGeom prst="line">
                <a:avLst/>
              </a:prstGeom>
              <a:ln w="6350">
                <a:solidFill>
                  <a:srgbClr val="8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Copyright"/>
              <p:cNvSpPr txBox="1"/>
              <p:nvPr/>
            </p:nvSpPr>
            <p:spPr>
              <a:xfrm>
                <a:off x="1624987" y="6292419"/>
                <a:ext cx="724557" cy="201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spcAft>
                    <a:spcPts val="500"/>
                  </a:spcAft>
                </a:pPr>
                <a:r>
                  <a:rPr lang="en-US" sz="105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© Company</a:t>
                </a:r>
                <a:endParaRPr lang="en-US" sz="105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35" name="TextBox 134"/>
          <p:cNvSpPr txBox="1"/>
          <p:nvPr/>
        </p:nvSpPr>
        <p:spPr>
          <a:xfrm>
            <a:off x="6361618" y="3102460"/>
            <a:ext cx="20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강동구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사동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</a:p>
          <a:p>
            <a:pPr algn="ctr"/>
            <a:r>
              <a:rPr lang="ko-KR" altLang="en-US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피아노 레슨</a:t>
            </a:r>
            <a:r>
              <a:rPr lang="en-US" altLang="ko-KR" b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b="1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4097" y="1918574"/>
            <a:ext cx="43508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>
                <a:solidFill>
                  <a:schemeClr val="accent1"/>
                </a:solidFill>
              </a:rPr>
              <a:t>위치</a:t>
            </a:r>
            <a:endParaRPr lang="en-US" altLang="ko-KR">
              <a:solidFill>
                <a:schemeClr val="accent1"/>
              </a:solidFill>
            </a:endParaRPr>
          </a:p>
          <a:p>
            <a:r>
              <a:rPr lang="en-US" altLang="ko-KR" smtClean="0">
                <a:solidFill>
                  <a:schemeClr val="accent1"/>
                </a:solidFill>
              </a:rPr>
              <a:t>(</a:t>
            </a:r>
            <a:r>
              <a:rPr lang="ko-KR" altLang="en-US" smtClean="0">
                <a:solidFill>
                  <a:schemeClr val="accent1"/>
                </a:solidFill>
              </a:rPr>
              <a:t>찾아오시는 길</a:t>
            </a:r>
            <a:r>
              <a:rPr lang="en-US" altLang="ko-KR" smtClean="0">
                <a:solidFill>
                  <a:schemeClr val="accent1"/>
                </a:solidFill>
              </a:rPr>
              <a:t>) </a:t>
            </a:r>
            <a:r>
              <a:rPr lang="ko-KR" altLang="en-US"/>
              <a:t>서울 강동구 고덕로 </a:t>
            </a:r>
            <a:r>
              <a:rPr lang="en-US" altLang="ko-KR"/>
              <a:t>227</a:t>
            </a:r>
            <a:endParaRPr lang="ko-KR" altLang="en-US">
              <a:solidFill>
                <a:schemeClr val="accent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8" y="2564905"/>
            <a:ext cx="844997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356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580036" y="3730992"/>
            <a:ext cx="7879404" cy="0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614291" y="2958604"/>
            <a:ext cx="8015380" cy="727060"/>
            <a:chOff x="589068" y="3278004"/>
            <a:chExt cx="8015380" cy="727060"/>
          </a:xfrm>
        </p:grpSpPr>
        <p:sp>
          <p:nvSpPr>
            <p:cNvPr id="19" name="직사각형 18"/>
            <p:cNvSpPr/>
            <p:nvPr/>
          </p:nvSpPr>
          <p:spPr>
            <a:xfrm>
              <a:off x="589068" y="3297178"/>
              <a:ext cx="8015380" cy="7078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r>
                <a:rPr lang="en-US" altLang="ko-KR" sz="4000" b="1" kern="0" spc="-150" smtClean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100000">
                        <a:srgbClr val="004D86"/>
                      </a:gs>
                    </a:gsLst>
                    <a:lin ang="5400000" scaled="0"/>
                  </a:gra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Arial" panose="020B0604020202020204" pitchFamily="34" charset="0"/>
                  <a:ea typeface="양재소슬체S" panose="02020603020101020101" pitchFamily="18" charset="-127"/>
                  <a:cs typeface="Arial" panose="020B0604020202020204" pitchFamily="34" charset="0"/>
                </a:rPr>
                <a:t>Thanks for Viewing &amp; Reading</a:t>
              </a:r>
              <a:endParaRPr lang="ko-KR" altLang="en-US" sz="3600" b="1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 panose="020B0604020202020204" pitchFamily="34" charset="0"/>
                <a:ea typeface="양재소슬체S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9592" y="3278004"/>
              <a:ext cx="59855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endParaRPr lang="ko-KR" altLang="en-US" sz="3600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-윤고딕33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3894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LkKtmnrwU6Eut27wcWO/DKvbnKpgBY5IYpsgT6zdi8U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i3HK6QBp+fba3ORz++Vbd6UdE/Hi5QjnQ+8PULHlkQ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248</Words>
  <Application>Microsoft Office PowerPoint</Application>
  <PresentationFormat>화면 슬라이드 쇼(4:3)</PresentationFormat>
  <Paragraphs>110</Paragraphs>
  <Slides>12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...</cp:lastModifiedBy>
  <cp:revision>378</cp:revision>
  <dcterms:created xsi:type="dcterms:W3CDTF">2006-10-05T04:04:58Z</dcterms:created>
  <dcterms:modified xsi:type="dcterms:W3CDTF">2017-08-18T07:02:11Z</dcterms:modified>
</cp:coreProperties>
</file>