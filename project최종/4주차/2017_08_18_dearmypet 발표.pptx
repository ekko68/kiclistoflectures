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9" r:id="rId4"/>
    <p:sldId id="263" r:id="rId5"/>
    <p:sldId id="267" r:id="rId6"/>
    <p:sldId id="265" r:id="rId7"/>
    <p:sldId id="268" r:id="rId8"/>
    <p:sldId id="271" r:id="rId9"/>
    <p:sldId id="270" r:id="rId10"/>
    <p:sldId id="272" r:id="rId11"/>
    <p:sldId id="273" r:id="rId12"/>
    <p:sldId id="275" r:id="rId13"/>
    <p:sldId id="274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37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0287E"/>
    <a:srgbClr val="59403B"/>
    <a:srgbClr val="F9E81E"/>
    <a:srgbClr val="F78D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4" autoAdjust="0"/>
    <p:restoredTop sz="99854" autoAdjust="0"/>
  </p:normalViewPr>
  <p:slideViewPr>
    <p:cSldViewPr snapToGrid="0" showGuides="1">
      <p:cViewPr varScale="1">
        <p:scale>
          <a:sx n="90" d="100"/>
          <a:sy n="90" d="100"/>
        </p:scale>
        <p:origin x="-828" y="-114"/>
      </p:cViewPr>
      <p:guideLst>
        <p:guide orient="horz" pos="2137"/>
        <p:guide pos="381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428380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07383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866989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73628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199815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665026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774348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397368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11638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86079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074414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2B432-0DC4-46F0-B5CD-555B71A0BAF0}" type="datetimeFigureOut">
              <a:rPr lang="ko-KR" altLang="en-US" smtClean="0"/>
              <a:pPr/>
              <a:t>2017-08-18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291A6A-0FAC-4C5C-BFF5-6502A4D4F70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51277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://www.aamc.co.kr/?n_media=27758&amp;n_query=%EC%95%A0%EA%B2%AC%ED%98%B8%ED%85%94&amp;n_rank=11&amp;n_ad_group=grp-a001-01-000000000822094&amp;n_ad=nad-a001-01-000000002369379&amp;n_keyword_id=nkw-a001-01-000000139110585&amp;n_keyword=%EC%95%A0%EA%B2%AC%ED%98%B8%ED%85%94&amp;n_ca" TargetMode="External"/><Relationship Id="rId3" Type="http://schemas.openxmlformats.org/officeDocument/2006/relationships/image" Target="../media/image7.jpeg"/><Relationship Id="rId7" Type="http://schemas.openxmlformats.org/officeDocument/2006/relationships/image" Target="../media/image9.png"/><Relationship Id="rId2" Type="http://schemas.openxmlformats.org/officeDocument/2006/relationships/hyperlink" Target="http://www.karma.or.kr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animal.go.kr/portal_rnl/index.jsp" TargetMode="External"/><Relationship Id="rId5" Type="http://schemas.openxmlformats.org/officeDocument/2006/relationships/image" Target="../media/image8.jpeg"/><Relationship Id="rId10" Type="http://schemas.openxmlformats.org/officeDocument/2006/relationships/hyperlink" Target="https://mplatform.seoul.go.kr/api/main.do" TargetMode="External"/><Relationship Id="rId4" Type="http://schemas.openxmlformats.org/officeDocument/2006/relationships/hyperlink" Target="http://www.dwse.or.kr/" TargetMode="External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hyperlink" Target="https://www.heliohost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1002985" y="714000"/>
            <a:ext cx="4372638" cy="923330"/>
            <a:chOff x="435428" y="325117"/>
            <a:chExt cx="4372638" cy="923330"/>
          </a:xfrm>
        </p:grpSpPr>
        <p:sp>
          <p:nvSpPr>
            <p:cNvPr id="4" name="TextBox 3"/>
            <p:cNvSpPr txBox="1"/>
            <p:nvPr/>
          </p:nvSpPr>
          <p:spPr>
            <a:xfrm>
              <a:off x="598259" y="325117"/>
              <a:ext cx="420980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5400" b="1" dirty="0" smtClean="0"/>
                <a:t>D</a:t>
              </a:r>
              <a:r>
                <a:rPr lang="en-US" altLang="ko-KR" sz="5400" dirty="0" smtClean="0"/>
                <a:t>ear </a:t>
              </a:r>
              <a:r>
                <a:rPr lang="en-US" altLang="ko-KR" sz="5400" b="1" dirty="0" smtClean="0"/>
                <a:t>M</a:t>
              </a:r>
              <a:r>
                <a:rPr lang="en-US" altLang="ko-KR" sz="5400" dirty="0" smtClean="0"/>
                <a:t>y </a:t>
              </a:r>
              <a:r>
                <a:rPr lang="en-US" altLang="ko-KR" sz="5400" b="1" dirty="0" smtClean="0"/>
                <a:t>P</a:t>
              </a:r>
              <a:r>
                <a:rPr lang="en-US" altLang="ko-KR" sz="5400" dirty="0" smtClean="0"/>
                <a:t>et</a:t>
              </a:r>
              <a:endParaRPr lang="ko-KR" altLang="en-US" sz="5400" dirty="0" smtClean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435428" y="448942"/>
              <a:ext cx="0" cy="665155"/>
            </a:xfrm>
            <a:prstGeom prst="line">
              <a:avLst/>
            </a:prstGeom>
            <a:ln w="5715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059489" y="2267343"/>
            <a:ext cx="6132512" cy="459065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890" y="6204761"/>
            <a:ext cx="3009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accent1"/>
                </a:solidFill>
              </a:rPr>
              <a:t>https://www.dearmypet.net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992428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/>
          <p:cNvGrpSpPr/>
          <p:nvPr/>
        </p:nvGrpSpPr>
        <p:grpSpPr>
          <a:xfrm>
            <a:off x="236154" y="1815337"/>
            <a:ext cx="11677650" cy="2564944"/>
            <a:chOff x="257175" y="2361873"/>
            <a:chExt cx="11677650" cy="2564944"/>
          </a:xfrm>
        </p:grpSpPr>
        <p:pic>
          <p:nvPicPr>
            <p:cNvPr id="17" name="그림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012773" y="2562055"/>
              <a:ext cx="1212311" cy="1660866"/>
            </a:xfrm>
            <a:prstGeom prst="rect">
              <a:avLst/>
            </a:prstGeom>
          </p:spPr>
        </p:pic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10324818" y="2592819"/>
              <a:ext cx="1315012" cy="1599338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7791338" y="2528819"/>
              <a:ext cx="1409813" cy="1727338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97860" y="2507708"/>
              <a:ext cx="1499275" cy="1788609"/>
            </a:xfrm>
            <a:prstGeom prst="rect">
              <a:avLst/>
            </a:prstGeom>
          </p:spPr>
        </p:pic>
        <p:sp>
          <p:nvSpPr>
            <p:cNvPr id="2" name="타원 1"/>
            <p:cNvSpPr/>
            <p:nvPr/>
          </p:nvSpPr>
          <p:spPr>
            <a:xfrm>
              <a:off x="2571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26955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75723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10010775" y="2466975"/>
              <a:ext cx="1924050" cy="1924050"/>
            </a:xfrm>
            <a:prstGeom prst="ellipse">
              <a:avLst/>
            </a:prstGeom>
            <a:noFill/>
            <a:ln w="76200">
              <a:solidFill>
                <a:srgbClr val="F0287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806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하금호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grpSp>
          <p:nvGrpSpPr>
            <p:cNvPr id="21" name="그룹 20"/>
            <p:cNvGrpSpPr/>
            <p:nvPr/>
          </p:nvGrpSpPr>
          <p:grpSpPr>
            <a:xfrm>
              <a:off x="5081423" y="2361873"/>
              <a:ext cx="1924050" cy="2552175"/>
              <a:chOff x="5133975" y="2466975"/>
              <a:chExt cx="1924050" cy="2552175"/>
            </a:xfrm>
          </p:grpSpPr>
          <p:pic>
            <p:nvPicPr>
              <p:cNvPr id="4" name="그림 3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</a:extLst>
              </a:blip>
              <a:stretch>
                <a:fillRect/>
              </a:stretch>
            </p:blipFill>
            <p:spPr>
              <a:xfrm>
                <a:off x="5502178" y="2630919"/>
                <a:ext cx="1133669" cy="1535176"/>
              </a:xfrm>
              <a:prstGeom prst="rect">
                <a:avLst/>
              </a:prstGeom>
            </p:spPr>
          </p:pic>
          <p:sp>
            <p:nvSpPr>
              <p:cNvPr id="6" name="타원 5"/>
              <p:cNvSpPr/>
              <p:nvPr/>
            </p:nvSpPr>
            <p:spPr>
              <a:xfrm>
                <a:off x="5133975" y="2466975"/>
                <a:ext cx="1924050" cy="1924050"/>
              </a:xfrm>
              <a:prstGeom prst="ellipse">
                <a:avLst/>
              </a:prstGeom>
              <a:noFill/>
              <a:ln w="76200">
                <a:solidFill>
                  <a:srgbClr val="F0287E"/>
                </a:solidFill>
              </a:ln>
              <a:effectLst>
                <a:glow rad="139700">
                  <a:srgbClr val="F0287E">
                    <a:alpha val="40000"/>
                  </a:srgbClr>
                </a:glo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5522321" y="4557485"/>
                <a:ext cx="107433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2400" b="1" dirty="0" smtClean="0">
                    <a:latin typeface="배달의민족 도현" panose="020B0600000101010101" pitchFamily="50" charset="-127"/>
                    <a:ea typeface="배달의민족 도현" panose="020B0600000101010101" pitchFamily="50" charset="-127"/>
                  </a:rPr>
                  <a:t>이연호</a:t>
                </a:r>
                <a:endParaRPr lang="ko-KR" altLang="en-US" sz="2400" b="1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endParaRPr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05342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강소영</a:t>
              </a:r>
              <a:endParaRPr lang="ko-KR" altLang="en-US" b="1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2190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배진환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8095818" y="455748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라진수</a:t>
              </a:r>
              <a:endParaRPr lang="ko-KR" altLang="en-US" b="1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15" name="TextBox 14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팀원 소개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6" name="직선 연결선 1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직사각형 22"/>
          <p:cNvSpPr/>
          <p:nvPr/>
        </p:nvSpPr>
        <p:spPr>
          <a:xfrm>
            <a:off x="1903028" y="5268844"/>
            <a:ext cx="8294985" cy="903285"/>
          </a:xfrm>
          <a:prstGeom prst="rect">
            <a:avLst/>
          </a:prstGeom>
          <a:solidFill>
            <a:schemeClr val="accent6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저희 팀은 팀원들 모두가 주요 개발 업무들을 골고루 해보기로 하였습니다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.</a:t>
            </a:r>
          </a:p>
          <a:p>
            <a:pPr lvl="0" algn="ctr"/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물론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, </a:t>
            </a:r>
            <a:r>
              <a:rPr lang="ko-KR" altLang="en-US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스토리 보드도요</a:t>
            </a:r>
            <a:r>
              <a:rPr lang="en-US" altLang="ko-KR" sz="1400" b="1" spc="-50" dirty="0" smtClean="0">
                <a:solidFill>
                  <a:schemeClr val="tx1"/>
                </a:solidFill>
                <a:latin typeface="배달의민족 도현" pitchFamily="50" charset="-127"/>
                <a:ea typeface="배달의민족 도현" pitchFamily="50" charset="-127"/>
              </a:rPr>
              <a:t>~</a:t>
            </a:r>
          </a:p>
        </p:txBody>
      </p:sp>
    </p:spTree>
    <p:extLst>
      <p:ext uri="{BB962C8B-B14F-4D97-AF65-F5344CB8AC3E}">
        <p14:creationId xmlns:p14="http://schemas.microsoft.com/office/powerpoint/2010/main" xmlns="" val="395318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329345" y="241738"/>
            <a:ext cx="3480094" cy="461665"/>
            <a:chOff x="924910" y="1187669"/>
            <a:chExt cx="3480094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87669"/>
              <a:ext cx="342754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주제에 대한 간단한 설명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/>
          <p:cNvGrpSpPr/>
          <p:nvPr/>
        </p:nvGrpSpPr>
        <p:grpSpPr>
          <a:xfrm>
            <a:off x="569342" y="1434253"/>
            <a:ext cx="10980291" cy="4589125"/>
            <a:chOff x="2175920" y="2178096"/>
            <a:chExt cx="3595998" cy="1502918"/>
          </a:xfrm>
        </p:grpSpPr>
        <p:sp>
          <p:nvSpPr>
            <p:cNvPr id="2" name="TextBox 1"/>
            <p:cNvSpPr txBox="1"/>
            <p:nvPr/>
          </p:nvSpPr>
          <p:spPr>
            <a:xfrm>
              <a:off x="3147684" y="2624718"/>
              <a:ext cx="1608108" cy="5140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9600" dirty="0" smtClean="0">
                  <a:solidFill>
                    <a:srgbClr val="F0287E"/>
                  </a:solidFill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반려동물</a:t>
              </a:r>
              <a:endParaRPr lang="ko-KR" altLang="en-US" sz="9600" dirty="0">
                <a:solidFill>
                  <a:srgbClr val="F0287E"/>
                </a:solidFill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970621" y="2178096"/>
              <a:ext cx="1439066" cy="3326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동물병원</a:t>
              </a:r>
              <a:r>
                <a:rPr lang="en-US" altLang="ko-KR" sz="6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API</a:t>
              </a:r>
              <a:endParaRPr lang="ko-KR" altLang="en-US" sz="6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430900" y="2348624"/>
              <a:ext cx="705149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분양관리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839980" y="2667061"/>
              <a:ext cx="931938" cy="3023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5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입양신청</a:t>
              </a:r>
              <a:endParaRPr lang="ko-KR" altLang="en-US" sz="5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55792" y="3098970"/>
              <a:ext cx="640051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임시보호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561749" y="3287912"/>
              <a:ext cx="1221725" cy="3931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72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동물학대</a:t>
              </a:r>
              <a:endParaRPr lang="ko-KR" altLang="en-US" sz="72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75920" y="2854208"/>
              <a:ext cx="835343" cy="2721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8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회원가입</a:t>
              </a:r>
              <a:endParaRPr lang="ko-KR" altLang="en-US" sz="48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72347" y="2516261"/>
              <a:ext cx="833243" cy="2116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6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소셜 로그인</a:t>
              </a:r>
              <a:endParaRPr lang="ko-KR" altLang="en-US" sz="36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578105" y="3252633"/>
              <a:ext cx="866316" cy="2318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40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자유게시판</a:t>
              </a:r>
              <a:endParaRPr lang="ko-KR" altLang="en-US" sz="40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3761592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14813" cy="461665"/>
            <a:chOff x="924910" y="1187669"/>
            <a:chExt cx="1514813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4622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벤치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마킹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/>
          <p:cNvGrpSpPr/>
          <p:nvPr/>
        </p:nvGrpSpPr>
        <p:grpSpPr>
          <a:xfrm>
            <a:off x="65486" y="1096923"/>
            <a:ext cx="11905796" cy="3660479"/>
            <a:chOff x="33956" y="1117943"/>
            <a:chExt cx="11905796" cy="3660479"/>
          </a:xfrm>
        </p:grpSpPr>
        <p:pic>
          <p:nvPicPr>
            <p:cNvPr id="2" name="그림 1">
              <a:hlinkClick r:id="rId2"/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33956" y="1124607"/>
              <a:ext cx="3167615" cy="3163612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6" name="TextBox 15"/>
            <p:cNvSpPr txBox="1"/>
            <p:nvPr/>
          </p:nvSpPr>
          <p:spPr>
            <a:xfrm>
              <a:off x="588580" y="4393324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3573515" y="4393325"/>
              <a:ext cx="2031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동물구조관리협회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19" name="그림 18" descr="한국반려동물관리협회.jpeg">
              <a:hlinkClick r:id="rId4"/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01542" y="1124607"/>
              <a:ext cx="2547313" cy="3155579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0" name="TextBox 19"/>
            <p:cNvSpPr txBox="1"/>
            <p:nvPr/>
          </p:nvSpPr>
          <p:spPr>
            <a:xfrm>
              <a:off x="6237885" y="4409090"/>
              <a:ext cx="23230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동물보호 관리 시스템</a:t>
              </a:r>
              <a:endParaRPr lang="ko-KR" altLang="en-US" dirty="0">
                <a:latin typeface="배달의민족 도현" pitchFamily="50" charset="-127"/>
                <a:ea typeface="배달의민족 도현" pitchFamily="50" charset="-127"/>
              </a:endParaRPr>
            </a:p>
          </p:txBody>
        </p:sp>
        <p:pic>
          <p:nvPicPr>
            <p:cNvPr id="21" name="Picture 3">
              <a:hlinkClick r:id="rId6"/>
            </p:cNvPr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6020528" y="1129744"/>
              <a:ext cx="2923776" cy="31479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22" name="Picture 5">
              <a:hlinkClick r:id="rId8"/>
            </p:cNvPr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9036996" y="1117943"/>
              <a:ext cx="2902756" cy="3149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3" name="TextBox 22"/>
            <p:cNvSpPr txBox="1"/>
            <p:nvPr/>
          </p:nvSpPr>
          <p:spPr>
            <a:xfrm>
              <a:off x="9101955" y="4403835"/>
              <a:ext cx="26917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/>
              <a:r>
                <a:rPr lang="ko-KR" altLang="en-US" dirty="0" smtClean="0">
                  <a:latin typeface="배달의민족 도현" pitchFamily="50" charset="-127"/>
                  <a:ea typeface="배달의민족 도현" pitchFamily="50" charset="-127"/>
                </a:rPr>
                <a:t>아프리카 동물메디컬센터</a:t>
              </a:r>
              <a:endParaRPr lang="ko-KR" altLang="en-US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endParaRPr>
            </a:p>
          </p:txBody>
        </p:sp>
      </p:grpSp>
      <p:sp>
        <p:nvSpPr>
          <p:cNvPr id="25" name="직사각형 24">
            <a:hlinkClick r:id="rId10"/>
          </p:cNvPr>
          <p:cNvSpPr/>
          <p:nvPr/>
        </p:nvSpPr>
        <p:spPr>
          <a:xfrm>
            <a:off x="2624603" y="5673193"/>
            <a:ext cx="7044914" cy="680310"/>
          </a:xfrm>
          <a:prstGeom prst="rect">
            <a:avLst/>
          </a:prstGeom>
          <a:solidFill>
            <a:schemeClr val="accent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기타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: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동물병원 정보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- 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서울시 </a:t>
            </a:r>
            <a:r>
              <a:rPr lang="ko-KR" altLang="en-US" sz="1400" b="1" spc="-50" dirty="0" err="1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공공앱</a:t>
            </a:r>
            <a:r>
              <a:rPr lang="ko-KR" altLang="en-US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 </a:t>
            </a:r>
            <a:r>
              <a:rPr lang="en-US" altLang="ko-KR" sz="1400" b="1" spc="-50" dirty="0" smtClean="0">
                <a:solidFill>
                  <a:schemeClr val="bg1"/>
                </a:solidFill>
                <a:latin typeface="배달의민족 도현" pitchFamily="50" charset="-127"/>
                <a:ea typeface="배달의민족 도현" pitchFamily="50" charset="-127"/>
              </a:rPr>
              <a:t>API(https://mplatform.seoul.go.kr/api/main.do)</a:t>
            </a:r>
            <a:endParaRPr lang="ko-KR" altLang="en-US" sz="1400" b="1" spc="-50" dirty="0">
              <a:solidFill>
                <a:schemeClr val="bg1"/>
              </a:solidFill>
              <a:latin typeface="배달의민족 도현" pitchFamily="50" charset="-127"/>
              <a:ea typeface="배달의민족 도현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3617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570917" cy="461665"/>
            <a:chOff x="924910" y="1187669"/>
            <a:chExt cx="1570917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5183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기능 투표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103193" y="466264"/>
            <a:ext cx="5168448" cy="59829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xmlns="" val="220615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/>
          <p:cNvGrpSpPr/>
          <p:nvPr/>
        </p:nvGrpSpPr>
        <p:grpSpPr>
          <a:xfrm>
            <a:off x="329345" y="241738"/>
            <a:ext cx="4238314" cy="461665"/>
            <a:chOff x="924910" y="1187669"/>
            <a:chExt cx="4238314" cy="461665"/>
          </a:xfrm>
        </p:grpSpPr>
        <p:sp>
          <p:nvSpPr>
            <p:cNvPr id="20" name="TextBox 19"/>
            <p:cNvSpPr txBox="1"/>
            <p:nvPr/>
          </p:nvSpPr>
          <p:spPr>
            <a:xfrm>
              <a:off x="977463" y="1187669"/>
              <a:ext cx="41857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화면구성 및 스토리보드 작성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2" name="그룹 201"/>
          <p:cNvGrpSpPr/>
          <p:nvPr/>
        </p:nvGrpSpPr>
        <p:grpSpPr>
          <a:xfrm>
            <a:off x="453161" y="1828326"/>
            <a:ext cx="11212654" cy="3867964"/>
            <a:chOff x="453161" y="1828326"/>
            <a:chExt cx="11212654" cy="3867964"/>
          </a:xfrm>
        </p:grpSpPr>
        <p:sp>
          <p:nvSpPr>
            <p:cNvPr id="247" name="직사각형 246"/>
            <p:cNvSpPr/>
            <p:nvPr/>
          </p:nvSpPr>
          <p:spPr>
            <a:xfrm>
              <a:off x="453161" y="2227308"/>
              <a:ext cx="5565143" cy="34689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1" name="모서리가 둥근 직사각형 200"/>
            <p:cNvSpPr/>
            <p:nvPr/>
          </p:nvSpPr>
          <p:spPr>
            <a:xfrm>
              <a:off x="1069710" y="4244845"/>
              <a:ext cx="3540390" cy="45508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98" name="모서리가 둥근 직사각형 197"/>
            <p:cNvSpPr/>
            <p:nvPr/>
          </p:nvSpPr>
          <p:spPr>
            <a:xfrm>
              <a:off x="1050661" y="3260221"/>
              <a:ext cx="3568964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97" name="모서리가 둥근 직사각형 196"/>
            <p:cNvSpPr/>
            <p:nvPr/>
          </p:nvSpPr>
          <p:spPr>
            <a:xfrm>
              <a:off x="1041135" y="2764921"/>
              <a:ext cx="4948595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453161" y="1828326"/>
              <a:ext cx="5565143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/>
            <p:cNvCxnSpPr/>
            <p:nvPr/>
          </p:nvCxnSpPr>
          <p:spPr>
            <a:xfrm>
              <a:off x="6939620" y="2636520"/>
              <a:ext cx="899160" cy="0"/>
            </a:xfrm>
            <a:prstGeom prst="line">
              <a:avLst/>
            </a:prstGeom>
            <a:ln w="28575">
              <a:solidFill>
                <a:srgbClr val="F0287E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모서리가 둥근 직사각형 70"/>
            <p:cNvSpPr/>
            <p:nvPr/>
          </p:nvSpPr>
          <p:spPr>
            <a:xfrm>
              <a:off x="6491944" y="2275240"/>
              <a:ext cx="195953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선정 기간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103" name="직선 연결선 102"/>
            <p:cNvCxnSpPr/>
            <p:nvPr/>
          </p:nvCxnSpPr>
          <p:spPr>
            <a:xfrm>
              <a:off x="6949145" y="3184336"/>
              <a:ext cx="899160" cy="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모서리가 둥근 직사각형 103"/>
            <p:cNvSpPr/>
            <p:nvPr/>
          </p:nvSpPr>
          <p:spPr>
            <a:xfrm>
              <a:off x="6491944" y="2789830"/>
              <a:ext cx="3810788" cy="45082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조원들 간의 요구사항 및 분석 통합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8" name="모서리가 둥근 직사각형 107"/>
            <p:cNvSpPr/>
            <p:nvPr/>
          </p:nvSpPr>
          <p:spPr>
            <a:xfrm>
              <a:off x="10387034" y="2797696"/>
              <a:ext cx="1278781" cy="43246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주제 발표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19" name="모서리가 둥근 직사각형 118"/>
            <p:cNvSpPr/>
            <p:nvPr/>
          </p:nvSpPr>
          <p:spPr>
            <a:xfrm>
              <a:off x="6484007" y="3291815"/>
              <a:ext cx="4951248" cy="43246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DB Table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구성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논의 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07.28(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 ~ 08.04(</a:t>
              </a:r>
              <a:r>
                <a:rPr lang="ko-KR" altLang="en-US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  <a:r>
                <a:rPr lang="en-US" altLang="ko-KR" sz="1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)</a:t>
              </a:r>
              <a:endParaRPr lang="ko-KR" altLang="en-US" sz="1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71" name="모서리가 둥근 직사각형 170"/>
            <p:cNvSpPr/>
            <p:nvPr/>
          </p:nvSpPr>
          <p:spPr>
            <a:xfrm>
              <a:off x="6484008" y="3757976"/>
              <a:ext cx="4203042" cy="437189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모델링</a:t>
              </a:r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, 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화면구성 및 스토리보드 작성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18" name="모서리가 둥근 직사각형 217"/>
            <p:cNvSpPr/>
            <p:nvPr/>
          </p:nvSpPr>
          <p:spPr>
            <a:xfrm>
              <a:off x="6491944" y="5214901"/>
              <a:ext cx="2082880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완료일 까지 개발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1069710" y="2279146"/>
              <a:ext cx="4948595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sp>
          <p:nvSpPr>
            <p:cNvPr id="17" name="타원 16"/>
            <p:cNvSpPr/>
            <p:nvPr/>
          </p:nvSpPr>
          <p:spPr>
            <a:xfrm>
              <a:off x="1091697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1102630" y="2334744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17</a:t>
              </a:r>
              <a:endParaRPr lang="ko-KR" altLang="en-US" sz="1400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1885328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896261" y="2334744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18</a:t>
              </a:r>
              <a:endParaRPr lang="ko-KR" altLang="en-US" sz="1400" dirty="0"/>
            </a:p>
          </p:txBody>
        </p:sp>
        <p:sp>
          <p:nvSpPr>
            <p:cNvPr id="26" name="타원 25"/>
            <p:cNvSpPr/>
            <p:nvPr/>
          </p:nvSpPr>
          <p:spPr>
            <a:xfrm>
              <a:off x="2616962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27895" y="2334744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19</a:t>
              </a:r>
              <a:endParaRPr lang="ko-KR" altLang="en-US" sz="1400" dirty="0"/>
            </a:p>
          </p:txBody>
        </p:sp>
        <p:sp>
          <p:nvSpPr>
            <p:cNvPr id="29" name="타원 28"/>
            <p:cNvSpPr/>
            <p:nvPr/>
          </p:nvSpPr>
          <p:spPr>
            <a:xfrm>
              <a:off x="3372403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383336" y="2334744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20</a:t>
              </a:r>
              <a:endParaRPr lang="ko-KR" altLang="en-US" sz="1400" dirty="0"/>
            </a:p>
          </p:txBody>
        </p:sp>
        <p:sp>
          <p:nvSpPr>
            <p:cNvPr id="32" name="타원 31"/>
            <p:cNvSpPr/>
            <p:nvPr/>
          </p:nvSpPr>
          <p:spPr>
            <a:xfrm>
              <a:off x="4097859" y="229730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108792" y="2334744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21</a:t>
              </a:r>
              <a:endParaRPr lang="ko-KR" altLang="en-US" sz="1400" dirty="0"/>
            </a:p>
          </p:txBody>
        </p:sp>
        <p:sp>
          <p:nvSpPr>
            <p:cNvPr id="36" name="타원 35"/>
            <p:cNvSpPr/>
            <p:nvPr/>
          </p:nvSpPr>
          <p:spPr>
            <a:xfrm>
              <a:off x="4823316" y="2297102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834249" y="2334546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22</a:t>
              </a:r>
              <a:endParaRPr lang="ko-KR" altLang="en-US" sz="1400" dirty="0"/>
            </a:p>
          </p:txBody>
        </p:sp>
        <p:sp>
          <p:nvSpPr>
            <p:cNvPr id="39" name="타원 38"/>
            <p:cNvSpPr/>
            <p:nvPr/>
          </p:nvSpPr>
          <p:spPr>
            <a:xfrm>
              <a:off x="5576641" y="2297102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5587574" y="2334546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23</a:t>
              </a:r>
              <a:endParaRPr lang="ko-KR" altLang="en-US" sz="1400" dirty="0"/>
            </a:p>
          </p:txBody>
        </p:sp>
        <p:sp>
          <p:nvSpPr>
            <p:cNvPr id="69" name="타원 68"/>
            <p:cNvSpPr/>
            <p:nvPr/>
          </p:nvSpPr>
          <p:spPr>
            <a:xfrm>
              <a:off x="1091696" y="278983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1102629" y="2827274"/>
              <a:ext cx="412843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24</a:t>
              </a:r>
              <a:endParaRPr lang="ko-KR" altLang="en-US" sz="1400" dirty="0"/>
            </a:p>
          </p:txBody>
        </p:sp>
        <p:sp>
          <p:nvSpPr>
            <p:cNvPr id="67" name="타원 66"/>
            <p:cNvSpPr/>
            <p:nvPr/>
          </p:nvSpPr>
          <p:spPr>
            <a:xfrm>
              <a:off x="1885327" y="278983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896260" y="2827274"/>
              <a:ext cx="412843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25</a:t>
              </a:r>
              <a:endParaRPr lang="ko-KR" altLang="en-US" sz="1400" dirty="0"/>
            </a:p>
          </p:txBody>
        </p:sp>
        <p:sp>
          <p:nvSpPr>
            <p:cNvPr id="65" name="타원 64"/>
            <p:cNvSpPr/>
            <p:nvPr/>
          </p:nvSpPr>
          <p:spPr>
            <a:xfrm>
              <a:off x="2616962" y="2789830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627895" y="2827274"/>
              <a:ext cx="412843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26</a:t>
              </a:r>
              <a:endParaRPr lang="ko-KR" altLang="en-US" sz="1400" dirty="0"/>
            </a:p>
          </p:txBody>
        </p:sp>
        <p:sp>
          <p:nvSpPr>
            <p:cNvPr id="76" name="모서리가 둥근 직사각형 75"/>
            <p:cNvSpPr/>
            <p:nvPr/>
          </p:nvSpPr>
          <p:spPr>
            <a:xfrm>
              <a:off x="4780468" y="3275605"/>
              <a:ext cx="1248858" cy="45508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87" name="타원 86"/>
            <p:cNvSpPr/>
            <p:nvPr/>
          </p:nvSpPr>
          <p:spPr>
            <a:xfrm>
              <a:off x="4102285" y="2807984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113218" y="2845428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28</a:t>
              </a:r>
              <a:endParaRPr lang="ko-KR" altLang="en-US" sz="1400" dirty="0"/>
            </a:p>
          </p:txBody>
        </p:sp>
        <p:sp>
          <p:nvSpPr>
            <p:cNvPr id="85" name="타원 84"/>
            <p:cNvSpPr/>
            <p:nvPr/>
          </p:nvSpPr>
          <p:spPr>
            <a:xfrm>
              <a:off x="4823316" y="2794626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4825276" y="2833303"/>
              <a:ext cx="412843" cy="33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29</a:t>
              </a:r>
              <a:endParaRPr lang="ko-KR" altLang="en-US" sz="1400" dirty="0"/>
            </a:p>
          </p:txBody>
        </p:sp>
        <p:sp>
          <p:nvSpPr>
            <p:cNvPr id="83" name="타원 82"/>
            <p:cNvSpPr/>
            <p:nvPr/>
          </p:nvSpPr>
          <p:spPr>
            <a:xfrm>
              <a:off x="5576641" y="2804342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576641" y="2832070"/>
              <a:ext cx="412842" cy="33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30</a:t>
              </a:r>
              <a:endParaRPr lang="ko-KR" altLang="en-US" sz="1400" dirty="0"/>
            </a:p>
          </p:txBody>
        </p:sp>
        <p:sp>
          <p:nvSpPr>
            <p:cNvPr id="105" name="타원 104"/>
            <p:cNvSpPr/>
            <p:nvPr/>
          </p:nvSpPr>
          <p:spPr>
            <a:xfrm>
              <a:off x="3372402" y="2807985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b="1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3391292" y="2852783"/>
              <a:ext cx="3834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27</a:t>
              </a:r>
              <a:endParaRPr lang="ko-KR" altLang="en-US" sz="1400" dirty="0"/>
            </a:p>
          </p:txBody>
        </p:sp>
        <p:sp>
          <p:nvSpPr>
            <p:cNvPr id="101" name="타원 100"/>
            <p:cNvSpPr/>
            <p:nvPr/>
          </p:nvSpPr>
          <p:spPr>
            <a:xfrm>
              <a:off x="1091697" y="3301164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1102630" y="3338608"/>
              <a:ext cx="412842" cy="33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31</a:t>
              </a:r>
              <a:endParaRPr lang="ko-KR" altLang="en-US" sz="1400" dirty="0"/>
            </a:p>
          </p:txBody>
        </p:sp>
        <p:sp>
          <p:nvSpPr>
            <p:cNvPr id="99" name="타원 98"/>
            <p:cNvSpPr/>
            <p:nvPr/>
          </p:nvSpPr>
          <p:spPr>
            <a:xfrm>
              <a:off x="1883367" y="3299931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1947857" y="3338345"/>
              <a:ext cx="305835" cy="3313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1</a:t>
              </a:r>
              <a:endParaRPr lang="ko-KR" altLang="en-US" sz="1400" dirty="0"/>
            </a:p>
          </p:txBody>
        </p:sp>
        <p:sp>
          <p:nvSpPr>
            <p:cNvPr id="110" name="타원 109"/>
            <p:cNvSpPr/>
            <p:nvPr/>
          </p:nvSpPr>
          <p:spPr>
            <a:xfrm>
              <a:off x="2615001" y="3299931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2680232" y="3337375"/>
              <a:ext cx="305835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</a:t>
              </a:r>
              <a:endParaRPr lang="ko-KR" altLang="en-US" sz="1400" dirty="0"/>
            </a:p>
          </p:txBody>
        </p:sp>
        <p:sp>
          <p:nvSpPr>
            <p:cNvPr id="112" name="타원 111"/>
            <p:cNvSpPr/>
            <p:nvPr/>
          </p:nvSpPr>
          <p:spPr>
            <a:xfrm>
              <a:off x="3372403" y="3305108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437749" y="3337375"/>
              <a:ext cx="305835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</a:t>
              </a:r>
              <a:endParaRPr lang="ko-KR" altLang="en-US" sz="1400" dirty="0"/>
            </a:p>
          </p:txBody>
        </p:sp>
        <p:sp>
          <p:nvSpPr>
            <p:cNvPr id="116" name="타원 115"/>
            <p:cNvSpPr/>
            <p:nvPr/>
          </p:nvSpPr>
          <p:spPr>
            <a:xfrm>
              <a:off x="4823315" y="3299931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4881478" y="3337376"/>
              <a:ext cx="305835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5</a:t>
              </a:r>
              <a:endParaRPr lang="ko-KR" altLang="en-US" sz="1400" dirty="0"/>
            </a:p>
          </p:txBody>
        </p:sp>
        <p:sp>
          <p:nvSpPr>
            <p:cNvPr id="139" name="모서리가 둥근 직사각형 138"/>
            <p:cNvSpPr/>
            <p:nvPr/>
          </p:nvSpPr>
          <p:spPr>
            <a:xfrm>
              <a:off x="1060185" y="3759070"/>
              <a:ext cx="4951554" cy="455086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44" name="타원 143"/>
            <p:cNvSpPr/>
            <p:nvPr/>
          </p:nvSpPr>
          <p:spPr>
            <a:xfrm>
              <a:off x="1091695" y="3777224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1152128" y="3814113"/>
              <a:ext cx="305834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7</a:t>
              </a:r>
              <a:endParaRPr lang="ko-KR" altLang="en-US" sz="1400" dirty="0"/>
            </a:p>
          </p:txBody>
        </p:sp>
        <p:sp>
          <p:nvSpPr>
            <p:cNvPr id="142" name="타원 141"/>
            <p:cNvSpPr/>
            <p:nvPr/>
          </p:nvSpPr>
          <p:spPr>
            <a:xfrm>
              <a:off x="1883366" y="3775990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1947856" y="3814404"/>
              <a:ext cx="305834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8</a:t>
              </a:r>
              <a:endParaRPr lang="ko-KR" altLang="en-US" sz="1400" dirty="0"/>
            </a:p>
          </p:txBody>
        </p:sp>
        <p:sp>
          <p:nvSpPr>
            <p:cNvPr id="133" name="타원 132"/>
            <p:cNvSpPr/>
            <p:nvPr/>
          </p:nvSpPr>
          <p:spPr>
            <a:xfrm>
              <a:off x="2615000" y="3775990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2680230" y="3813434"/>
              <a:ext cx="305835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9</a:t>
              </a:r>
              <a:endParaRPr lang="ko-KR" altLang="en-US" sz="1400" dirty="0"/>
            </a:p>
          </p:txBody>
        </p:sp>
        <p:sp>
          <p:nvSpPr>
            <p:cNvPr id="135" name="타원 134"/>
            <p:cNvSpPr/>
            <p:nvPr/>
          </p:nvSpPr>
          <p:spPr>
            <a:xfrm>
              <a:off x="3372401" y="3781168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383335" y="3810482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10</a:t>
              </a:r>
              <a:endParaRPr lang="ko-KR" altLang="en-US" sz="1400" dirty="0"/>
            </a:p>
          </p:txBody>
        </p:sp>
        <p:sp>
          <p:nvSpPr>
            <p:cNvPr id="137" name="타원 136"/>
            <p:cNvSpPr/>
            <p:nvPr/>
          </p:nvSpPr>
          <p:spPr>
            <a:xfrm>
              <a:off x="4108986" y="3775990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4121549" y="3810482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11</a:t>
              </a:r>
              <a:endParaRPr lang="ko-KR" altLang="en-US" sz="1400" dirty="0"/>
            </a:p>
          </p:txBody>
        </p:sp>
        <p:sp>
          <p:nvSpPr>
            <p:cNvPr id="146" name="타원 145"/>
            <p:cNvSpPr/>
            <p:nvPr/>
          </p:nvSpPr>
          <p:spPr>
            <a:xfrm>
              <a:off x="4821685" y="3780176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7" name="TextBox 146"/>
            <p:cNvSpPr txBox="1"/>
            <p:nvPr/>
          </p:nvSpPr>
          <p:spPr>
            <a:xfrm>
              <a:off x="4834248" y="3814668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12</a:t>
              </a:r>
              <a:endParaRPr lang="ko-KR" altLang="en-US" sz="1400" dirty="0"/>
            </a:p>
          </p:txBody>
        </p:sp>
        <p:sp>
          <p:nvSpPr>
            <p:cNvPr id="148" name="타원 147"/>
            <p:cNvSpPr/>
            <p:nvPr/>
          </p:nvSpPr>
          <p:spPr>
            <a:xfrm>
              <a:off x="5573764" y="3782813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9" name="TextBox 148"/>
            <p:cNvSpPr txBox="1"/>
            <p:nvPr/>
          </p:nvSpPr>
          <p:spPr>
            <a:xfrm>
              <a:off x="5586327" y="3817305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13</a:t>
              </a:r>
              <a:endParaRPr lang="ko-KR" altLang="en-US" sz="1400" dirty="0"/>
            </a:p>
          </p:txBody>
        </p:sp>
        <p:sp>
          <p:nvSpPr>
            <p:cNvPr id="169" name="타원 168"/>
            <p:cNvSpPr/>
            <p:nvPr/>
          </p:nvSpPr>
          <p:spPr>
            <a:xfrm>
              <a:off x="1091696" y="4255971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0" name="TextBox 169"/>
            <p:cNvSpPr txBox="1"/>
            <p:nvPr/>
          </p:nvSpPr>
          <p:spPr>
            <a:xfrm>
              <a:off x="1098947" y="4289230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14</a:t>
              </a:r>
              <a:endParaRPr lang="ko-KR" altLang="en-US" sz="1400" dirty="0"/>
            </a:p>
          </p:txBody>
        </p:sp>
        <p:sp>
          <p:nvSpPr>
            <p:cNvPr id="167" name="타원 166"/>
            <p:cNvSpPr/>
            <p:nvPr/>
          </p:nvSpPr>
          <p:spPr>
            <a:xfrm>
              <a:off x="1883366" y="4254738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8" name="TextBox 167"/>
            <p:cNvSpPr txBox="1"/>
            <p:nvPr/>
          </p:nvSpPr>
          <p:spPr>
            <a:xfrm>
              <a:off x="1888832" y="4290440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15</a:t>
              </a:r>
              <a:endParaRPr lang="ko-KR" altLang="en-US" sz="1400" dirty="0"/>
            </a:p>
          </p:txBody>
        </p:sp>
        <p:sp>
          <p:nvSpPr>
            <p:cNvPr id="158" name="타원 157"/>
            <p:cNvSpPr/>
            <p:nvPr/>
          </p:nvSpPr>
          <p:spPr>
            <a:xfrm>
              <a:off x="2615000" y="4254738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2621221" y="4286873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16</a:t>
              </a:r>
              <a:endParaRPr lang="ko-KR" altLang="en-US" sz="1400" dirty="0"/>
            </a:p>
          </p:txBody>
        </p:sp>
        <p:sp>
          <p:nvSpPr>
            <p:cNvPr id="160" name="타원 159"/>
            <p:cNvSpPr/>
            <p:nvPr/>
          </p:nvSpPr>
          <p:spPr>
            <a:xfrm>
              <a:off x="3372402" y="4259915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3383335" y="4289230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17</a:t>
              </a:r>
              <a:endParaRPr lang="ko-KR" altLang="en-US" sz="1400" dirty="0"/>
            </a:p>
          </p:txBody>
        </p:sp>
        <p:sp>
          <p:nvSpPr>
            <p:cNvPr id="162" name="타원 161"/>
            <p:cNvSpPr/>
            <p:nvPr/>
          </p:nvSpPr>
          <p:spPr>
            <a:xfrm>
              <a:off x="4108987" y="4254738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121550" y="4289230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18</a:t>
              </a:r>
              <a:endParaRPr lang="ko-KR" altLang="en-US" sz="1400" dirty="0"/>
            </a:p>
          </p:txBody>
        </p:sp>
        <p:sp>
          <p:nvSpPr>
            <p:cNvPr id="153" name="타원 152"/>
            <p:cNvSpPr/>
            <p:nvPr/>
          </p:nvSpPr>
          <p:spPr>
            <a:xfrm>
              <a:off x="4821685" y="4258924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4" name="TextBox 153"/>
            <p:cNvSpPr txBox="1"/>
            <p:nvPr/>
          </p:nvSpPr>
          <p:spPr>
            <a:xfrm>
              <a:off x="4834249" y="4293416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19</a:t>
              </a:r>
              <a:endParaRPr lang="ko-KR" altLang="en-US" sz="1400" dirty="0"/>
            </a:p>
          </p:txBody>
        </p:sp>
        <p:sp>
          <p:nvSpPr>
            <p:cNvPr id="155" name="타원 154"/>
            <p:cNvSpPr/>
            <p:nvPr/>
          </p:nvSpPr>
          <p:spPr>
            <a:xfrm>
              <a:off x="5573764" y="4261561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5586327" y="4296053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20</a:t>
              </a:r>
              <a:endParaRPr lang="ko-KR" altLang="en-US" sz="1400" dirty="0"/>
            </a:p>
          </p:txBody>
        </p:sp>
        <p:sp>
          <p:nvSpPr>
            <p:cNvPr id="185" name="모서리가 둥근 직사각형 184"/>
            <p:cNvSpPr/>
            <p:nvPr/>
          </p:nvSpPr>
          <p:spPr>
            <a:xfrm>
              <a:off x="1068230" y="4736153"/>
              <a:ext cx="3505747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190" name="타원 189"/>
            <p:cNvSpPr/>
            <p:nvPr/>
          </p:nvSpPr>
          <p:spPr>
            <a:xfrm>
              <a:off x="1090215" y="4754307"/>
              <a:ext cx="419174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1" name="TextBox 190"/>
            <p:cNvSpPr txBox="1"/>
            <p:nvPr/>
          </p:nvSpPr>
          <p:spPr>
            <a:xfrm>
              <a:off x="1097466" y="4787566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21</a:t>
              </a:r>
              <a:endParaRPr lang="ko-KR" altLang="en-US" sz="1400" dirty="0"/>
            </a:p>
          </p:txBody>
        </p:sp>
        <p:sp>
          <p:nvSpPr>
            <p:cNvPr id="188" name="타원 187"/>
            <p:cNvSpPr/>
            <p:nvPr/>
          </p:nvSpPr>
          <p:spPr>
            <a:xfrm>
              <a:off x="1881885" y="4753074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1887351" y="4788776"/>
              <a:ext cx="412842" cy="3313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22</a:t>
              </a:r>
              <a:endParaRPr lang="ko-KR" altLang="en-US" sz="1400" dirty="0"/>
            </a:p>
          </p:txBody>
        </p:sp>
        <p:sp>
          <p:nvSpPr>
            <p:cNvPr id="179" name="타원 178"/>
            <p:cNvSpPr/>
            <p:nvPr/>
          </p:nvSpPr>
          <p:spPr>
            <a:xfrm>
              <a:off x="2613519" y="4753074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TextBox 179"/>
            <p:cNvSpPr txBox="1"/>
            <p:nvPr/>
          </p:nvSpPr>
          <p:spPr>
            <a:xfrm>
              <a:off x="2619740" y="4785209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23</a:t>
              </a:r>
              <a:endParaRPr lang="ko-KR" altLang="en-US" sz="1400" dirty="0"/>
            </a:p>
          </p:txBody>
        </p:sp>
        <p:sp>
          <p:nvSpPr>
            <p:cNvPr id="181" name="타원 180"/>
            <p:cNvSpPr/>
            <p:nvPr/>
          </p:nvSpPr>
          <p:spPr>
            <a:xfrm>
              <a:off x="3370921" y="4758251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2" name="TextBox 181"/>
            <p:cNvSpPr txBox="1"/>
            <p:nvPr/>
          </p:nvSpPr>
          <p:spPr>
            <a:xfrm>
              <a:off x="3381854" y="4787566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24</a:t>
              </a:r>
              <a:endParaRPr lang="ko-KR" altLang="en-US" sz="1400" dirty="0"/>
            </a:p>
          </p:txBody>
        </p:sp>
        <p:sp>
          <p:nvSpPr>
            <p:cNvPr id="183" name="타원 182"/>
            <p:cNvSpPr/>
            <p:nvPr/>
          </p:nvSpPr>
          <p:spPr>
            <a:xfrm>
              <a:off x="4107506" y="4753074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4" name="TextBox 183"/>
            <p:cNvSpPr txBox="1"/>
            <p:nvPr/>
          </p:nvSpPr>
          <p:spPr>
            <a:xfrm>
              <a:off x="4120069" y="4787566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25</a:t>
              </a:r>
              <a:endParaRPr lang="ko-KR" altLang="en-US" sz="1400" dirty="0"/>
            </a:p>
          </p:txBody>
        </p:sp>
        <p:sp>
          <p:nvSpPr>
            <p:cNvPr id="174" name="타원 173"/>
            <p:cNvSpPr/>
            <p:nvPr/>
          </p:nvSpPr>
          <p:spPr>
            <a:xfrm>
              <a:off x="4820204" y="4757260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4832767" y="4791752"/>
              <a:ext cx="412843" cy="3313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26</a:t>
              </a:r>
              <a:endParaRPr lang="ko-KR" altLang="en-US" sz="1400" dirty="0"/>
            </a:p>
          </p:txBody>
        </p:sp>
        <p:sp>
          <p:nvSpPr>
            <p:cNvPr id="176" name="타원 175"/>
            <p:cNvSpPr/>
            <p:nvPr/>
          </p:nvSpPr>
          <p:spPr>
            <a:xfrm>
              <a:off x="5572283" y="4759897"/>
              <a:ext cx="419173" cy="41917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TextBox 176"/>
            <p:cNvSpPr txBox="1"/>
            <p:nvPr/>
          </p:nvSpPr>
          <p:spPr>
            <a:xfrm>
              <a:off x="5584846" y="4794389"/>
              <a:ext cx="412843" cy="3313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27</a:t>
              </a:r>
              <a:endParaRPr lang="ko-KR" altLang="en-US" sz="1400" dirty="0"/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062729" y="5214900"/>
              <a:ext cx="4964453" cy="45508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sp>
          <p:nvSpPr>
            <p:cNvPr id="209" name="타원 208"/>
            <p:cNvSpPr/>
            <p:nvPr/>
          </p:nvSpPr>
          <p:spPr>
            <a:xfrm>
              <a:off x="1876385" y="5231821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1881852" y="5267523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29</a:t>
              </a:r>
              <a:endParaRPr lang="ko-KR" altLang="en-US" sz="1400" dirty="0"/>
            </a:p>
          </p:txBody>
        </p:sp>
        <p:sp>
          <p:nvSpPr>
            <p:cNvPr id="211" name="타원 210"/>
            <p:cNvSpPr/>
            <p:nvPr/>
          </p:nvSpPr>
          <p:spPr>
            <a:xfrm>
              <a:off x="2608020" y="5231821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2614240" y="5263956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30</a:t>
              </a:r>
              <a:endParaRPr lang="ko-KR" altLang="en-US" sz="1400" dirty="0"/>
            </a:p>
          </p:txBody>
        </p:sp>
        <p:sp>
          <p:nvSpPr>
            <p:cNvPr id="213" name="타원 212"/>
            <p:cNvSpPr/>
            <p:nvPr/>
          </p:nvSpPr>
          <p:spPr>
            <a:xfrm>
              <a:off x="3365421" y="5236999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3376355" y="5266312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31</a:t>
              </a:r>
              <a:endParaRPr lang="ko-KR" altLang="en-US" sz="1400" dirty="0"/>
            </a:p>
          </p:txBody>
        </p:sp>
        <p:sp>
          <p:nvSpPr>
            <p:cNvPr id="216" name="타원 215"/>
            <p:cNvSpPr/>
            <p:nvPr/>
          </p:nvSpPr>
          <p:spPr>
            <a:xfrm>
              <a:off x="1096861" y="5234675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1104112" y="5267933"/>
              <a:ext cx="412843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28</a:t>
              </a:r>
              <a:endParaRPr lang="ko-KR" altLang="en-US" sz="1400" dirty="0"/>
            </a:p>
          </p:txBody>
        </p:sp>
        <p:sp>
          <p:nvSpPr>
            <p:cNvPr id="223" name="타원 222"/>
            <p:cNvSpPr/>
            <p:nvPr/>
          </p:nvSpPr>
          <p:spPr>
            <a:xfrm>
              <a:off x="5578839" y="3296302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4" name="TextBox 223"/>
            <p:cNvSpPr txBox="1"/>
            <p:nvPr/>
          </p:nvSpPr>
          <p:spPr>
            <a:xfrm>
              <a:off x="5637001" y="3333746"/>
              <a:ext cx="305835" cy="3313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6</a:t>
              </a:r>
              <a:endParaRPr lang="ko-KR" altLang="en-US" sz="1400" dirty="0"/>
            </a:p>
          </p:txBody>
        </p:sp>
        <p:cxnSp>
          <p:nvCxnSpPr>
            <p:cNvPr id="233" name="직선 연결선 232"/>
            <p:cNvCxnSpPr>
              <a:endCxn id="71" idx="1"/>
            </p:cNvCxnSpPr>
            <p:nvPr/>
          </p:nvCxnSpPr>
          <p:spPr>
            <a:xfrm flipV="1">
              <a:off x="6018304" y="250278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직선 연결선 234"/>
            <p:cNvCxnSpPr>
              <a:stCxn id="201" idx="3"/>
              <a:endCxn id="171" idx="1"/>
            </p:cNvCxnSpPr>
            <p:nvPr/>
          </p:nvCxnSpPr>
          <p:spPr>
            <a:xfrm flipV="1">
              <a:off x="4610100" y="3976571"/>
              <a:ext cx="1873908" cy="495817"/>
            </a:xfrm>
            <a:prstGeom prst="line">
              <a:avLst/>
            </a:prstGeom>
            <a:ln w="28575">
              <a:solidFill>
                <a:srgbClr val="0070C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직선 연결선 235"/>
            <p:cNvCxnSpPr/>
            <p:nvPr/>
          </p:nvCxnSpPr>
          <p:spPr>
            <a:xfrm flipV="1">
              <a:off x="6023457" y="3985578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직선 연결선 236"/>
            <p:cNvCxnSpPr/>
            <p:nvPr/>
          </p:nvCxnSpPr>
          <p:spPr>
            <a:xfrm flipV="1">
              <a:off x="6034432" y="5443543"/>
              <a:ext cx="473640" cy="390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8" name="TextBox 237"/>
            <p:cNvSpPr txBox="1"/>
            <p:nvPr/>
          </p:nvSpPr>
          <p:spPr>
            <a:xfrm>
              <a:off x="453161" y="3528099"/>
              <a:ext cx="561372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7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en-US" altLang="ko-KR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  <a:p>
              <a:pPr algn="ctr"/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/</a:t>
              </a:r>
            </a:p>
            <a:p>
              <a:r>
                <a:rPr lang="en-US" altLang="ko-KR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8</a:t>
              </a:r>
              <a:r>
                <a:rPr lang="ko-KR" altLang="en-US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10411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월</a:t>
              </a:r>
              <a:endParaRPr lang="ko-KR" altLang="en-US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sp>
          <p:nvSpPr>
            <p:cNvPr id="240" name="TextBox 239"/>
            <p:cNvSpPr txBox="1"/>
            <p:nvPr/>
          </p:nvSpPr>
          <p:spPr>
            <a:xfrm>
              <a:off x="1896259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화</a:t>
              </a:r>
            </a:p>
          </p:txBody>
        </p:sp>
        <p:sp>
          <p:nvSpPr>
            <p:cNvPr id="241" name="TextBox 240"/>
            <p:cNvSpPr txBox="1"/>
            <p:nvPr/>
          </p:nvSpPr>
          <p:spPr>
            <a:xfrm>
              <a:off x="2641641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수</a:t>
              </a:r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3363790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목</a:t>
              </a:r>
            </a:p>
          </p:txBody>
        </p:sp>
        <p:sp>
          <p:nvSpPr>
            <p:cNvPr id="243" name="TextBox 242"/>
            <p:cNvSpPr txBox="1"/>
            <p:nvPr/>
          </p:nvSpPr>
          <p:spPr>
            <a:xfrm>
              <a:off x="4117414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금</a:t>
              </a:r>
            </a:p>
          </p:txBody>
        </p:sp>
        <p:sp>
          <p:nvSpPr>
            <p:cNvPr id="244" name="TextBox 243"/>
            <p:cNvSpPr txBox="1"/>
            <p:nvPr/>
          </p:nvSpPr>
          <p:spPr>
            <a:xfrm>
              <a:off x="4830113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토</a:t>
              </a:r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5582192" y="182832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일</a:t>
              </a:r>
            </a:p>
          </p:txBody>
        </p:sp>
        <p:sp>
          <p:nvSpPr>
            <p:cNvPr id="199" name="타원 198"/>
            <p:cNvSpPr/>
            <p:nvPr/>
          </p:nvSpPr>
          <p:spPr>
            <a:xfrm>
              <a:off x="4105828" y="3295583"/>
              <a:ext cx="419173" cy="419173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6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4171174" y="3327850"/>
              <a:ext cx="2840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smtClean="0"/>
                <a:t>4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xmlns="" val="393810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329345" y="241738"/>
            <a:ext cx="1809765" cy="461665"/>
            <a:chOff x="924910" y="1187669"/>
            <a:chExt cx="1809765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175721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9075" y="1480456"/>
            <a:ext cx="11702503" cy="4789407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524250" y="4857750"/>
            <a:ext cx="8667750" cy="18097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172262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83750" y="522892"/>
            <a:ext cx="8450876" cy="6335108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29345" y="241738"/>
            <a:ext cx="2157616" cy="461665"/>
            <a:chOff x="924910" y="1187669"/>
            <a:chExt cx="2157616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1050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_2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1849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79256" y="0"/>
            <a:ext cx="9148401" cy="6858000"/>
          </a:xfrm>
          <a:prstGeom prst="rect">
            <a:avLst/>
          </a:prstGeom>
        </p:spPr>
      </p:pic>
      <p:grpSp>
        <p:nvGrpSpPr>
          <p:cNvPr id="5" name="그룹 4"/>
          <p:cNvGrpSpPr/>
          <p:nvPr/>
        </p:nvGrpSpPr>
        <p:grpSpPr>
          <a:xfrm>
            <a:off x="329345" y="241738"/>
            <a:ext cx="2099908" cy="461665"/>
            <a:chOff x="924910" y="1187669"/>
            <a:chExt cx="2099908" cy="461665"/>
          </a:xfrm>
        </p:grpSpPr>
        <p:sp>
          <p:nvSpPr>
            <p:cNvPr id="6" name="TextBox 5"/>
            <p:cNvSpPr txBox="1"/>
            <p:nvPr/>
          </p:nvSpPr>
          <p:spPr>
            <a:xfrm>
              <a:off x="977463" y="1187669"/>
              <a:ext cx="204735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테이블 설계</a:t>
              </a:r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_1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7" name="직선 연결선 6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Rectangle 1"/>
          <p:cNvSpPr>
            <a:spLocks noChangeArrowheads="1"/>
          </p:cNvSpPr>
          <p:nvPr/>
        </p:nvSpPr>
        <p:spPr bwMode="auto">
          <a:xfrm>
            <a:off x="838200" y="33162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8791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209839"/>
            <a:ext cx="1442677" cy="461665"/>
            <a:chOff x="924910" y="1155770"/>
            <a:chExt cx="1442677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55770"/>
              <a:ext cx="139012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A.I. </a:t>
              </a:r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설계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C:\Users\kitcoop\Desktop\ai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275" y="838200"/>
            <a:ext cx="5162550" cy="5067300"/>
          </a:xfrm>
          <a:prstGeom prst="rect">
            <a:avLst/>
          </a:prstGeom>
          <a:noFill/>
        </p:spPr>
      </p:pic>
      <p:pic>
        <p:nvPicPr>
          <p:cNvPr id="1027" name="Picture 3" descr="C:\Users\kitcoop\Desktop\ai_2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48400" y="19050"/>
            <a:ext cx="5172075" cy="631666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1776102" cy="461665"/>
            <a:chOff x="924910" y="1145137"/>
            <a:chExt cx="1776102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72354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서버호스팅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393405" y="754911"/>
            <a:ext cx="911384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 smtClean="0"/>
              <a:t>실서비스용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– web</a:t>
            </a:r>
          </a:p>
          <a:p>
            <a:endParaRPr lang="en-US" altLang="ko-KR" sz="2400" dirty="0" smtClean="0"/>
          </a:p>
          <a:p>
            <a:r>
              <a:rPr lang="en-US" altLang="ko-KR" sz="2400" dirty="0" smtClean="0"/>
              <a:t>-</a:t>
            </a:r>
            <a:r>
              <a:rPr lang="ko-KR" altLang="en-US" sz="2400" dirty="0" smtClean="0"/>
              <a:t>도메인 구입완료 </a:t>
            </a:r>
            <a:r>
              <a:rPr lang="en-US" altLang="ko-KR" sz="2400" dirty="0" smtClean="0"/>
              <a:t>: </a:t>
            </a:r>
            <a:r>
              <a:rPr lang="ko-KR" altLang="en-US" sz="2400" dirty="0" smtClean="0"/>
              <a:t>주소 </a:t>
            </a:r>
            <a:r>
              <a:rPr lang="en-US" altLang="ko-KR" sz="2400" dirty="0" smtClean="0"/>
              <a:t>- </a:t>
            </a:r>
            <a:r>
              <a:rPr lang="en-US" altLang="ko-KR" sz="2400" dirty="0" smtClean="0">
                <a:solidFill>
                  <a:schemeClr val="accent1"/>
                </a:solidFill>
              </a:rPr>
              <a:t>https://www.dearmypet.net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en-US" altLang="ko-KR" sz="2400" dirty="0" smtClean="0"/>
              <a:t> CDN, Caching, </a:t>
            </a:r>
            <a:r>
              <a:rPr lang="ko-KR" altLang="en-US" sz="2400" dirty="0" smtClean="0"/>
              <a:t>소스압축</a:t>
            </a:r>
            <a:r>
              <a:rPr lang="en-US" altLang="ko-KR" sz="2400" dirty="0" smtClean="0"/>
              <a:t>(min) </a:t>
            </a:r>
            <a:r>
              <a:rPr lang="ko-KR" altLang="en-US" sz="2400" dirty="0" smtClean="0"/>
              <a:t>서비스 </a:t>
            </a:r>
            <a:r>
              <a:rPr lang="en-US" altLang="ko-KR" sz="2400" dirty="0" smtClean="0"/>
              <a:t>: </a:t>
            </a:r>
            <a:r>
              <a:rPr lang="en-US" altLang="ko-KR" sz="2400" dirty="0" err="1" smtClean="0"/>
              <a:t>CloudFlare</a:t>
            </a:r>
            <a:r>
              <a:rPr lang="en-US" altLang="ko-KR" sz="2400" dirty="0" smtClean="0"/>
              <a:t> </a:t>
            </a:r>
            <a:r>
              <a:rPr lang="ko-KR" altLang="en-US" sz="2400" dirty="0" smtClean="0"/>
              <a:t>이용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en-US" altLang="ko-KR" sz="2400" dirty="0" smtClean="0"/>
              <a:t> </a:t>
            </a:r>
            <a:r>
              <a:rPr lang="ko-KR" altLang="en-US" sz="2400" dirty="0" smtClean="0"/>
              <a:t>서버 </a:t>
            </a:r>
            <a:r>
              <a:rPr lang="ko-KR" altLang="en-US" sz="2400" dirty="0" err="1" smtClean="0"/>
              <a:t>호스팅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: </a:t>
            </a:r>
            <a:r>
              <a:rPr lang="en-US" altLang="ko-KR" sz="2400" dirty="0" smtClean="0">
                <a:hlinkClick r:id="rId2"/>
              </a:rPr>
              <a:t>https://www.heliohost.org/</a:t>
            </a:r>
            <a:endParaRPr lang="en-US" altLang="ko-KR" sz="2400" dirty="0" smtClean="0"/>
          </a:p>
          <a:p>
            <a:pPr>
              <a:buFontTx/>
              <a:buChar char="-"/>
            </a:pPr>
            <a:r>
              <a:rPr lang="en-US" altLang="ko-KR" sz="2400" dirty="0" smtClean="0"/>
              <a:t> SSL</a:t>
            </a:r>
            <a:r>
              <a:rPr lang="ko-KR" altLang="en-US" sz="2400" dirty="0" smtClean="0"/>
              <a:t> 적용완료 </a:t>
            </a:r>
            <a:r>
              <a:rPr lang="en-US" altLang="ko-KR" sz="2400" dirty="0" smtClean="0"/>
              <a:t>: https://letsencrypt.org</a:t>
            </a:r>
          </a:p>
          <a:p>
            <a:pPr>
              <a:buFontTx/>
              <a:buChar char="-"/>
            </a:pPr>
            <a:endParaRPr lang="en-US" altLang="ko-KR" sz="2400" dirty="0" smtClean="0"/>
          </a:p>
          <a:p>
            <a:r>
              <a:rPr lang="ko-KR" altLang="en-US" sz="2400" dirty="0" smtClean="0"/>
              <a:t>개발용</a:t>
            </a:r>
            <a:r>
              <a:rPr lang="en-US" altLang="ko-KR" sz="2400" dirty="0" smtClean="0"/>
              <a:t>(</a:t>
            </a:r>
            <a:r>
              <a:rPr lang="en-US" altLang="ko-KR" sz="2400" dirty="0" err="1" smtClean="0"/>
              <a:t>DevOps</a:t>
            </a:r>
            <a:r>
              <a:rPr lang="ko-KR" altLang="en-US" sz="2400" dirty="0" smtClean="0"/>
              <a:t>환경 구축예정</a:t>
            </a:r>
            <a:r>
              <a:rPr lang="en-US" altLang="ko-KR" sz="2400" dirty="0" smtClean="0"/>
              <a:t>)</a:t>
            </a:r>
            <a:r>
              <a:rPr lang="ko-KR" altLang="en-US" sz="2400" dirty="0" smtClean="0"/>
              <a:t> </a:t>
            </a:r>
            <a:r>
              <a:rPr lang="en-US" altLang="ko-KR" sz="2400" dirty="0" smtClean="0"/>
              <a:t>– </a:t>
            </a:r>
            <a:r>
              <a:rPr lang="en-US" altLang="ko-KR" sz="2400" dirty="0" err="1" smtClean="0"/>
              <a:t>Github</a:t>
            </a:r>
            <a:r>
              <a:rPr lang="en-US" altLang="ko-KR" sz="2400" dirty="0" smtClean="0"/>
              <a:t>&lt;-&gt; Travis CI &lt;-&gt;</a:t>
            </a:r>
            <a:r>
              <a:rPr lang="en-US" altLang="ko-KR" sz="2400" dirty="0" err="1" smtClean="0"/>
              <a:t>Heroku</a:t>
            </a:r>
            <a:endParaRPr lang="en-US" altLang="ko-KR" sz="2400" dirty="0" smtClean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36669" y="4104168"/>
            <a:ext cx="4602493" cy="2473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4" name="AutoShape 4" descr="클라우드 플레어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606" name="AutoShape 6" descr="클라우드 플레어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5607" name="Picture 7" descr="C:\Users\kitcoop\Desktop\CloudFlare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351382" y="0"/>
            <a:ext cx="1438275" cy="1438275"/>
          </a:xfrm>
          <a:prstGeom prst="rect">
            <a:avLst/>
          </a:prstGeom>
          <a:noFill/>
        </p:spPr>
      </p:pic>
      <p:sp>
        <p:nvSpPr>
          <p:cNvPr id="25609" name="AutoShape 9" descr="Let's Encrypt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611" name="AutoShape 11" descr="letsencrypt에 대한 이미지 검색결과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25612" name="Picture 12" descr="C:\Users\kitcoop\Desktop\letsencryp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218694" y="1335905"/>
            <a:ext cx="1528763" cy="1528763"/>
          </a:xfrm>
          <a:prstGeom prst="rect">
            <a:avLst/>
          </a:prstGeom>
          <a:noFill/>
        </p:spPr>
      </p:pic>
      <p:pic>
        <p:nvPicPr>
          <p:cNvPr id="25614" name="Picture 14" descr="travis ci github에 대한 이미지 검색결과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2485" y="3848986"/>
            <a:ext cx="4720144" cy="2700670"/>
          </a:xfrm>
          <a:prstGeom prst="rect">
            <a:avLst/>
          </a:prstGeom>
          <a:noFill/>
        </p:spPr>
      </p:pic>
      <p:pic>
        <p:nvPicPr>
          <p:cNvPr id="25615" name="Picture 15" descr="C:\Users\kitcoop\Desktop\다운로드.pn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0447887" y="3120630"/>
            <a:ext cx="1438275" cy="390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2186471" cy="461665"/>
            <a:chOff x="924910" y="1145137"/>
            <a:chExt cx="2186471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21339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게시판 </a:t>
              </a:r>
              <a:r>
                <a:rPr lang="ko-KR" altLang="en-US" sz="2400" dirty="0" err="1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구상중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그룹 11"/>
          <p:cNvGrpSpPr/>
          <p:nvPr/>
        </p:nvGrpSpPr>
        <p:grpSpPr>
          <a:xfrm>
            <a:off x="3242930" y="362581"/>
            <a:ext cx="6133070" cy="6067770"/>
            <a:chOff x="4986670" y="522070"/>
            <a:chExt cx="6133070" cy="6067770"/>
          </a:xfrm>
        </p:grpSpPr>
        <p:pic>
          <p:nvPicPr>
            <p:cNvPr id="24578" name="Picture 2" descr="C:\Users\kitcoop\Desktop\디자인1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986670" y="522070"/>
              <a:ext cx="6120000" cy="319082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4579" name="Picture 3" descr="C:\Users\kitcoop\Desktop\디자인2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999740" y="3817568"/>
              <a:ext cx="6120000" cy="277227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sp>
          <p:nvSpPr>
            <p:cNvPr id="9" name="직사각형 8"/>
            <p:cNvSpPr/>
            <p:nvPr/>
          </p:nvSpPr>
          <p:spPr>
            <a:xfrm>
              <a:off x="8112640" y="4082903"/>
              <a:ext cx="935665" cy="2339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38215" y="4125432"/>
              <a:ext cx="1162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 smtClean="0"/>
                <a:t>이미지 게시판</a:t>
              </a:r>
              <a:endParaRPr lang="ko-KR" altLang="en-US" sz="12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329345" y="199206"/>
            <a:ext cx="1468325" cy="461665"/>
            <a:chOff x="924910" y="1145137"/>
            <a:chExt cx="1468325" cy="461665"/>
          </a:xfrm>
        </p:grpSpPr>
        <p:sp>
          <p:nvSpPr>
            <p:cNvPr id="5" name="TextBox 4"/>
            <p:cNvSpPr txBox="1"/>
            <p:nvPr/>
          </p:nvSpPr>
          <p:spPr>
            <a:xfrm>
              <a:off x="977463" y="1145137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2400" dirty="0" smtClean="0">
                  <a:latin typeface="배달의민족 도현" panose="020B0600000101010101" pitchFamily="50" charset="-127"/>
                  <a:ea typeface="배달의민족 도현" panose="020B0600000101010101" pitchFamily="50" charset="-127"/>
                </a:rPr>
                <a:t>업무분담</a:t>
              </a:r>
              <a:endParaRPr lang="ko-KR" altLang="en-US" sz="2400" dirty="0">
                <a:latin typeface="배달의민족 도현" panose="020B0600000101010101" pitchFamily="50" charset="-127"/>
                <a:ea typeface="배달의민족 도현" panose="020B0600000101010101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924910" y="1187669"/>
              <a:ext cx="0" cy="367862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935126" y="2764466"/>
            <a:ext cx="88104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smtClean="0"/>
              <a:t>다같이 열심히 하는 중입니다</a:t>
            </a:r>
            <a:r>
              <a:rPr lang="en-US" altLang="ko-KR" sz="4800" dirty="0" smtClean="0"/>
              <a:t>….</a:t>
            </a:r>
            <a:endParaRPr lang="ko-KR" altLang="en-US" sz="4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57119" y="3732575"/>
            <a:ext cx="4934881" cy="3125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72730" y="3038545"/>
            <a:ext cx="2773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감사합니다</a:t>
            </a:r>
            <a:r>
              <a:rPr lang="en-US" altLang="ko-KR" sz="4000" dirty="0" smtClean="0">
                <a:latin typeface="배달의민족 도현" panose="020B0600000101010101" pitchFamily="50" charset="-127"/>
                <a:ea typeface="배달의민족 도현" panose="020B0600000101010101" pitchFamily="50" charset="-127"/>
              </a:rPr>
              <a:t>.</a:t>
            </a:r>
            <a:endParaRPr lang="ko-KR" altLang="en-US" sz="4000" dirty="0">
              <a:latin typeface="배달의민족 도현" panose="020B0600000101010101" pitchFamily="50" charset="-127"/>
              <a:ea typeface="배달의민족 도현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438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241</Words>
  <Application>Microsoft Office PowerPoint</Application>
  <PresentationFormat>사용자 지정</PresentationFormat>
  <Paragraphs>111</Paragraphs>
  <Slides>14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5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kitcoop</dc:creator>
  <cp:lastModifiedBy>kitcoop</cp:lastModifiedBy>
  <cp:revision>195</cp:revision>
  <dcterms:created xsi:type="dcterms:W3CDTF">2017-07-26T00:56:20Z</dcterms:created>
  <dcterms:modified xsi:type="dcterms:W3CDTF">2017-08-18T07:40:44Z</dcterms:modified>
</cp:coreProperties>
</file>