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9" r:id="rId4"/>
    <p:sldId id="263" r:id="rId5"/>
    <p:sldId id="267" r:id="rId6"/>
    <p:sldId id="265" r:id="rId7"/>
    <p:sldId id="268" r:id="rId8"/>
    <p:sldId id="271" r:id="rId9"/>
    <p:sldId id="270" r:id="rId10"/>
    <p:sldId id="26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37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0287E"/>
    <a:srgbClr val="59403B"/>
    <a:srgbClr val="F9E81E"/>
    <a:srgbClr val="F78DB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24" autoAdjust="0"/>
    <p:restoredTop sz="99854" autoAdjust="0"/>
  </p:normalViewPr>
  <p:slideViewPr>
    <p:cSldViewPr snapToGrid="0" showGuides="1">
      <p:cViewPr>
        <p:scale>
          <a:sx n="125" d="100"/>
          <a:sy n="125" d="100"/>
        </p:scale>
        <p:origin x="534" y="654"/>
      </p:cViewPr>
      <p:guideLst>
        <p:guide orient="horz" pos="2137"/>
        <p:guide pos="38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428380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107383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66989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736282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199815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66502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774348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397368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211638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986079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074414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2B432-0DC4-46F0-B5CD-555B71A0BAF0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51277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://www.aamc.co.kr/?n_media=27758&amp;n_query=%EC%95%A0%EA%B2%AC%ED%98%B8%ED%85%94&amp;n_rank=11&amp;n_ad_group=grp-a001-01-000000000822094&amp;n_ad=nad-a001-01-000000002369379&amp;n_keyword_id=nkw-a001-01-000000139110585&amp;n_keyword=%EC%95%A0%EA%B2%AC%ED%98%B8%ED%85%94&amp;n_ca" TargetMode="External"/><Relationship Id="rId3" Type="http://schemas.openxmlformats.org/officeDocument/2006/relationships/image" Target="../media/image7.jpeg"/><Relationship Id="rId7" Type="http://schemas.openxmlformats.org/officeDocument/2006/relationships/image" Target="../media/image9.png"/><Relationship Id="rId2" Type="http://schemas.openxmlformats.org/officeDocument/2006/relationships/hyperlink" Target="http://www.karma.or.kr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nimal.go.kr/portal_rnl/index.jsp" TargetMode="External"/><Relationship Id="rId5" Type="http://schemas.openxmlformats.org/officeDocument/2006/relationships/image" Target="../media/image8.jpeg"/><Relationship Id="rId10" Type="http://schemas.openxmlformats.org/officeDocument/2006/relationships/hyperlink" Target="https://mplatform.seoul.go.kr/api/main.do" TargetMode="External"/><Relationship Id="rId4" Type="http://schemas.openxmlformats.org/officeDocument/2006/relationships/hyperlink" Target="http://www.dwse.or.kr/" TargetMode="External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1002985" y="837825"/>
            <a:ext cx="2608754" cy="830997"/>
            <a:chOff x="435428" y="448942"/>
            <a:chExt cx="2608754" cy="830997"/>
          </a:xfrm>
        </p:grpSpPr>
        <p:sp>
          <p:nvSpPr>
            <p:cNvPr id="4" name="TextBox 3"/>
            <p:cNvSpPr txBox="1"/>
            <p:nvPr/>
          </p:nvSpPr>
          <p:spPr>
            <a:xfrm>
              <a:off x="493484" y="448942"/>
              <a:ext cx="255069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반려동물</a:t>
              </a:r>
              <a:endParaRPr lang="ko-KR" altLang="en-US" sz="48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435428" y="448942"/>
              <a:ext cx="0" cy="665155"/>
            </a:xfrm>
            <a:prstGeom prst="line">
              <a:avLst/>
            </a:prstGeom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59489" y="2267343"/>
            <a:ext cx="6132512" cy="459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92428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/>
          <p:cNvGrpSpPr/>
          <p:nvPr/>
        </p:nvGrpSpPr>
        <p:grpSpPr>
          <a:xfrm>
            <a:off x="236154" y="1815337"/>
            <a:ext cx="11677650" cy="2564944"/>
            <a:chOff x="257175" y="2361873"/>
            <a:chExt cx="11677650" cy="2564944"/>
          </a:xfrm>
        </p:grpSpPr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012773" y="2562055"/>
              <a:ext cx="1212311" cy="1660866"/>
            </a:xfrm>
            <a:prstGeom prst="rect">
              <a:avLst/>
            </a:prstGeom>
          </p:spPr>
        </p:pic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24818" y="2592819"/>
              <a:ext cx="1315012" cy="1599338"/>
            </a:xfrm>
            <a:prstGeom prst="rect">
              <a:avLst/>
            </a:prstGeom>
          </p:spPr>
        </p:pic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7791338" y="2528819"/>
              <a:ext cx="1409813" cy="1727338"/>
            </a:xfrm>
            <a:prstGeom prst="rect">
              <a:avLst/>
            </a:prstGeom>
          </p:spPr>
        </p:pic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97860" y="2507708"/>
              <a:ext cx="1499275" cy="1788609"/>
            </a:xfrm>
            <a:prstGeom prst="rect">
              <a:avLst/>
            </a:prstGeom>
          </p:spPr>
        </p:pic>
        <p:sp>
          <p:nvSpPr>
            <p:cNvPr id="2" name="타원 1"/>
            <p:cNvSpPr/>
            <p:nvPr/>
          </p:nvSpPr>
          <p:spPr>
            <a:xfrm>
              <a:off x="257175" y="2466975"/>
              <a:ext cx="1924050" cy="1924050"/>
            </a:xfrm>
            <a:prstGeom prst="ellipse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/>
            <p:cNvSpPr/>
            <p:nvPr/>
          </p:nvSpPr>
          <p:spPr>
            <a:xfrm>
              <a:off x="2695575" y="2466975"/>
              <a:ext cx="1924050" cy="1924050"/>
            </a:xfrm>
            <a:prstGeom prst="ellipse">
              <a:avLst/>
            </a:prstGeom>
            <a:noFill/>
            <a:ln w="762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/>
            <p:cNvSpPr/>
            <p:nvPr/>
          </p:nvSpPr>
          <p:spPr>
            <a:xfrm>
              <a:off x="7572375" y="2466975"/>
              <a:ext cx="1924050" cy="1924050"/>
            </a:xfrm>
            <a:prstGeom prst="ellipse">
              <a:avLst/>
            </a:prstGeom>
            <a:noFill/>
            <a:ln w="76200">
              <a:solidFill>
                <a:srgbClr val="F0287E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/>
            <p:cNvSpPr/>
            <p:nvPr/>
          </p:nvSpPr>
          <p:spPr>
            <a:xfrm>
              <a:off x="10010775" y="2466975"/>
              <a:ext cx="1924050" cy="1924050"/>
            </a:xfrm>
            <a:prstGeom prst="ellipse">
              <a:avLst/>
            </a:prstGeom>
            <a:noFill/>
            <a:ln w="76200">
              <a:solidFill>
                <a:srgbClr val="F028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80618" y="455748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하금호</a:t>
              </a:r>
              <a:endParaRPr lang="ko-KR" altLang="en-US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grpSp>
          <p:nvGrpSpPr>
            <p:cNvPr id="21" name="그룹 20"/>
            <p:cNvGrpSpPr/>
            <p:nvPr/>
          </p:nvGrpSpPr>
          <p:grpSpPr>
            <a:xfrm>
              <a:off x="5081423" y="2361873"/>
              <a:ext cx="1924050" cy="2552175"/>
              <a:chOff x="5133975" y="2466975"/>
              <a:chExt cx="1924050" cy="2552175"/>
            </a:xfrm>
          </p:grpSpPr>
          <p:pic>
            <p:nvPicPr>
              <p:cNvPr id="4" name="그림 3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tretch>
                <a:fillRect/>
              </a:stretch>
            </p:blipFill>
            <p:spPr>
              <a:xfrm>
                <a:off x="5502178" y="2630919"/>
                <a:ext cx="1133669" cy="1535176"/>
              </a:xfrm>
              <a:prstGeom prst="rect">
                <a:avLst/>
              </a:prstGeom>
            </p:spPr>
          </p:pic>
          <p:sp>
            <p:nvSpPr>
              <p:cNvPr id="6" name="타원 5"/>
              <p:cNvSpPr/>
              <p:nvPr/>
            </p:nvSpPr>
            <p:spPr>
              <a:xfrm>
                <a:off x="5133975" y="2466975"/>
                <a:ext cx="1924050" cy="1924050"/>
              </a:xfrm>
              <a:prstGeom prst="ellipse">
                <a:avLst/>
              </a:prstGeom>
              <a:noFill/>
              <a:ln w="76200">
                <a:solidFill>
                  <a:srgbClr val="F0287E"/>
                </a:solidFill>
              </a:ln>
              <a:effectLst>
                <a:glow rad="139700">
                  <a:srgbClr val="F0287E">
                    <a:alpha val="40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522321" y="4557485"/>
                <a:ext cx="10743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400" b="1" dirty="0" smtClean="0">
                    <a:latin typeface="배달의민족 도현" panose="020B0600000101010101" pitchFamily="50" charset="-127"/>
                    <a:ea typeface="배달의민족 도현" panose="020B0600000101010101" pitchFamily="50" charset="-127"/>
                  </a:rPr>
                  <a:t>이연호</a:t>
                </a:r>
                <a:endParaRPr lang="ko-KR" altLang="en-US" sz="24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endParaRPr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>
              <a:off x="10534218" y="455748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강소영</a:t>
              </a:r>
              <a:endParaRPr lang="ko-KR" altLang="en-US" b="1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19018" y="455748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배진환</a:t>
              </a:r>
              <a:endParaRPr lang="ko-KR" altLang="en-US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095818" y="455748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라진수</a:t>
              </a:r>
              <a:endParaRPr lang="ko-KR" altLang="en-US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329345" y="241738"/>
            <a:ext cx="1514813" cy="461665"/>
            <a:chOff x="924910" y="1187669"/>
            <a:chExt cx="1514813" cy="461665"/>
          </a:xfrm>
        </p:grpSpPr>
        <p:sp>
          <p:nvSpPr>
            <p:cNvPr id="15" name="TextBox 14"/>
            <p:cNvSpPr txBox="1"/>
            <p:nvPr/>
          </p:nvSpPr>
          <p:spPr>
            <a:xfrm>
              <a:off x="977463" y="1187669"/>
              <a:ext cx="14622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팀원 소개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16" name="직선 연결선 1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직사각형 22"/>
          <p:cNvSpPr/>
          <p:nvPr/>
        </p:nvSpPr>
        <p:spPr>
          <a:xfrm>
            <a:off x="1903028" y="5268844"/>
            <a:ext cx="8294985" cy="903285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저희 팀은 팀원들 모두가 주요 개발 업무들을 골고루 해보기로 하였습니다</a:t>
            </a:r>
            <a:r>
              <a:rPr lang="en-US" altLang="ko-KR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.</a:t>
            </a:r>
          </a:p>
          <a:p>
            <a:pPr lvl="0" algn="ctr"/>
            <a:r>
              <a:rPr lang="ko-KR" altLang="en-US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물론</a:t>
            </a:r>
            <a:r>
              <a:rPr lang="en-US" altLang="ko-KR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스토리 보드도요</a:t>
            </a:r>
            <a:r>
              <a:rPr lang="en-US" altLang="ko-KR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xmlns="" val="395318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329345" y="241738"/>
            <a:ext cx="3480094" cy="461665"/>
            <a:chOff x="924910" y="1187669"/>
            <a:chExt cx="3480094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34275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주제에 대한 간단한 설명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/>
          <p:cNvGrpSpPr/>
          <p:nvPr/>
        </p:nvGrpSpPr>
        <p:grpSpPr>
          <a:xfrm>
            <a:off x="569342" y="1434253"/>
            <a:ext cx="10980291" cy="4589125"/>
            <a:chOff x="2175920" y="2178096"/>
            <a:chExt cx="3595998" cy="1502918"/>
          </a:xfrm>
        </p:grpSpPr>
        <p:sp>
          <p:nvSpPr>
            <p:cNvPr id="2" name="TextBox 1"/>
            <p:cNvSpPr txBox="1"/>
            <p:nvPr/>
          </p:nvSpPr>
          <p:spPr>
            <a:xfrm>
              <a:off x="3147684" y="2624718"/>
              <a:ext cx="1608108" cy="5140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600" dirty="0" smtClean="0">
                  <a:solidFill>
                    <a:srgbClr val="F0287E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반려동물</a:t>
              </a:r>
              <a:endParaRPr lang="ko-KR" altLang="en-US" sz="9600" dirty="0">
                <a:solidFill>
                  <a:srgbClr val="F0287E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970621" y="2178096"/>
              <a:ext cx="1439066" cy="3326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동물병원</a:t>
              </a:r>
              <a:r>
                <a:rPr lang="en-US" altLang="ko-KR" sz="60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API</a:t>
              </a:r>
              <a:endParaRPr lang="ko-KR" altLang="en-US" sz="6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30900" y="2348624"/>
              <a:ext cx="705149" cy="231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0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분양관리</a:t>
              </a:r>
              <a:endParaRPr lang="ko-KR" altLang="en-US" sz="4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839980" y="2667061"/>
              <a:ext cx="931938" cy="302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54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입양신청</a:t>
              </a:r>
              <a:endParaRPr lang="ko-KR" altLang="en-US" sz="5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55792" y="3098970"/>
              <a:ext cx="640051" cy="211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6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임시보호</a:t>
              </a:r>
              <a:endParaRPr lang="ko-KR" altLang="en-US" sz="36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561749" y="3287912"/>
              <a:ext cx="1221725" cy="3931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2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동물학대</a:t>
              </a:r>
              <a:endParaRPr lang="ko-KR" altLang="en-US" sz="7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175920" y="2854208"/>
              <a:ext cx="835343" cy="2721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회원가입</a:t>
              </a:r>
              <a:endParaRPr lang="ko-KR" altLang="en-US" sz="48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72347" y="2516261"/>
              <a:ext cx="833243" cy="211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6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소셜 로그인</a:t>
              </a:r>
              <a:endParaRPr lang="ko-KR" altLang="en-US" sz="36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578105" y="3252633"/>
              <a:ext cx="866316" cy="231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0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자유게시판</a:t>
              </a:r>
              <a:endParaRPr lang="ko-KR" altLang="en-US" sz="4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761592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329345" y="241738"/>
            <a:ext cx="1514813" cy="461665"/>
            <a:chOff x="924910" y="1187669"/>
            <a:chExt cx="1514813" cy="461665"/>
          </a:xfrm>
        </p:grpSpPr>
        <p:sp>
          <p:nvSpPr>
            <p:cNvPr id="6" name="TextBox 5"/>
            <p:cNvSpPr txBox="1"/>
            <p:nvPr/>
          </p:nvSpPr>
          <p:spPr>
            <a:xfrm>
              <a:off x="977463" y="1187669"/>
              <a:ext cx="14622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벤치 </a:t>
              </a:r>
              <a:r>
                <a:rPr lang="ko-KR" altLang="en-US" sz="24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마킹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/>
          <p:cNvGrpSpPr/>
          <p:nvPr/>
        </p:nvGrpSpPr>
        <p:grpSpPr>
          <a:xfrm>
            <a:off x="65486" y="1096923"/>
            <a:ext cx="11905796" cy="3660479"/>
            <a:chOff x="33956" y="1117943"/>
            <a:chExt cx="11905796" cy="3660479"/>
          </a:xfrm>
        </p:grpSpPr>
        <p:pic>
          <p:nvPicPr>
            <p:cNvPr id="2" name="그림 1">
              <a:hlinkClick r:id="rId2"/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3956" y="1124607"/>
              <a:ext cx="3167615" cy="316361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TextBox 15"/>
            <p:cNvSpPr txBox="1"/>
            <p:nvPr/>
          </p:nvSpPr>
          <p:spPr>
            <a:xfrm>
              <a:off x="588580" y="4393324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>
                  <a:latin typeface="배달의민족 도현" pitchFamily="50" charset="-127"/>
                  <a:ea typeface="배달의민족 도현" pitchFamily="50" charset="-127"/>
                </a:rPr>
                <a:t>동물구조관리협회</a:t>
              </a:r>
              <a:endParaRPr lang="ko-KR" altLang="en-US" dirty="0">
                <a:latin typeface="배달의민족 도현" pitchFamily="50" charset="-127"/>
                <a:ea typeface="배달의민족 도현" pitchFamily="50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573515" y="4393325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>
                  <a:latin typeface="배달의민족 도현" pitchFamily="50" charset="-127"/>
                  <a:ea typeface="배달의민족 도현" pitchFamily="50" charset="-127"/>
                </a:rPr>
                <a:t>동물구조관리협회</a:t>
              </a:r>
              <a:endParaRPr lang="ko-KR" altLang="en-US" dirty="0">
                <a:latin typeface="배달의민족 도현" pitchFamily="50" charset="-127"/>
                <a:ea typeface="배달의민족 도현" pitchFamily="50" charset="-127"/>
              </a:endParaRPr>
            </a:p>
          </p:txBody>
        </p:sp>
        <p:pic>
          <p:nvPicPr>
            <p:cNvPr id="19" name="그림 18" descr="한국반려동물관리협회.jpeg">
              <a:hlinkClick r:id="rId4"/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01542" y="1124607"/>
              <a:ext cx="2547313" cy="315557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" name="TextBox 19"/>
            <p:cNvSpPr txBox="1"/>
            <p:nvPr/>
          </p:nvSpPr>
          <p:spPr>
            <a:xfrm>
              <a:off x="6237885" y="4409090"/>
              <a:ext cx="2323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>
                  <a:latin typeface="배달의민족 도현" pitchFamily="50" charset="-127"/>
                  <a:ea typeface="배달의민족 도현" pitchFamily="50" charset="-127"/>
                </a:rPr>
                <a:t>동물보호 관리 시스템</a:t>
              </a:r>
              <a:endParaRPr lang="ko-KR" altLang="en-US" dirty="0">
                <a:latin typeface="배달의민족 도현" pitchFamily="50" charset="-127"/>
                <a:ea typeface="배달의민족 도현" pitchFamily="50" charset="-127"/>
              </a:endParaRPr>
            </a:p>
          </p:txBody>
        </p:sp>
        <p:pic>
          <p:nvPicPr>
            <p:cNvPr id="21" name="Picture 3">
              <a:hlinkClick r:id="rId6"/>
            </p:cNvPr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020528" y="1129744"/>
              <a:ext cx="2923776" cy="31479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2" name="Picture 5">
              <a:hlinkClick r:id="rId8"/>
            </p:cNvPr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9036996" y="1117943"/>
              <a:ext cx="2902756" cy="3149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3" name="TextBox 22"/>
            <p:cNvSpPr txBox="1"/>
            <p:nvPr/>
          </p:nvSpPr>
          <p:spPr>
            <a:xfrm>
              <a:off x="9101955" y="4403835"/>
              <a:ext cx="2691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ko-KR" altLang="en-US" dirty="0" smtClean="0">
                  <a:latin typeface="배달의민족 도현" pitchFamily="50" charset="-127"/>
                  <a:ea typeface="배달의민족 도현" pitchFamily="50" charset="-127"/>
                </a:rPr>
                <a:t>아프리카 동물메디컬센터</a:t>
              </a:r>
              <a:endParaRPr lang="ko-KR" altLang="en-US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endParaRPr>
            </a:p>
          </p:txBody>
        </p:sp>
      </p:grpSp>
      <p:sp>
        <p:nvSpPr>
          <p:cNvPr id="25" name="직사각형 24">
            <a:hlinkClick r:id="rId10"/>
          </p:cNvPr>
          <p:cNvSpPr/>
          <p:nvPr/>
        </p:nvSpPr>
        <p:spPr>
          <a:xfrm>
            <a:off x="2624603" y="5673193"/>
            <a:ext cx="7044914" cy="680310"/>
          </a:xfrm>
          <a:prstGeom prst="rect">
            <a:avLst/>
          </a:prstGeom>
          <a:solidFill>
            <a:schemeClr val="accent6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ko-KR" altLang="en-US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기타 </a:t>
            </a:r>
            <a:r>
              <a:rPr lang="en-US" altLang="ko-KR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: </a:t>
            </a:r>
            <a:r>
              <a:rPr lang="ko-KR" altLang="en-US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동물병원 정보 </a:t>
            </a:r>
            <a:r>
              <a:rPr lang="en-US" altLang="ko-KR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- </a:t>
            </a:r>
            <a:r>
              <a:rPr lang="ko-KR" altLang="en-US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서울시 </a:t>
            </a:r>
            <a:r>
              <a:rPr lang="ko-KR" altLang="en-US" sz="1400" b="1" spc="-50" dirty="0" err="1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공공앱</a:t>
            </a:r>
            <a:r>
              <a:rPr lang="ko-KR" altLang="en-US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en-US" altLang="ko-KR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API(https://mplatform.seoul.go.kr/api/main.do)</a:t>
            </a:r>
            <a:endParaRPr lang="ko-KR" altLang="en-US" sz="1400" b="1" spc="-50" dirty="0">
              <a:solidFill>
                <a:schemeClr val="bg1"/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3617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329345" y="241738"/>
            <a:ext cx="1570917" cy="461665"/>
            <a:chOff x="924910" y="1187669"/>
            <a:chExt cx="1570917" cy="461665"/>
          </a:xfrm>
        </p:grpSpPr>
        <p:sp>
          <p:nvSpPr>
            <p:cNvPr id="6" name="TextBox 5"/>
            <p:cNvSpPr txBox="1"/>
            <p:nvPr/>
          </p:nvSpPr>
          <p:spPr>
            <a:xfrm>
              <a:off x="977463" y="1187669"/>
              <a:ext cx="1518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기</a:t>
              </a:r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능</a:t>
              </a:r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 </a:t>
              </a:r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투표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103193" y="466264"/>
            <a:ext cx="5168448" cy="59829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22061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/>
          <p:cNvGrpSpPr/>
          <p:nvPr/>
        </p:nvGrpSpPr>
        <p:grpSpPr>
          <a:xfrm>
            <a:off x="329345" y="241738"/>
            <a:ext cx="3034460" cy="461665"/>
            <a:chOff x="924910" y="1187669"/>
            <a:chExt cx="3034460" cy="461665"/>
          </a:xfrm>
        </p:grpSpPr>
        <p:sp>
          <p:nvSpPr>
            <p:cNvPr id="20" name="TextBox 19"/>
            <p:cNvSpPr txBox="1"/>
            <p:nvPr/>
          </p:nvSpPr>
          <p:spPr>
            <a:xfrm>
              <a:off x="977463" y="1187669"/>
              <a:ext cx="29819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DB Table</a:t>
              </a:r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구성</a:t>
              </a:r>
              <a:r>
                <a:rPr lang="en-US" altLang="ko-KR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/</a:t>
              </a:r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논의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그룹 247"/>
          <p:cNvGrpSpPr/>
          <p:nvPr/>
        </p:nvGrpSpPr>
        <p:grpSpPr>
          <a:xfrm>
            <a:off x="453161" y="1828326"/>
            <a:ext cx="11212654" cy="3877489"/>
            <a:chOff x="28641" y="1828326"/>
            <a:chExt cx="11212654" cy="3877489"/>
          </a:xfrm>
        </p:grpSpPr>
        <p:sp>
          <p:nvSpPr>
            <p:cNvPr id="247" name="직사각형 246"/>
            <p:cNvSpPr/>
            <p:nvPr/>
          </p:nvSpPr>
          <p:spPr>
            <a:xfrm>
              <a:off x="28641" y="2236833"/>
              <a:ext cx="5565143" cy="34689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6" name="직사각형 245"/>
            <p:cNvSpPr/>
            <p:nvPr/>
          </p:nvSpPr>
          <p:spPr>
            <a:xfrm>
              <a:off x="28641" y="1828326"/>
              <a:ext cx="5565143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5" name="직선 연결선 44"/>
            <p:cNvCxnSpPr/>
            <p:nvPr/>
          </p:nvCxnSpPr>
          <p:spPr>
            <a:xfrm>
              <a:off x="6515100" y="2636520"/>
              <a:ext cx="899160" cy="0"/>
            </a:xfrm>
            <a:prstGeom prst="line">
              <a:avLst/>
            </a:prstGeom>
            <a:ln w="28575">
              <a:solidFill>
                <a:srgbClr val="F0287E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모서리가 둥근 직사각형 70"/>
            <p:cNvSpPr/>
            <p:nvPr/>
          </p:nvSpPr>
          <p:spPr>
            <a:xfrm>
              <a:off x="6067424" y="2275240"/>
              <a:ext cx="1959530" cy="45508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주제 선정 기간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103" name="직선 연결선 102"/>
            <p:cNvCxnSpPr/>
            <p:nvPr/>
          </p:nvCxnSpPr>
          <p:spPr>
            <a:xfrm>
              <a:off x="6524625" y="3184336"/>
              <a:ext cx="899160" cy="0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모서리가 둥근 직사각형 103"/>
            <p:cNvSpPr/>
            <p:nvPr/>
          </p:nvSpPr>
          <p:spPr>
            <a:xfrm>
              <a:off x="6067424" y="2789830"/>
              <a:ext cx="3810788" cy="45082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조원들 간의 요구사항 및 분석 통합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08" name="모서리가 둥근 직사각형 107"/>
            <p:cNvSpPr/>
            <p:nvPr/>
          </p:nvSpPr>
          <p:spPr>
            <a:xfrm>
              <a:off x="9962514" y="2797696"/>
              <a:ext cx="1278781" cy="43246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주제 발표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19" name="모서리가 둥근 직사각형 118"/>
            <p:cNvSpPr/>
            <p:nvPr/>
          </p:nvSpPr>
          <p:spPr>
            <a:xfrm>
              <a:off x="6059487" y="3291815"/>
              <a:ext cx="4951248" cy="432467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DB Table 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구성</a:t>
              </a:r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/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논의 </a:t>
              </a:r>
              <a:r>
                <a:rPr lang="en-US" altLang="ko-KR" sz="1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07.28(</a:t>
              </a:r>
              <a:r>
                <a:rPr lang="ko-KR" altLang="en-US" sz="1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금</a:t>
              </a:r>
              <a:r>
                <a:rPr lang="en-US" altLang="ko-KR" sz="1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) ~ 08.04(</a:t>
              </a:r>
              <a:r>
                <a:rPr lang="ko-KR" altLang="en-US" sz="1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금</a:t>
              </a:r>
              <a:r>
                <a:rPr lang="en-US" altLang="ko-KR" sz="1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)</a:t>
              </a:r>
              <a:endPara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71" name="모서리가 둥근 직사각형 170"/>
            <p:cNvSpPr/>
            <p:nvPr/>
          </p:nvSpPr>
          <p:spPr>
            <a:xfrm>
              <a:off x="6059488" y="3757976"/>
              <a:ext cx="3977640" cy="43718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모델링</a:t>
              </a:r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, 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화면구성 및 스토리보드 작성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18" name="모서리가 둥근 직사각형 217"/>
            <p:cNvSpPr/>
            <p:nvPr/>
          </p:nvSpPr>
          <p:spPr>
            <a:xfrm>
              <a:off x="6067424" y="5214901"/>
              <a:ext cx="2082880" cy="45508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완료일 까지 개발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grpSp>
          <p:nvGrpSpPr>
            <p:cNvPr id="225" name="그룹 224"/>
            <p:cNvGrpSpPr/>
            <p:nvPr/>
          </p:nvGrpSpPr>
          <p:grpSpPr>
            <a:xfrm>
              <a:off x="638209" y="2279146"/>
              <a:ext cx="4973333" cy="3390840"/>
              <a:chOff x="1199011" y="2389839"/>
              <a:chExt cx="5335139" cy="3637521"/>
            </a:xfrm>
          </p:grpSpPr>
          <p:grpSp>
            <p:nvGrpSpPr>
              <p:cNvPr id="47" name="그룹 46"/>
              <p:cNvGrpSpPr/>
              <p:nvPr/>
            </p:nvGrpSpPr>
            <p:grpSpPr>
              <a:xfrm>
                <a:off x="1206499" y="2389839"/>
                <a:ext cx="5308601" cy="488193"/>
                <a:chOff x="1206499" y="2389839"/>
                <a:chExt cx="5308601" cy="488193"/>
              </a:xfrm>
            </p:grpSpPr>
            <p:sp>
              <p:nvSpPr>
                <p:cNvPr id="10" name="모서리가 둥근 직사각형 9"/>
                <p:cNvSpPr/>
                <p:nvPr/>
              </p:nvSpPr>
              <p:spPr>
                <a:xfrm>
                  <a:off x="1206499" y="2389839"/>
                  <a:ext cx="5308601" cy="48819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4" name="그룹 3"/>
                <p:cNvGrpSpPr/>
                <p:nvPr/>
              </p:nvGrpSpPr>
              <p:grpSpPr>
                <a:xfrm>
                  <a:off x="1230086" y="2409314"/>
                  <a:ext cx="454604" cy="449668"/>
                  <a:chOff x="4657515" y="879294"/>
                  <a:chExt cx="454604" cy="449668"/>
                </a:xfrm>
              </p:grpSpPr>
              <p:sp>
                <p:nvSpPr>
                  <p:cNvPr id="17" name="타원 16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2" name="TextBox 1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17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22" name="그룹 21"/>
                <p:cNvGrpSpPr/>
                <p:nvPr/>
              </p:nvGrpSpPr>
              <p:grpSpPr>
                <a:xfrm>
                  <a:off x="2081453" y="2409314"/>
                  <a:ext cx="454604" cy="449668"/>
                  <a:chOff x="4657515" y="879294"/>
                  <a:chExt cx="454604" cy="449668"/>
                </a:xfrm>
              </p:grpSpPr>
              <p:sp>
                <p:nvSpPr>
                  <p:cNvPr id="23" name="타원 22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18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25" name="그룹 24"/>
                <p:cNvGrpSpPr/>
                <p:nvPr/>
              </p:nvGrpSpPr>
              <p:grpSpPr>
                <a:xfrm>
                  <a:off x="2866313" y="2409314"/>
                  <a:ext cx="454604" cy="449668"/>
                  <a:chOff x="4657515" y="879294"/>
                  <a:chExt cx="454604" cy="449668"/>
                </a:xfrm>
              </p:grpSpPr>
              <p:sp>
                <p:nvSpPr>
                  <p:cNvPr id="26" name="타원 25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19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28" name="그룹 27"/>
                <p:cNvGrpSpPr/>
                <p:nvPr/>
              </p:nvGrpSpPr>
              <p:grpSpPr>
                <a:xfrm>
                  <a:off x="3676711" y="2409314"/>
                  <a:ext cx="454604" cy="449668"/>
                  <a:chOff x="4657515" y="879294"/>
                  <a:chExt cx="454604" cy="449668"/>
                </a:xfrm>
              </p:grpSpPr>
              <p:sp>
                <p:nvSpPr>
                  <p:cNvPr id="29" name="타원 28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30" name="TextBox 29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20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31" name="그룹 30"/>
                <p:cNvGrpSpPr/>
                <p:nvPr/>
              </p:nvGrpSpPr>
              <p:grpSpPr>
                <a:xfrm>
                  <a:off x="4454944" y="2409314"/>
                  <a:ext cx="454604" cy="449668"/>
                  <a:chOff x="4657515" y="879294"/>
                  <a:chExt cx="454604" cy="449668"/>
                </a:xfrm>
              </p:grpSpPr>
              <p:sp>
                <p:nvSpPr>
                  <p:cNvPr id="32" name="타원 31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21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34" name="그룹 33"/>
                <p:cNvGrpSpPr/>
                <p:nvPr/>
              </p:nvGrpSpPr>
              <p:grpSpPr>
                <a:xfrm>
                  <a:off x="5233177" y="2409101"/>
                  <a:ext cx="454604" cy="449668"/>
                  <a:chOff x="4657515" y="879294"/>
                  <a:chExt cx="454604" cy="449668"/>
                </a:xfrm>
              </p:grpSpPr>
              <p:sp>
                <p:nvSpPr>
                  <p:cNvPr id="36" name="타원 35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22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041306" y="2409101"/>
                  <a:ext cx="454604" cy="449668"/>
                  <a:chOff x="4657515" y="879294"/>
                  <a:chExt cx="454604" cy="449668"/>
                </a:xfrm>
              </p:grpSpPr>
              <p:sp>
                <p:nvSpPr>
                  <p:cNvPr id="39" name="타원 38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23</a:t>
                    </a:r>
                    <a:endParaRPr lang="ko-KR" altLang="en-US" sz="1400" dirty="0"/>
                  </a:p>
                </p:txBody>
              </p:sp>
            </p:grpSp>
          </p:grpSp>
          <p:grpSp>
            <p:nvGrpSpPr>
              <p:cNvPr id="74" name="그룹 73"/>
              <p:cNvGrpSpPr/>
              <p:nvPr/>
            </p:nvGrpSpPr>
            <p:grpSpPr>
              <a:xfrm>
                <a:off x="1206499" y="2918200"/>
                <a:ext cx="2132014" cy="488193"/>
                <a:chOff x="1206499" y="2918200"/>
                <a:chExt cx="2132014" cy="488193"/>
              </a:xfrm>
            </p:grpSpPr>
            <p:sp>
              <p:nvSpPr>
                <p:cNvPr id="49" name="모서리가 둥근 직사각형 48"/>
                <p:cNvSpPr/>
                <p:nvPr/>
              </p:nvSpPr>
              <p:spPr>
                <a:xfrm>
                  <a:off x="1206499" y="2918200"/>
                  <a:ext cx="2132014" cy="48819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50" name="그룹 49"/>
                <p:cNvGrpSpPr/>
                <p:nvPr/>
              </p:nvGrpSpPr>
              <p:grpSpPr>
                <a:xfrm>
                  <a:off x="1230085" y="2937675"/>
                  <a:ext cx="454605" cy="449668"/>
                  <a:chOff x="4657515" y="879294"/>
                  <a:chExt cx="454605" cy="449668"/>
                </a:xfrm>
              </p:grpSpPr>
              <p:sp>
                <p:nvSpPr>
                  <p:cNvPr id="69" name="타원 68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70" name="TextBox 69"/>
                  <p:cNvSpPr txBox="1"/>
                  <p:nvPr/>
                </p:nvSpPr>
                <p:spPr>
                  <a:xfrm>
                    <a:off x="4669243" y="919462"/>
                    <a:ext cx="442877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24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51" name="그룹 50"/>
                <p:cNvGrpSpPr/>
                <p:nvPr/>
              </p:nvGrpSpPr>
              <p:grpSpPr>
                <a:xfrm>
                  <a:off x="2081452" y="2937675"/>
                  <a:ext cx="454605" cy="449668"/>
                  <a:chOff x="4657515" y="879294"/>
                  <a:chExt cx="454605" cy="449668"/>
                </a:xfrm>
              </p:grpSpPr>
              <p:sp>
                <p:nvSpPr>
                  <p:cNvPr id="67" name="타원 66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68" name="TextBox 67"/>
                  <p:cNvSpPr txBox="1"/>
                  <p:nvPr/>
                </p:nvSpPr>
                <p:spPr>
                  <a:xfrm>
                    <a:off x="4669243" y="919462"/>
                    <a:ext cx="442877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25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52" name="그룹 51"/>
                <p:cNvGrpSpPr/>
                <p:nvPr/>
              </p:nvGrpSpPr>
              <p:grpSpPr>
                <a:xfrm>
                  <a:off x="2866312" y="2937675"/>
                  <a:ext cx="454605" cy="449668"/>
                  <a:chOff x="4657515" y="879294"/>
                  <a:chExt cx="454605" cy="449668"/>
                </a:xfrm>
              </p:grpSpPr>
              <p:sp>
                <p:nvSpPr>
                  <p:cNvPr id="65" name="타원 64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66" name="TextBox 65"/>
                  <p:cNvSpPr txBox="1"/>
                  <p:nvPr/>
                </p:nvSpPr>
                <p:spPr>
                  <a:xfrm>
                    <a:off x="4669243" y="919462"/>
                    <a:ext cx="442877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26</a:t>
                    </a:r>
                    <a:endParaRPr lang="ko-KR" altLang="en-US" sz="1400" dirty="0"/>
                  </a:p>
                </p:txBody>
              </p:sp>
            </p:grpSp>
          </p:grpSp>
          <p:grpSp>
            <p:nvGrpSpPr>
              <p:cNvPr id="91" name="그룹 90"/>
              <p:cNvGrpSpPr/>
              <p:nvPr/>
            </p:nvGrpSpPr>
            <p:grpSpPr>
              <a:xfrm>
                <a:off x="4390212" y="2937675"/>
                <a:ext cx="2143938" cy="488193"/>
                <a:chOff x="4390212" y="2937675"/>
                <a:chExt cx="2143938" cy="488193"/>
              </a:xfrm>
            </p:grpSpPr>
            <p:sp>
              <p:nvSpPr>
                <p:cNvPr id="76" name="모서리가 둥근 직사각형 75"/>
                <p:cNvSpPr/>
                <p:nvPr/>
              </p:nvSpPr>
              <p:spPr>
                <a:xfrm>
                  <a:off x="4390212" y="2937675"/>
                  <a:ext cx="2143938" cy="48819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77" name="그룹 76"/>
                <p:cNvGrpSpPr/>
                <p:nvPr/>
              </p:nvGrpSpPr>
              <p:grpSpPr>
                <a:xfrm>
                  <a:off x="4459692" y="2957150"/>
                  <a:ext cx="454604" cy="449668"/>
                  <a:chOff x="4657515" y="879294"/>
                  <a:chExt cx="454604" cy="449668"/>
                </a:xfrm>
                <a:solidFill>
                  <a:schemeClr val="accent1">
                    <a:lumMod val="20000"/>
                    <a:lumOff val="80000"/>
                  </a:schemeClr>
                </a:solidFill>
              </p:grpSpPr>
              <p:sp>
                <p:nvSpPr>
                  <p:cNvPr id="87" name="타원 86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88" name="TextBox 87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28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78" name="그룹 77"/>
                <p:cNvGrpSpPr/>
                <p:nvPr/>
              </p:nvGrpSpPr>
              <p:grpSpPr>
                <a:xfrm>
                  <a:off x="5233177" y="2942820"/>
                  <a:ext cx="449668" cy="449668"/>
                  <a:chOff x="4579633" y="864964"/>
                  <a:chExt cx="449668" cy="449668"/>
                </a:xfrm>
                <a:solidFill>
                  <a:schemeClr val="accent1">
                    <a:lumMod val="20000"/>
                    <a:lumOff val="80000"/>
                  </a:schemeClr>
                </a:solidFill>
              </p:grpSpPr>
              <p:sp>
                <p:nvSpPr>
                  <p:cNvPr id="85" name="타원 84"/>
                  <p:cNvSpPr/>
                  <p:nvPr/>
                </p:nvSpPr>
                <p:spPr>
                  <a:xfrm>
                    <a:off x="4579633" y="864964"/>
                    <a:ext cx="449668" cy="449668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86" name="TextBox 85"/>
                  <p:cNvSpPr txBox="1"/>
                  <p:nvPr/>
                </p:nvSpPr>
                <p:spPr>
                  <a:xfrm>
                    <a:off x="4581736" y="906455"/>
                    <a:ext cx="442877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29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79" name="그룹 78"/>
                <p:cNvGrpSpPr/>
                <p:nvPr/>
              </p:nvGrpSpPr>
              <p:grpSpPr>
                <a:xfrm>
                  <a:off x="6041306" y="2953243"/>
                  <a:ext cx="449668" cy="449668"/>
                  <a:chOff x="4602902" y="875387"/>
                  <a:chExt cx="449668" cy="449668"/>
                </a:xfrm>
                <a:solidFill>
                  <a:schemeClr val="accent1">
                    <a:lumMod val="20000"/>
                    <a:lumOff val="80000"/>
                  </a:schemeClr>
                </a:solidFill>
              </p:grpSpPr>
              <p:sp>
                <p:nvSpPr>
                  <p:cNvPr id="83" name="타원 82"/>
                  <p:cNvSpPr/>
                  <p:nvPr/>
                </p:nvSpPr>
                <p:spPr>
                  <a:xfrm>
                    <a:off x="4602902" y="875387"/>
                    <a:ext cx="449668" cy="449668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84" name="TextBox 83"/>
                  <p:cNvSpPr txBox="1"/>
                  <p:nvPr/>
                </p:nvSpPr>
                <p:spPr>
                  <a:xfrm>
                    <a:off x="4602902" y="90513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30</a:t>
                    </a:r>
                    <a:endParaRPr lang="ko-KR" altLang="en-US" sz="1400" dirty="0"/>
                  </a:p>
                </p:txBody>
              </p:sp>
            </p:grpSp>
          </p:grpSp>
          <p:sp>
            <p:nvSpPr>
              <p:cNvPr id="105" name="타원 104"/>
              <p:cNvSpPr/>
              <p:nvPr/>
            </p:nvSpPr>
            <p:spPr>
              <a:xfrm>
                <a:off x="3676711" y="2957150"/>
                <a:ext cx="449668" cy="44966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06" name="TextBox 105"/>
              <p:cNvSpPr txBox="1"/>
              <p:nvPr/>
            </p:nvSpPr>
            <p:spPr>
              <a:xfrm>
                <a:off x="3696975" y="3005207"/>
                <a:ext cx="411333" cy="3301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 smtClean="0"/>
                  <a:t>27</a:t>
                </a:r>
                <a:endParaRPr lang="ko-KR" altLang="en-US" sz="1400" dirty="0"/>
              </a:p>
            </p:txBody>
          </p:sp>
          <p:grpSp>
            <p:nvGrpSpPr>
              <p:cNvPr id="130" name="그룹 129"/>
              <p:cNvGrpSpPr/>
              <p:nvPr/>
            </p:nvGrpSpPr>
            <p:grpSpPr>
              <a:xfrm>
                <a:off x="1206500" y="3466733"/>
                <a:ext cx="3764894" cy="488193"/>
                <a:chOff x="1206500" y="3466733"/>
                <a:chExt cx="3764894" cy="488193"/>
              </a:xfrm>
            </p:grpSpPr>
            <p:grpSp>
              <p:nvGrpSpPr>
                <p:cNvPr id="92" name="그룹 91"/>
                <p:cNvGrpSpPr/>
                <p:nvPr/>
              </p:nvGrpSpPr>
              <p:grpSpPr>
                <a:xfrm>
                  <a:off x="1206500" y="3466733"/>
                  <a:ext cx="3764894" cy="488193"/>
                  <a:chOff x="4436107" y="2937675"/>
                  <a:chExt cx="3764894" cy="488193"/>
                </a:xfrm>
              </p:grpSpPr>
              <p:sp>
                <p:nvSpPr>
                  <p:cNvPr id="93" name="모서리가 둥근 직사각형 92"/>
                  <p:cNvSpPr/>
                  <p:nvPr/>
                </p:nvSpPr>
                <p:spPr>
                  <a:xfrm>
                    <a:off x="4436107" y="2937675"/>
                    <a:ext cx="3764894" cy="48819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grpSp>
                <p:nvGrpSpPr>
                  <p:cNvPr id="94" name="그룹 93"/>
                  <p:cNvGrpSpPr/>
                  <p:nvPr/>
                </p:nvGrpSpPr>
                <p:grpSpPr>
                  <a:xfrm>
                    <a:off x="4459692" y="2957150"/>
                    <a:ext cx="454604" cy="449668"/>
                    <a:chOff x="4657515" y="879294"/>
                    <a:chExt cx="454604" cy="449668"/>
                  </a:xfrm>
                  <a:solidFill>
                    <a:schemeClr val="accent1">
                      <a:lumMod val="20000"/>
                      <a:lumOff val="80000"/>
                    </a:schemeClr>
                  </a:solidFill>
                </p:grpSpPr>
                <p:sp>
                  <p:nvSpPr>
                    <p:cNvPr id="101" name="타원 100"/>
                    <p:cNvSpPr/>
                    <p:nvPr/>
                  </p:nvSpPr>
                  <p:spPr>
                    <a:xfrm>
                      <a:off x="4657515" y="879294"/>
                      <a:ext cx="449668" cy="449668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600" dirty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  <p:sp>
                  <p:nvSpPr>
                    <p:cNvPr id="102" name="TextBox 101"/>
                    <p:cNvSpPr txBox="1"/>
                    <p:nvPr/>
                  </p:nvSpPr>
                  <p:spPr>
                    <a:xfrm>
                      <a:off x="4669243" y="919462"/>
                      <a:ext cx="442876" cy="3554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ko-KR" sz="1400" dirty="0" smtClean="0"/>
                        <a:t>31</a:t>
                      </a:r>
                      <a:endParaRPr lang="ko-KR" altLang="en-US" sz="1400" dirty="0"/>
                    </a:p>
                  </p:txBody>
                </p:sp>
              </p:grpSp>
              <p:grpSp>
                <p:nvGrpSpPr>
                  <p:cNvPr id="95" name="그룹 94"/>
                  <p:cNvGrpSpPr/>
                  <p:nvPr/>
                </p:nvGrpSpPr>
                <p:grpSpPr>
                  <a:xfrm>
                    <a:off x="5308956" y="2955827"/>
                    <a:ext cx="449667" cy="449668"/>
                    <a:chOff x="4655412" y="877971"/>
                    <a:chExt cx="449667" cy="449668"/>
                  </a:xfrm>
                  <a:solidFill>
                    <a:schemeClr val="accent1">
                      <a:lumMod val="20000"/>
                      <a:lumOff val="80000"/>
                    </a:schemeClr>
                  </a:solidFill>
                </p:grpSpPr>
                <p:sp>
                  <p:nvSpPr>
                    <p:cNvPr id="99" name="타원 98"/>
                    <p:cNvSpPr/>
                    <p:nvPr/>
                  </p:nvSpPr>
                  <p:spPr>
                    <a:xfrm>
                      <a:off x="4655412" y="877971"/>
                      <a:ext cx="449667" cy="449668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600" dirty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  <p:sp>
                  <p:nvSpPr>
                    <p:cNvPr id="100" name="TextBox 99"/>
                    <p:cNvSpPr txBox="1"/>
                    <p:nvPr/>
                  </p:nvSpPr>
                  <p:spPr>
                    <a:xfrm>
                      <a:off x="4724594" y="919180"/>
                      <a:ext cx="328084" cy="35548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p:txBody>
                </p:sp>
              </p:grpSp>
            </p:grpSp>
            <p:sp>
              <p:nvSpPr>
                <p:cNvPr id="110" name="타원 109"/>
                <p:cNvSpPr/>
                <p:nvPr/>
              </p:nvSpPr>
              <p:spPr>
                <a:xfrm>
                  <a:off x="2864209" y="3484885"/>
                  <a:ext cx="449668" cy="449668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11" name="TextBox 110"/>
                <p:cNvSpPr txBox="1"/>
                <p:nvPr/>
              </p:nvSpPr>
              <p:spPr>
                <a:xfrm>
                  <a:off x="2934185" y="3525053"/>
                  <a:ext cx="328084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2</a:t>
                  </a:r>
                  <a:endParaRPr lang="ko-KR" altLang="en-US" sz="1400" dirty="0"/>
                </a:p>
              </p:txBody>
            </p:sp>
            <p:sp>
              <p:nvSpPr>
                <p:cNvPr id="112" name="타원 111"/>
                <p:cNvSpPr/>
                <p:nvPr/>
              </p:nvSpPr>
              <p:spPr>
                <a:xfrm>
                  <a:off x="3676711" y="3490439"/>
                  <a:ext cx="449668" cy="449668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13" name="TextBox 112"/>
                <p:cNvSpPr txBox="1"/>
                <p:nvPr/>
              </p:nvSpPr>
              <p:spPr>
                <a:xfrm>
                  <a:off x="3746811" y="3525053"/>
                  <a:ext cx="328084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3</a:t>
                  </a:r>
                  <a:endParaRPr lang="ko-KR" altLang="en-US" sz="1400" dirty="0"/>
                </a:p>
              </p:txBody>
            </p:sp>
            <p:sp>
              <p:nvSpPr>
                <p:cNvPr id="114" name="타원 113"/>
                <p:cNvSpPr/>
                <p:nvPr/>
              </p:nvSpPr>
              <p:spPr>
                <a:xfrm>
                  <a:off x="4466882" y="3484885"/>
                  <a:ext cx="449668" cy="449668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15" name="TextBox 114"/>
                <p:cNvSpPr txBox="1"/>
                <p:nvPr/>
              </p:nvSpPr>
              <p:spPr>
                <a:xfrm>
                  <a:off x="4534738" y="3525053"/>
                  <a:ext cx="333640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b="1" dirty="0" smtClean="0"/>
                    <a:t>4</a:t>
                  </a:r>
                  <a:endParaRPr lang="ko-KR" altLang="en-US" sz="1400" b="1" dirty="0"/>
                </a:p>
              </p:txBody>
            </p:sp>
          </p:grpSp>
          <p:sp>
            <p:nvSpPr>
              <p:cNvPr id="116" name="타원 115"/>
              <p:cNvSpPr/>
              <p:nvPr/>
            </p:nvSpPr>
            <p:spPr>
              <a:xfrm>
                <a:off x="5233177" y="3484885"/>
                <a:ext cx="449668" cy="44966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5295571" y="3525054"/>
                <a:ext cx="328084" cy="355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 smtClean="0"/>
                  <a:t>5</a:t>
                </a:r>
                <a:endParaRPr lang="ko-KR" altLang="en-US" sz="1400" dirty="0"/>
              </a:p>
            </p:txBody>
          </p:sp>
          <p:grpSp>
            <p:nvGrpSpPr>
              <p:cNvPr id="150" name="그룹 149"/>
              <p:cNvGrpSpPr/>
              <p:nvPr/>
            </p:nvGrpSpPr>
            <p:grpSpPr>
              <a:xfrm>
                <a:off x="1206499" y="3977426"/>
                <a:ext cx="5311776" cy="488193"/>
                <a:chOff x="1206499" y="3977426"/>
                <a:chExt cx="5311776" cy="488193"/>
              </a:xfrm>
            </p:grpSpPr>
            <p:grpSp>
              <p:nvGrpSpPr>
                <p:cNvPr id="131" name="그룹 130"/>
                <p:cNvGrpSpPr/>
                <p:nvPr/>
              </p:nvGrpSpPr>
              <p:grpSpPr>
                <a:xfrm>
                  <a:off x="1206499" y="3977426"/>
                  <a:ext cx="5311776" cy="488193"/>
                  <a:chOff x="1206500" y="3466733"/>
                  <a:chExt cx="5311776" cy="488193"/>
                </a:xfrm>
              </p:grpSpPr>
              <p:grpSp>
                <p:nvGrpSpPr>
                  <p:cNvPr id="132" name="그룹 131"/>
                  <p:cNvGrpSpPr/>
                  <p:nvPr/>
                </p:nvGrpSpPr>
                <p:grpSpPr>
                  <a:xfrm>
                    <a:off x="1206500" y="3466733"/>
                    <a:ext cx="5311776" cy="488193"/>
                    <a:chOff x="4436107" y="2937675"/>
                    <a:chExt cx="5311776" cy="488193"/>
                  </a:xfrm>
                </p:grpSpPr>
                <p:sp>
                  <p:nvSpPr>
                    <p:cNvPr id="139" name="모서리가 둥근 직사각형 138"/>
                    <p:cNvSpPr/>
                    <p:nvPr/>
                  </p:nvSpPr>
                  <p:spPr>
                    <a:xfrm>
                      <a:off x="4436107" y="2937675"/>
                      <a:ext cx="5311776" cy="488193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grpSp>
                  <p:nvGrpSpPr>
                    <p:cNvPr id="140" name="그룹 139"/>
                    <p:cNvGrpSpPr/>
                    <p:nvPr/>
                  </p:nvGrpSpPr>
                  <p:grpSpPr>
                    <a:xfrm>
                      <a:off x="4459692" y="2957150"/>
                      <a:ext cx="449668" cy="449668"/>
                      <a:chOff x="4657515" y="879294"/>
                      <a:chExt cx="449668" cy="449668"/>
                    </a:xfrm>
                    <a:solidFill>
                      <a:schemeClr val="accent1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144" name="타원 143"/>
                      <p:cNvSpPr/>
                      <p:nvPr/>
                    </p:nvSpPr>
                    <p:spPr>
                      <a:xfrm>
                        <a:off x="4657515" y="879294"/>
                        <a:ext cx="449668" cy="4496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600" dirty="0">
                          <a:solidFill>
                            <a:sysClr val="windowText" lastClr="000000"/>
                          </a:solidFill>
                        </a:endParaRPr>
                      </a:p>
                    </p:txBody>
                  </p:sp>
                  <p:sp>
                    <p:nvSpPr>
                      <p:cNvPr id="145" name="TextBox 144"/>
                      <p:cNvSpPr txBox="1"/>
                      <p:nvPr/>
                    </p:nvSpPr>
                    <p:spPr>
                      <a:xfrm>
                        <a:off x="4722344" y="918867"/>
                        <a:ext cx="328084" cy="3554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ko-KR" sz="1400" dirty="0"/>
                          <a:t>7</a:t>
                        </a:r>
                        <a:endParaRPr lang="ko-KR" altLang="en-US" sz="1400" dirty="0"/>
                      </a:p>
                    </p:txBody>
                  </p:sp>
                </p:grpSp>
                <p:grpSp>
                  <p:nvGrpSpPr>
                    <p:cNvPr id="141" name="그룹 140"/>
                    <p:cNvGrpSpPr/>
                    <p:nvPr/>
                  </p:nvGrpSpPr>
                  <p:grpSpPr>
                    <a:xfrm>
                      <a:off x="5308956" y="2955827"/>
                      <a:ext cx="449668" cy="449668"/>
                      <a:chOff x="4655412" y="877971"/>
                      <a:chExt cx="449668" cy="449668"/>
                    </a:xfrm>
                    <a:solidFill>
                      <a:schemeClr val="accent1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142" name="타원 141"/>
                      <p:cNvSpPr/>
                      <p:nvPr/>
                    </p:nvSpPr>
                    <p:spPr>
                      <a:xfrm>
                        <a:off x="4655412" y="877971"/>
                        <a:ext cx="449668" cy="4496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600" dirty="0">
                          <a:solidFill>
                            <a:sysClr val="windowText" lastClr="000000"/>
                          </a:solidFill>
                        </a:endParaRPr>
                      </a:p>
                    </p:txBody>
                  </p:sp>
                  <p:sp>
                    <p:nvSpPr>
                      <p:cNvPr id="143" name="TextBox 142"/>
                      <p:cNvSpPr txBox="1"/>
                      <p:nvPr/>
                    </p:nvSpPr>
                    <p:spPr>
                      <a:xfrm>
                        <a:off x="4724594" y="919180"/>
                        <a:ext cx="328084" cy="3554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ko-KR" sz="1400" dirty="0" smtClean="0"/>
                          <a:t>8</a:t>
                        </a:r>
                        <a:endParaRPr lang="ko-KR" altLang="en-US" sz="1400" dirty="0"/>
                      </a:p>
                    </p:txBody>
                  </p:sp>
                </p:grpSp>
              </p:grpSp>
              <p:sp>
                <p:nvSpPr>
                  <p:cNvPr id="133" name="타원 132"/>
                  <p:cNvSpPr/>
                  <p:nvPr/>
                </p:nvSpPr>
                <p:spPr>
                  <a:xfrm>
                    <a:off x="2864209" y="3484885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34" name="TextBox 133"/>
                  <p:cNvSpPr txBox="1"/>
                  <p:nvPr/>
                </p:nvSpPr>
                <p:spPr>
                  <a:xfrm>
                    <a:off x="2934185" y="3525053"/>
                    <a:ext cx="328084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/>
                      <a:t>9</a:t>
                    </a:r>
                    <a:endParaRPr lang="ko-KR" altLang="en-US" sz="1400" dirty="0"/>
                  </a:p>
                </p:txBody>
              </p:sp>
              <p:sp>
                <p:nvSpPr>
                  <p:cNvPr id="135" name="타원 134"/>
                  <p:cNvSpPr/>
                  <p:nvPr/>
                </p:nvSpPr>
                <p:spPr>
                  <a:xfrm>
                    <a:off x="3676711" y="3490439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36" name="TextBox 135"/>
                  <p:cNvSpPr txBox="1"/>
                  <p:nvPr/>
                </p:nvSpPr>
                <p:spPr>
                  <a:xfrm>
                    <a:off x="3688440" y="3521886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10</a:t>
                    </a:r>
                    <a:endParaRPr lang="ko-KR" altLang="en-US" sz="1400" dirty="0"/>
                  </a:p>
                </p:txBody>
              </p:sp>
              <p:sp>
                <p:nvSpPr>
                  <p:cNvPr id="137" name="타원 136"/>
                  <p:cNvSpPr/>
                  <p:nvPr/>
                </p:nvSpPr>
                <p:spPr>
                  <a:xfrm>
                    <a:off x="4466882" y="3484885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38" name="TextBox 137"/>
                  <p:cNvSpPr txBox="1"/>
                  <p:nvPr/>
                </p:nvSpPr>
                <p:spPr>
                  <a:xfrm>
                    <a:off x="4480359" y="3521886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11</a:t>
                    </a:r>
                    <a:endParaRPr lang="ko-KR" altLang="en-US" sz="1400" dirty="0"/>
                  </a:p>
                </p:txBody>
              </p:sp>
            </p:grpSp>
            <p:sp>
              <p:nvSpPr>
                <p:cNvPr id="146" name="타원 145"/>
                <p:cNvSpPr/>
                <p:nvPr/>
              </p:nvSpPr>
              <p:spPr>
                <a:xfrm>
                  <a:off x="5231428" y="4000069"/>
                  <a:ext cx="449668" cy="44966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47" name="TextBox 146"/>
                <p:cNvSpPr txBox="1"/>
                <p:nvPr/>
              </p:nvSpPr>
              <p:spPr>
                <a:xfrm>
                  <a:off x="5244905" y="4037070"/>
                  <a:ext cx="442877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12</a:t>
                  </a:r>
                  <a:endParaRPr lang="ko-KR" altLang="en-US" sz="1400" dirty="0"/>
                </a:p>
              </p:txBody>
            </p:sp>
            <p:sp>
              <p:nvSpPr>
                <p:cNvPr id="148" name="타원 147"/>
                <p:cNvSpPr/>
                <p:nvPr/>
              </p:nvSpPr>
              <p:spPr>
                <a:xfrm>
                  <a:off x="6038220" y="4002897"/>
                  <a:ext cx="449668" cy="44966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49" name="TextBox 148"/>
                <p:cNvSpPr txBox="1"/>
                <p:nvPr/>
              </p:nvSpPr>
              <p:spPr>
                <a:xfrm>
                  <a:off x="6051697" y="4039899"/>
                  <a:ext cx="442877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13</a:t>
                  </a:r>
                  <a:endParaRPr lang="ko-KR" altLang="en-US" sz="1400" dirty="0"/>
                </a:p>
              </p:txBody>
            </p:sp>
          </p:grpSp>
          <p:grpSp>
            <p:nvGrpSpPr>
              <p:cNvPr id="151" name="그룹 150"/>
              <p:cNvGrpSpPr/>
              <p:nvPr/>
            </p:nvGrpSpPr>
            <p:grpSpPr>
              <a:xfrm>
                <a:off x="1206499" y="4491002"/>
                <a:ext cx="5311776" cy="488193"/>
                <a:chOff x="1206499" y="3977426"/>
                <a:chExt cx="5311776" cy="488193"/>
              </a:xfrm>
            </p:grpSpPr>
            <p:grpSp>
              <p:nvGrpSpPr>
                <p:cNvPr id="152" name="그룹 151"/>
                <p:cNvGrpSpPr/>
                <p:nvPr/>
              </p:nvGrpSpPr>
              <p:grpSpPr>
                <a:xfrm>
                  <a:off x="1206499" y="3977426"/>
                  <a:ext cx="5311776" cy="488193"/>
                  <a:chOff x="1206500" y="3466733"/>
                  <a:chExt cx="5311776" cy="488193"/>
                </a:xfrm>
              </p:grpSpPr>
              <p:grpSp>
                <p:nvGrpSpPr>
                  <p:cNvPr id="157" name="그룹 156"/>
                  <p:cNvGrpSpPr/>
                  <p:nvPr/>
                </p:nvGrpSpPr>
                <p:grpSpPr>
                  <a:xfrm>
                    <a:off x="1206500" y="3466733"/>
                    <a:ext cx="5311776" cy="488193"/>
                    <a:chOff x="4436107" y="2937675"/>
                    <a:chExt cx="5311776" cy="488193"/>
                  </a:xfrm>
                </p:grpSpPr>
                <p:sp>
                  <p:nvSpPr>
                    <p:cNvPr id="164" name="모서리가 둥근 직사각형 163"/>
                    <p:cNvSpPr/>
                    <p:nvPr/>
                  </p:nvSpPr>
                  <p:spPr>
                    <a:xfrm>
                      <a:off x="4436107" y="2937675"/>
                      <a:ext cx="5311776" cy="488193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grpSp>
                  <p:nvGrpSpPr>
                    <p:cNvPr id="165" name="그룹 164"/>
                    <p:cNvGrpSpPr/>
                    <p:nvPr/>
                  </p:nvGrpSpPr>
                  <p:grpSpPr>
                    <a:xfrm>
                      <a:off x="4459692" y="2957150"/>
                      <a:ext cx="450654" cy="449668"/>
                      <a:chOff x="4657515" y="879294"/>
                      <a:chExt cx="450654" cy="449668"/>
                    </a:xfrm>
                    <a:solidFill>
                      <a:schemeClr val="accent1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169" name="타원 168"/>
                      <p:cNvSpPr/>
                      <p:nvPr/>
                    </p:nvSpPr>
                    <p:spPr>
                      <a:xfrm>
                        <a:off x="4657515" y="879294"/>
                        <a:ext cx="449668" cy="4496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600" dirty="0">
                          <a:solidFill>
                            <a:sysClr val="windowText" lastClr="000000"/>
                          </a:solidFill>
                        </a:endParaRPr>
                      </a:p>
                    </p:txBody>
                  </p:sp>
                  <p:sp>
                    <p:nvSpPr>
                      <p:cNvPr id="170" name="TextBox 169"/>
                      <p:cNvSpPr txBox="1"/>
                      <p:nvPr/>
                    </p:nvSpPr>
                    <p:spPr>
                      <a:xfrm>
                        <a:off x="4665293" y="914972"/>
                        <a:ext cx="442876" cy="3554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ko-KR" sz="1400" dirty="0" smtClean="0"/>
                          <a:t>14</a:t>
                        </a:r>
                        <a:endParaRPr lang="ko-KR" altLang="en-US" sz="1400" dirty="0"/>
                      </a:p>
                    </p:txBody>
                  </p:sp>
                </p:grpSp>
                <p:grpSp>
                  <p:nvGrpSpPr>
                    <p:cNvPr id="166" name="그룹 165"/>
                    <p:cNvGrpSpPr/>
                    <p:nvPr/>
                  </p:nvGrpSpPr>
                  <p:grpSpPr>
                    <a:xfrm>
                      <a:off x="5308956" y="2955827"/>
                      <a:ext cx="449668" cy="449668"/>
                      <a:chOff x="4655412" y="877971"/>
                      <a:chExt cx="449668" cy="449668"/>
                    </a:xfrm>
                    <a:solidFill>
                      <a:schemeClr val="accent1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167" name="타원 166"/>
                      <p:cNvSpPr/>
                      <p:nvPr/>
                    </p:nvSpPr>
                    <p:spPr>
                      <a:xfrm>
                        <a:off x="4655412" y="877971"/>
                        <a:ext cx="449668" cy="4496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600" dirty="0">
                          <a:solidFill>
                            <a:sysClr val="windowText" lastClr="000000"/>
                          </a:solidFill>
                        </a:endParaRPr>
                      </a:p>
                    </p:txBody>
                  </p:sp>
                  <p:sp>
                    <p:nvSpPr>
                      <p:cNvPr id="168" name="TextBox 167"/>
                      <p:cNvSpPr txBox="1"/>
                      <p:nvPr/>
                    </p:nvSpPr>
                    <p:spPr>
                      <a:xfrm>
                        <a:off x="4661276" y="916270"/>
                        <a:ext cx="442876" cy="3554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ko-KR" sz="1400" dirty="0" smtClean="0"/>
                          <a:t>15</a:t>
                        </a:r>
                        <a:endParaRPr lang="ko-KR" altLang="en-US" sz="1400" dirty="0"/>
                      </a:p>
                    </p:txBody>
                  </p:sp>
                </p:grpSp>
              </p:grpSp>
              <p:sp>
                <p:nvSpPr>
                  <p:cNvPr id="158" name="타원 157"/>
                  <p:cNvSpPr/>
                  <p:nvPr/>
                </p:nvSpPr>
                <p:spPr>
                  <a:xfrm>
                    <a:off x="2864209" y="3484885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59" name="TextBox 158"/>
                  <p:cNvSpPr txBox="1"/>
                  <p:nvPr/>
                </p:nvSpPr>
                <p:spPr>
                  <a:xfrm>
                    <a:off x="2870882" y="3519358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16</a:t>
                    </a:r>
                    <a:endParaRPr lang="ko-KR" altLang="en-US" sz="1400" dirty="0"/>
                  </a:p>
                </p:txBody>
              </p:sp>
              <p:sp>
                <p:nvSpPr>
                  <p:cNvPr id="160" name="타원 159"/>
                  <p:cNvSpPr/>
                  <p:nvPr/>
                </p:nvSpPr>
                <p:spPr>
                  <a:xfrm>
                    <a:off x="3676711" y="3490439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61" name="TextBox 160"/>
                  <p:cNvSpPr txBox="1"/>
                  <p:nvPr/>
                </p:nvSpPr>
                <p:spPr>
                  <a:xfrm>
                    <a:off x="3688440" y="3521886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17</a:t>
                    </a:r>
                    <a:endParaRPr lang="ko-KR" altLang="en-US" sz="1400" dirty="0"/>
                  </a:p>
                </p:txBody>
              </p:sp>
              <p:sp>
                <p:nvSpPr>
                  <p:cNvPr id="162" name="타원 161"/>
                  <p:cNvSpPr/>
                  <p:nvPr/>
                </p:nvSpPr>
                <p:spPr>
                  <a:xfrm>
                    <a:off x="4466882" y="3484885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63" name="TextBox 162"/>
                  <p:cNvSpPr txBox="1"/>
                  <p:nvPr/>
                </p:nvSpPr>
                <p:spPr>
                  <a:xfrm>
                    <a:off x="4480359" y="3521886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18</a:t>
                    </a:r>
                    <a:endParaRPr lang="ko-KR" altLang="en-US" sz="1400" dirty="0"/>
                  </a:p>
                </p:txBody>
              </p:sp>
            </p:grpSp>
            <p:sp>
              <p:nvSpPr>
                <p:cNvPr id="153" name="타원 152"/>
                <p:cNvSpPr/>
                <p:nvPr/>
              </p:nvSpPr>
              <p:spPr>
                <a:xfrm>
                  <a:off x="5231428" y="4000069"/>
                  <a:ext cx="449668" cy="44966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54" name="TextBox 153"/>
                <p:cNvSpPr txBox="1"/>
                <p:nvPr/>
              </p:nvSpPr>
              <p:spPr>
                <a:xfrm>
                  <a:off x="5244905" y="4037070"/>
                  <a:ext cx="442877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19</a:t>
                  </a:r>
                  <a:endParaRPr lang="ko-KR" altLang="en-US" sz="1400" dirty="0"/>
                </a:p>
              </p:txBody>
            </p:sp>
            <p:sp>
              <p:nvSpPr>
                <p:cNvPr id="155" name="타원 154"/>
                <p:cNvSpPr/>
                <p:nvPr/>
              </p:nvSpPr>
              <p:spPr>
                <a:xfrm>
                  <a:off x="6038220" y="4002897"/>
                  <a:ext cx="449668" cy="44966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56" name="TextBox 155"/>
                <p:cNvSpPr txBox="1"/>
                <p:nvPr/>
              </p:nvSpPr>
              <p:spPr>
                <a:xfrm>
                  <a:off x="6051697" y="4039899"/>
                  <a:ext cx="442877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20</a:t>
                  </a:r>
                  <a:endParaRPr lang="ko-KR" altLang="en-US" sz="1400" dirty="0"/>
                </a:p>
              </p:txBody>
            </p:sp>
          </p:grpSp>
          <p:grpSp>
            <p:nvGrpSpPr>
              <p:cNvPr id="172" name="그룹 171"/>
              <p:cNvGrpSpPr/>
              <p:nvPr/>
            </p:nvGrpSpPr>
            <p:grpSpPr>
              <a:xfrm>
                <a:off x="1204912" y="5025591"/>
                <a:ext cx="5288074" cy="488193"/>
                <a:chOff x="1206500" y="3977426"/>
                <a:chExt cx="5288074" cy="488193"/>
              </a:xfrm>
            </p:grpSpPr>
            <p:grpSp>
              <p:nvGrpSpPr>
                <p:cNvPr id="173" name="그룹 172"/>
                <p:cNvGrpSpPr/>
                <p:nvPr/>
              </p:nvGrpSpPr>
              <p:grpSpPr>
                <a:xfrm>
                  <a:off x="1206500" y="3977426"/>
                  <a:ext cx="3760788" cy="488193"/>
                  <a:chOff x="1206501" y="3466733"/>
                  <a:chExt cx="3760788" cy="488193"/>
                </a:xfrm>
              </p:grpSpPr>
              <p:grpSp>
                <p:nvGrpSpPr>
                  <p:cNvPr id="178" name="그룹 177"/>
                  <p:cNvGrpSpPr/>
                  <p:nvPr/>
                </p:nvGrpSpPr>
                <p:grpSpPr>
                  <a:xfrm>
                    <a:off x="1206501" y="3466733"/>
                    <a:ext cx="3760788" cy="488193"/>
                    <a:chOff x="4436108" y="2937675"/>
                    <a:chExt cx="3760788" cy="488193"/>
                  </a:xfrm>
                </p:grpSpPr>
                <p:sp>
                  <p:nvSpPr>
                    <p:cNvPr id="185" name="모서리가 둥근 직사각형 184"/>
                    <p:cNvSpPr/>
                    <p:nvPr/>
                  </p:nvSpPr>
                  <p:spPr>
                    <a:xfrm>
                      <a:off x="4436108" y="2937675"/>
                      <a:ext cx="3760788" cy="488193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grpSp>
                  <p:nvGrpSpPr>
                    <p:cNvPr id="186" name="그룹 185"/>
                    <p:cNvGrpSpPr/>
                    <p:nvPr/>
                  </p:nvGrpSpPr>
                  <p:grpSpPr>
                    <a:xfrm>
                      <a:off x="4459692" y="2957150"/>
                      <a:ext cx="450654" cy="449668"/>
                      <a:chOff x="4657515" y="879294"/>
                      <a:chExt cx="450654" cy="449668"/>
                    </a:xfrm>
                    <a:solidFill>
                      <a:schemeClr val="accent1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190" name="타원 189"/>
                      <p:cNvSpPr/>
                      <p:nvPr/>
                    </p:nvSpPr>
                    <p:spPr>
                      <a:xfrm>
                        <a:off x="4657515" y="879294"/>
                        <a:ext cx="449668" cy="4496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600" dirty="0">
                          <a:solidFill>
                            <a:sysClr val="windowText" lastClr="000000"/>
                          </a:solidFill>
                        </a:endParaRPr>
                      </a:p>
                    </p:txBody>
                  </p:sp>
                  <p:sp>
                    <p:nvSpPr>
                      <p:cNvPr id="191" name="TextBox 190"/>
                      <p:cNvSpPr txBox="1"/>
                      <p:nvPr/>
                    </p:nvSpPr>
                    <p:spPr>
                      <a:xfrm>
                        <a:off x="4665293" y="914972"/>
                        <a:ext cx="442876" cy="3554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ko-KR" sz="1400" dirty="0" smtClean="0"/>
                          <a:t>21</a:t>
                        </a:r>
                        <a:endParaRPr lang="ko-KR" altLang="en-US" sz="1400" dirty="0"/>
                      </a:p>
                    </p:txBody>
                  </p:sp>
                </p:grpSp>
                <p:grpSp>
                  <p:nvGrpSpPr>
                    <p:cNvPr id="187" name="그룹 186"/>
                    <p:cNvGrpSpPr/>
                    <p:nvPr/>
                  </p:nvGrpSpPr>
                  <p:grpSpPr>
                    <a:xfrm>
                      <a:off x="5308956" y="2955827"/>
                      <a:ext cx="449668" cy="449668"/>
                      <a:chOff x="4655412" y="877971"/>
                      <a:chExt cx="449668" cy="449668"/>
                    </a:xfrm>
                    <a:solidFill>
                      <a:schemeClr val="accent1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188" name="타원 187"/>
                      <p:cNvSpPr/>
                      <p:nvPr/>
                    </p:nvSpPr>
                    <p:spPr>
                      <a:xfrm>
                        <a:off x="4655412" y="877971"/>
                        <a:ext cx="449668" cy="4496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1905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600" dirty="0">
                          <a:solidFill>
                            <a:sysClr val="windowText" lastClr="000000"/>
                          </a:solidFill>
                        </a:endParaRPr>
                      </a:p>
                    </p:txBody>
                  </p:sp>
                  <p:sp>
                    <p:nvSpPr>
                      <p:cNvPr id="189" name="TextBox 188"/>
                      <p:cNvSpPr txBox="1"/>
                      <p:nvPr/>
                    </p:nvSpPr>
                    <p:spPr>
                      <a:xfrm>
                        <a:off x="4661276" y="916270"/>
                        <a:ext cx="442876" cy="3554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ko-KR" sz="1400" dirty="0" smtClean="0"/>
                          <a:t>22</a:t>
                        </a:r>
                        <a:endParaRPr lang="ko-KR" altLang="en-US" sz="1400" dirty="0"/>
                      </a:p>
                    </p:txBody>
                  </p:sp>
                </p:grpSp>
              </p:grpSp>
              <p:sp>
                <p:nvSpPr>
                  <p:cNvPr id="179" name="타원 178"/>
                  <p:cNvSpPr/>
                  <p:nvPr/>
                </p:nvSpPr>
                <p:spPr>
                  <a:xfrm>
                    <a:off x="2864209" y="3484885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80" name="TextBox 179"/>
                  <p:cNvSpPr txBox="1"/>
                  <p:nvPr/>
                </p:nvSpPr>
                <p:spPr>
                  <a:xfrm>
                    <a:off x="2870882" y="3519358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23</a:t>
                    </a:r>
                    <a:endParaRPr lang="ko-KR" altLang="en-US" sz="1400" dirty="0"/>
                  </a:p>
                </p:txBody>
              </p:sp>
              <p:sp>
                <p:nvSpPr>
                  <p:cNvPr id="181" name="타원 180"/>
                  <p:cNvSpPr/>
                  <p:nvPr/>
                </p:nvSpPr>
                <p:spPr>
                  <a:xfrm>
                    <a:off x="3676711" y="3490439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82" name="TextBox 181"/>
                  <p:cNvSpPr txBox="1"/>
                  <p:nvPr/>
                </p:nvSpPr>
                <p:spPr>
                  <a:xfrm>
                    <a:off x="3688440" y="3521886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24</a:t>
                    </a:r>
                    <a:endParaRPr lang="ko-KR" altLang="en-US" sz="1400" dirty="0"/>
                  </a:p>
                </p:txBody>
              </p:sp>
              <p:sp>
                <p:nvSpPr>
                  <p:cNvPr id="183" name="타원 182"/>
                  <p:cNvSpPr/>
                  <p:nvPr/>
                </p:nvSpPr>
                <p:spPr>
                  <a:xfrm>
                    <a:off x="4466882" y="3484885"/>
                    <a:ext cx="449668" cy="44966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84" name="TextBox 183"/>
                  <p:cNvSpPr txBox="1"/>
                  <p:nvPr/>
                </p:nvSpPr>
                <p:spPr>
                  <a:xfrm>
                    <a:off x="4480359" y="3521886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25</a:t>
                    </a:r>
                    <a:endParaRPr lang="ko-KR" altLang="en-US" sz="1400" dirty="0"/>
                  </a:p>
                </p:txBody>
              </p:sp>
            </p:grpSp>
            <p:sp>
              <p:nvSpPr>
                <p:cNvPr id="174" name="타원 173"/>
                <p:cNvSpPr/>
                <p:nvPr/>
              </p:nvSpPr>
              <p:spPr>
                <a:xfrm>
                  <a:off x="5231428" y="4000069"/>
                  <a:ext cx="449668" cy="44966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75" name="TextBox 174"/>
                <p:cNvSpPr txBox="1"/>
                <p:nvPr/>
              </p:nvSpPr>
              <p:spPr>
                <a:xfrm>
                  <a:off x="5244905" y="4037070"/>
                  <a:ext cx="442877" cy="3554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26</a:t>
                  </a:r>
                  <a:endParaRPr lang="ko-KR" altLang="en-US" sz="1400" dirty="0"/>
                </a:p>
              </p:txBody>
            </p:sp>
            <p:sp>
              <p:nvSpPr>
                <p:cNvPr id="176" name="타원 175"/>
                <p:cNvSpPr/>
                <p:nvPr/>
              </p:nvSpPr>
              <p:spPr>
                <a:xfrm>
                  <a:off x="6038220" y="4002897"/>
                  <a:ext cx="449668" cy="44966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77" name="TextBox 176"/>
                <p:cNvSpPr txBox="1"/>
                <p:nvPr/>
              </p:nvSpPr>
              <p:spPr>
                <a:xfrm>
                  <a:off x="6051697" y="4039899"/>
                  <a:ext cx="442877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27</a:t>
                  </a:r>
                  <a:endParaRPr lang="ko-KR" altLang="en-US" sz="1400" dirty="0"/>
                </a:p>
              </p:txBody>
            </p:sp>
          </p:grpSp>
          <p:sp>
            <p:nvSpPr>
              <p:cNvPr id="207" name="모서리가 둥근 직사각형 206"/>
              <p:cNvSpPr/>
              <p:nvPr/>
            </p:nvSpPr>
            <p:spPr>
              <a:xfrm>
                <a:off x="1199011" y="5539167"/>
                <a:ext cx="5325613" cy="488193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sp>
            <p:nvSpPr>
              <p:cNvPr id="209" name="타원 208"/>
              <p:cNvSpPr/>
              <p:nvPr/>
            </p:nvSpPr>
            <p:spPr>
              <a:xfrm>
                <a:off x="2071860" y="5557319"/>
                <a:ext cx="449668" cy="44966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0" name="TextBox 209"/>
              <p:cNvSpPr txBox="1"/>
              <p:nvPr/>
            </p:nvSpPr>
            <p:spPr>
              <a:xfrm>
                <a:off x="2077724" y="5595618"/>
                <a:ext cx="442877" cy="355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 smtClean="0"/>
                  <a:t>29</a:t>
                </a:r>
                <a:endParaRPr lang="ko-KR" altLang="en-US" sz="1400" dirty="0"/>
              </a:p>
            </p:txBody>
          </p:sp>
          <p:sp>
            <p:nvSpPr>
              <p:cNvPr id="211" name="타원 210"/>
              <p:cNvSpPr/>
              <p:nvPr/>
            </p:nvSpPr>
            <p:spPr>
              <a:xfrm>
                <a:off x="2856720" y="5557319"/>
                <a:ext cx="449668" cy="44966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2" name="TextBox 211"/>
              <p:cNvSpPr txBox="1"/>
              <p:nvPr/>
            </p:nvSpPr>
            <p:spPr>
              <a:xfrm>
                <a:off x="2863393" y="5591792"/>
                <a:ext cx="442877" cy="355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 smtClean="0"/>
                  <a:t>30</a:t>
                </a:r>
                <a:endParaRPr lang="ko-KR" altLang="en-US" sz="1400" dirty="0"/>
              </a:p>
            </p:txBody>
          </p:sp>
          <p:sp>
            <p:nvSpPr>
              <p:cNvPr id="213" name="타원 212"/>
              <p:cNvSpPr/>
              <p:nvPr/>
            </p:nvSpPr>
            <p:spPr>
              <a:xfrm>
                <a:off x="3669222" y="5562873"/>
                <a:ext cx="449668" cy="44966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4" name="TextBox 213"/>
              <p:cNvSpPr txBox="1"/>
              <p:nvPr/>
            </p:nvSpPr>
            <p:spPr>
              <a:xfrm>
                <a:off x="3680951" y="5594319"/>
                <a:ext cx="442877" cy="355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 smtClean="0"/>
                  <a:t>31</a:t>
                </a:r>
                <a:endParaRPr lang="ko-KR" altLang="en-US" sz="1400" dirty="0"/>
              </a:p>
            </p:txBody>
          </p:sp>
          <p:sp>
            <p:nvSpPr>
              <p:cNvPr id="216" name="타원 215"/>
              <p:cNvSpPr/>
              <p:nvPr/>
            </p:nvSpPr>
            <p:spPr>
              <a:xfrm>
                <a:off x="1235626" y="5560380"/>
                <a:ext cx="449668" cy="44966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7" name="TextBox 216"/>
              <p:cNvSpPr txBox="1"/>
              <p:nvPr/>
            </p:nvSpPr>
            <p:spPr>
              <a:xfrm>
                <a:off x="1243404" y="5596058"/>
                <a:ext cx="442877" cy="355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 smtClean="0"/>
                  <a:t>28</a:t>
                </a:r>
                <a:endParaRPr lang="ko-KR" altLang="en-US" sz="1400" dirty="0"/>
              </a:p>
            </p:txBody>
          </p:sp>
          <p:sp>
            <p:nvSpPr>
              <p:cNvPr id="223" name="타원 222"/>
              <p:cNvSpPr/>
              <p:nvPr/>
            </p:nvSpPr>
            <p:spPr>
              <a:xfrm>
                <a:off x="6043664" y="3480992"/>
                <a:ext cx="449668" cy="44966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4" name="TextBox 223"/>
              <p:cNvSpPr txBox="1"/>
              <p:nvPr/>
            </p:nvSpPr>
            <p:spPr>
              <a:xfrm>
                <a:off x="6106058" y="3521160"/>
                <a:ext cx="328084" cy="355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/>
                  <a:t>6</a:t>
                </a:r>
                <a:endParaRPr lang="ko-KR" altLang="en-US" sz="1400" dirty="0"/>
              </a:p>
            </p:txBody>
          </p:sp>
        </p:grpSp>
        <p:cxnSp>
          <p:nvCxnSpPr>
            <p:cNvPr id="233" name="직선 연결선 232"/>
            <p:cNvCxnSpPr>
              <a:endCxn id="71" idx="1"/>
            </p:cNvCxnSpPr>
            <p:nvPr/>
          </p:nvCxnSpPr>
          <p:spPr>
            <a:xfrm flipV="1">
              <a:off x="5593784" y="2502783"/>
              <a:ext cx="473640" cy="390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직선 연결선 234"/>
            <p:cNvCxnSpPr>
              <a:endCxn id="119" idx="1"/>
            </p:cNvCxnSpPr>
            <p:nvPr/>
          </p:nvCxnSpPr>
          <p:spPr>
            <a:xfrm>
              <a:off x="5585848" y="3011117"/>
              <a:ext cx="473639" cy="496932"/>
            </a:xfrm>
            <a:prstGeom prst="line">
              <a:avLst/>
            </a:prstGeom>
            <a:ln w="285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직선 연결선 235"/>
            <p:cNvCxnSpPr/>
            <p:nvPr/>
          </p:nvCxnSpPr>
          <p:spPr>
            <a:xfrm flipV="1">
              <a:off x="5598937" y="3985578"/>
              <a:ext cx="473640" cy="390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/>
            <p:cNvCxnSpPr/>
            <p:nvPr/>
          </p:nvCxnSpPr>
          <p:spPr>
            <a:xfrm flipV="1">
              <a:off x="5609912" y="5443543"/>
              <a:ext cx="473640" cy="390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TextBox 237"/>
            <p:cNvSpPr txBox="1"/>
            <p:nvPr/>
          </p:nvSpPr>
          <p:spPr>
            <a:xfrm>
              <a:off x="28641" y="3528099"/>
              <a:ext cx="56137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7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월</a:t>
              </a:r>
              <a:endParaRPr lang="en-US" altLang="ko-KR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  <a:p>
              <a:pPr algn="ctr"/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/</a:t>
              </a:r>
            </a:p>
            <a:p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8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월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679591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월</a:t>
              </a:r>
              <a:endParaRPr lang="ko-KR" altLang="en-US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40" name="TextBox 239"/>
            <p:cNvSpPr txBox="1"/>
            <p:nvPr/>
          </p:nvSpPr>
          <p:spPr>
            <a:xfrm>
              <a:off x="1471739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화</a:t>
              </a:r>
            </a:p>
          </p:txBody>
        </p:sp>
        <p:sp>
          <p:nvSpPr>
            <p:cNvPr id="241" name="TextBox 240"/>
            <p:cNvSpPr txBox="1"/>
            <p:nvPr/>
          </p:nvSpPr>
          <p:spPr>
            <a:xfrm>
              <a:off x="2217121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수</a:t>
              </a:r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2939270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목</a:t>
              </a:r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3692894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금</a:t>
              </a:r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4405593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토</a:t>
              </a:r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5157672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938109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329345" y="241738"/>
            <a:ext cx="1809765" cy="461665"/>
            <a:chOff x="924910" y="1187669"/>
            <a:chExt cx="1809765" cy="461665"/>
          </a:xfrm>
        </p:grpSpPr>
        <p:sp>
          <p:nvSpPr>
            <p:cNvPr id="6" name="TextBox 5"/>
            <p:cNvSpPr txBox="1"/>
            <p:nvPr/>
          </p:nvSpPr>
          <p:spPr>
            <a:xfrm>
              <a:off x="977463" y="1187669"/>
              <a:ext cx="17572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테이블 설계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838200" y="33162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9075" y="1480456"/>
            <a:ext cx="11702503" cy="4789407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3524250" y="4857750"/>
            <a:ext cx="8667750" cy="1809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17226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83750" y="522892"/>
            <a:ext cx="8450876" cy="6335108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329345" y="241738"/>
            <a:ext cx="2157616" cy="461665"/>
            <a:chOff x="924910" y="1187669"/>
            <a:chExt cx="2157616" cy="461665"/>
          </a:xfrm>
        </p:grpSpPr>
        <p:sp>
          <p:nvSpPr>
            <p:cNvPr id="6" name="TextBox 5"/>
            <p:cNvSpPr txBox="1"/>
            <p:nvPr/>
          </p:nvSpPr>
          <p:spPr>
            <a:xfrm>
              <a:off x="977463" y="1187669"/>
              <a:ext cx="21050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테이블 설계</a:t>
              </a:r>
              <a:r>
                <a:rPr lang="en-US" altLang="ko-KR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_2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838200" y="33162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18499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79256" y="0"/>
            <a:ext cx="9148401" cy="6858000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329345" y="241738"/>
            <a:ext cx="2099908" cy="461665"/>
            <a:chOff x="924910" y="1187669"/>
            <a:chExt cx="2099908" cy="461665"/>
          </a:xfrm>
        </p:grpSpPr>
        <p:sp>
          <p:nvSpPr>
            <p:cNvPr id="6" name="TextBox 5"/>
            <p:cNvSpPr txBox="1"/>
            <p:nvPr/>
          </p:nvSpPr>
          <p:spPr>
            <a:xfrm>
              <a:off x="977463" y="1187669"/>
              <a:ext cx="20473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테이블 설계</a:t>
              </a:r>
              <a:r>
                <a:rPr lang="en-US" altLang="ko-KR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_1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838200" y="33162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8791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57119" y="3732575"/>
            <a:ext cx="4934881" cy="312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2730" y="3038545"/>
            <a:ext cx="27735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감사합니다</a:t>
            </a:r>
            <a:r>
              <a:rPr lang="en-US" altLang="ko-KR" sz="4000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  <a:endParaRPr lang="ko-KR" altLang="en-US" sz="40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0438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170</Words>
  <Application>Microsoft Office PowerPoint</Application>
  <PresentationFormat>사용자 지정</PresentationFormat>
  <Paragraphs>96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kitcoop</dc:creator>
  <cp:lastModifiedBy>kitcoop</cp:lastModifiedBy>
  <cp:revision>174</cp:revision>
  <dcterms:created xsi:type="dcterms:W3CDTF">2017-07-26T00:56:20Z</dcterms:created>
  <dcterms:modified xsi:type="dcterms:W3CDTF">2017-08-04T07:57:47Z</dcterms:modified>
</cp:coreProperties>
</file>